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"/>
  </p:notesMasterIdLst>
  <p:handoutMasterIdLst>
    <p:handoutMasterId r:id="rId8"/>
  </p:handoutMasterIdLst>
  <p:sldIdLst>
    <p:sldId id="322" r:id="rId5"/>
    <p:sldId id="32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6938A-9E7F-4B3C-9C83-B5FC0791E03E}" v="15" dt="2026-03-12T06:47:31.970"/>
  </p1510:revLst>
</p1510:revInfo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6" autoAdjust="0"/>
    <p:restoredTop sz="95388" autoAdjust="0"/>
  </p:normalViewPr>
  <p:slideViewPr>
    <p:cSldViewPr snapToGrid="0">
      <p:cViewPr varScale="1">
        <p:scale>
          <a:sx n="82" d="100"/>
          <a:sy n="82" d="100"/>
        </p:scale>
        <p:origin x="845" y="67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7462" y="149335"/>
            <a:ext cx="8798768" cy="5253089"/>
          </a:xfrm>
        </p:spPr>
        <p:txBody>
          <a:bodyPr>
            <a:normAutofit/>
          </a:bodyPr>
          <a:lstStyle/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0DDA71-F6CB-0AA1-22BE-E81C07E4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ru-RU" sz="28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702BF0-6712-063F-CA81-39B6E8C73B6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1719E5B-8055-4562-051B-E176FF36EFE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09235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BDD27D0-5B6E-4A0E-95B2-BB37F9D8861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3FAE0208-DBD5-43E1-AC6B-D2AD9623F0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98CD342-50C4-441F-B4A3-7D5ADB05713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</Words>
  <Application>Microsoft Office PowerPoint</Application>
  <PresentationFormat>Широкоэкранный</PresentationFormat>
  <Paragraphs>1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Calibri</vt:lpstr>
      <vt:lpstr>Tisa Offc Serif Pro</vt:lpstr>
      <vt:lpstr>Univers Light</vt:lpstr>
      <vt:lpstr>Custom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sardororolov2233@gmail.com</cp:lastModifiedBy>
  <cp:revision>10</cp:revision>
  <dcterms:created xsi:type="dcterms:W3CDTF">2026-03-12T06:46:45Z</dcterms:created>
  <dcterms:modified xsi:type="dcterms:W3CDTF">2026-04-18T16:35:21Z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