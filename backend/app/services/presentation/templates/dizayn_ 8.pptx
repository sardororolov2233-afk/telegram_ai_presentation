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4"/>
  </p:sldMasterIdLst>
  <p:notesMasterIdLst>
    <p:notesMasterId r:id="rId7"/>
  </p:notesMasterIdLst>
  <p:handoutMasterIdLst>
    <p:handoutMasterId r:id="rId8"/>
  </p:handoutMasterIdLst>
  <p:sldIdLst>
    <p:sldId id="304" r:id="rId5"/>
    <p:sldId id="305" r:id="rId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09826E-6FA1-45C0-8397-EA12C5782664}" v="13" dt="2026-03-12T06:50:46.7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05" autoAdjust="0"/>
    <p:restoredTop sz="96368" autoAdjust="0"/>
  </p:normalViewPr>
  <p:slideViewPr>
    <p:cSldViewPr>
      <p:cViewPr varScale="1">
        <p:scale>
          <a:sx n="82" d="100"/>
          <a:sy n="82" d="100"/>
        </p:scale>
        <p:origin x="614" y="48"/>
      </p:cViewPr>
      <p:guideLst>
        <p:guide pos="3839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6E22E-288A-414B-A8DE-E4DBD03D5FC0}" type="datetimeFigureOut">
              <a:rPr lang="en-US"/>
              <a:t>4/18/2026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114579-D02A-4B51-B5DF-8EC449F77AC7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8126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A9AE7E-E0F9-4C51-AD9A-F4C3A6E23BBF}" type="datetimeFigureOut">
              <a:rPr lang="en-US"/>
              <a:t>4/18/2026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74690-7256-4BB9-AC0F-97AEAE8CDEC2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426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F2AB60-3F8C-B205-0E32-B5E61218EA6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88825" cy="6858000"/>
          </a:xfrm>
          <a:custGeom>
            <a:avLst/>
            <a:gdLst>
              <a:gd name="connsiteX0" fmla="*/ 0 w 12188825"/>
              <a:gd name="connsiteY0" fmla="*/ 0 h 6858000"/>
              <a:gd name="connsiteX1" fmla="*/ 6080697 w 12188825"/>
              <a:gd name="connsiteY1" fmla="*/ 0 h 6858000"/>
              <a:gd name="connsiteX2" fmla="*/ 6080697 w 12188825"/>
              <a:gd name="connsiteY2" fmla="*/ 2898648 h 6858000"/>
              <a:gd name="connsiteX3" fmla="*/ 6108129 w 12188825"/>
              <a:gd name="connsiteY3" fmla="*/ 2898648 h 6858000"/>
              <a:gd name="connsiteX4" fmla="*/ 6108129 w 12188825"/>
              <a:gd name="connsiteY4" fmla="*/ 0 h 6858000"/>
              <a:gd name="connsiteX5" fmla="*/ 12188825 w 12188825"/>
              <a:gd name="connsiteY5" fmla="*/ 0 h 6858000"/>
              <a:gd name="connsiteX6" fmla="*/ 12188825 w 12188825"/>
              <a:gd name="connsiteY6" fmla="*/ 6858000 h 6858000"/>
              <a:gd name="connsiteX7" fmla="*/ 0 w 12188825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6080697" y="0"/>
                </a:lnTo>
                <a:lnTo>
                  <a:pt x="6080697" y="2898648"/>
                </a:lnTo>
                <a:lnTo>
                  <a:pt x="6108129" y="2898648"/>
                </a:lnTo>
                <a:lnTo>
                  <a:pt x="6108129" y="0"/>
                </a:lnTo>
                <a:lnTo>
                  <a:pt x="12188825" y="0"/>
                </a:lnTo>
                <a:lnTo>
                  <a:pt x="1218882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5988" y="2743200"/>
            <a:ext cx="11356848" cy="1627632"/>
          </a:xfrm>
        </p:spPr>
        <p:txBody>
          <a:bodyPr anchor="b">
            <a:noAutofit/>
          </a:bodyPr>
          <a:lstStyle>
            <a:lvl1pPr algn="ctr">
              <a:lnSpc>
                <a:spcPct val="90000"/>
              </a:lnSpc>
              <a:defRPr sz="6600" b="0" cap="none" baseline="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dirty="0"/>
              <a:t>CLICK T 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80680" y="4901184"/>
            <a:ext cx="9427464" cy="987552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all" baseline="0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E24B88-F571-25BB-4513-3A17217DC2E5}"/>
              </a:ext>
            </a:extLst>
          </p:cNvPr>
          <p:cNvSpPr/>
          <p:nvPr userDrawn="1"/>
        </p:nvSpPr>
        <p:spPr>
          <a:xfrm rot="5400000">
            <a:off x="4645088" y="1435608"/>
            <a:ext cx="2898648" cy="2743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97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38C32FC-332A-A13C-E59A-4E60A15CBF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18577" y="0"/>
            <a:ext cx="4270248" cy="6858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F06E6E-67F1-F80F-CD69-3BF1E814A0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CLASSICAL LITERATURE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F208DE-A7ED-9CAA-3D46-9581676E6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2AF402F-F8C6-E5B1-65C7-DFC0D8ED0878}"/>
              </a:ext>
            </a:extLst>
          </p:cNvPr>
          <p:cNvCxnSpPr>
            <a:cxnSpLocks/>
          </p:cNvCxnSpPr>
          <p:nvPr userDrawn="1"/>
        </p:nvCxnSpPr>
        <p:spPr>
          <a:xfrm>
            <a:off x="1522413" y="2743200"/>
            <a:ext cx="0" cy="4114800"/>
          </a:xfrm>
          <a:prstGeom prst="line">
            <a:avLst/>
          </a:prstGeom>
          <a:ln w="254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DF5DDB4-0253-D5F5-A233-DC6A9A7872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0" y="2743200"/>
            <a:ext cx="5102352" cy="215798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4443289-DF01-FBD1-69E2-EFCCAF58C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640080"/>
            <a:ext cx="6858000" cy="170078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53911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F06E6E-67F1-F80F-CD69-3BF1E814A0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CLASSICAL LITERATURE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F208DE-A7ED-9CAA-3D46-9581676E6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fld id="{DF28FB93-0A08-4E7D-8E63-9EFA29F1E09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DF5DDB4-0253-D5F5-A233-DC6A9A7872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20660" y="2386584"/>
            <a:ext cx="9747504" cy="4014216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E196DA-ED88-0EDC-A28F-7426416C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660" y="640080"/>
            <a:ext cx="9747504" cy="16256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3046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wo content,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38C32FC-332A-A13C-E59A-4E60A15CBF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3355848" cy="6858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F06E6E-67F1-F80F-CD69-3BF1E814A0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CLASSICAL LITERATURE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F208DE-A7ED-9CAA-3D46-9581676E6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DF5DDB4-0253-D5F5-A233-DC6A9A7872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78808" y="2862072"/>
            <a:ext cx="7397496" cy="1572768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4443289-DF01-FBD1-69E2-EFCCAF58C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8808" y="640080"/>
            <a:ext cx="7397496" cy="1773936"/>
          </a:xfrm>
        </p:spPr>
        <p:txBody>
          <a:bodyPr anchor="t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D5E17843-7672-6C71-1608-D794830CE89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60520" y="4846320"/>
            <a:ext cx="7397496" cy="1170432"/>
          </a:xfrm>
        </p:spPr>
        <p:txBody>
          <a:bodyPr>
            <a:noAutofit/>
          </a:bodyPr>
          <a:lstStyle>
            <a:lvl1pPr>
              <a:spcBef>
                <a:spcPts val="1200"/>
              </a:spcBef>
              <a:defRPr sz="1200"/>
            </a:lvl1pPr>
            <a:lvl2pPr>
              <a:spcBef>
                <a:spcPts val="1200"/>
              </a:spcBef>
              <a:defRPr sz="1200"/>
            </a:lvl2pPr>
            <a:lvl3pPr>
              <a:spcBef>
                <a:spcPts val="1200"/>
              </a:spcBef>
              <a:defRPr sz="12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7177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wo content, and pictur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38C32FC-332A-A13C-E59A-4E60A15CBF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15400" y="0"/>
            <a:ext cx="2587752" cy="6858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F06E6E-67F1-F80F-CD69-3BF1E814A0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CLASSICAL LITERATURE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F208DE-A7ED-9CAA-3D46-9581676E6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DF5DDB4-0253-D5F5-A233-DC6A9A7872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" y="2679192"/>
            <a:ext cx="7242048" cy="1170432"/>
          </a:xfrm>
        </p:spPr>
        <p:txBody>
          <a:bodyPr>
            <a:noAutofit/>
          </a:bodyPr>
          <a:lstStyle>
            <a:lvl1pPr>
              <a:spcBef>
                <a:spcPts val="1200"/>
              </a:spcBef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  <a:lvl2pPr>
              <a:spcBef>
                <a:spcPts val="1200"/>
              </a:spcBef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2pPr>
            <a:lvl3pPr>
              <a:spcBef>
                <a:spcPts val="1200"/>
              </a:spcBef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3pPr>
            <a:lvl4pPr>
              <a:spcBef>
                <a:spcPts val="1200"/>
              </a:spcBef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4pPr>
            <a:lvl5pPr>
              <a:spcBef>
                <a:spcPts val="1200"/>
              </a:spcBef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4443289-DF01-FBD1-69E2-EFCCAF58C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640080"/>
            <a:ext cx="6858000" cy="1700784"/>
          </a:xfrm>
        </p:spPr>
        <p:txBody>
          <a:bodyPr/>
          <a:lstStyle>
            <a:lvl1pPr>
              <a:defRPr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7856CD97-B46D-FEB2-B35C-2890C62DB54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40080" y="4059936"/>
            <a:ext cx="7242048" cy="2130552"/>
          </a:xfrm>
        </p:spPr>
        <p:txBody>
          <a:bodyPr>
            <a:normAutofit/>
          </a:bodyPr>
          <a:lstStyle>
            <a:lvl1pPr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  <a:lvl2pPr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2pPr>
            <a:lvl3pPr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3pPr>
            <a:lvl4pPr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4pPr>
            <a:lvl5pPr>
              <a:buClr>
                <a:schemeClr val="accent2">
                  <a:lumMod val="20000"/>
                  <a:lumOff val="80000"/>
                </a:schemeClr>
              </a:buClr>
              <a:defRPr sz="1200">
                <a:solidFill>
                  <a:schemeClr val="accent2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97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157CF4D-A5B0-F63D-3033-42520894BFE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88825" cy="6858000"/>
          </a:xfrm>
          <a:custGeom>
            <a:avLst/>
            <a:gdLst>
              <a:gd name="connsiteX0" fmla="*/ 4759389 w 12188825"/>
              <a:gd name="connsiteY0" fmla="*/ 4787265 h 6858000"/>
              <a:gd name="connsiteX1" fmla="*/ 4759389 w 12188825"/>
              <a:gd name="connsiteY1" fmla="*/ 4814697 h 6858000"/>
              <a:gd name="connsiteX2" fmla="*/ 7429437 w 12188825"/>
              <a:gd name="connsiteY2" fmla="*/ 4814697 h 6858000"/>
              <a:gd name="connsiteX3" fmla="*/ 7429437 w 12188825"/>
              <a:gd name="connsiteY3" fmla="*/ 4787265 h 6858000"/>
              <a:gd name="connsiteX4" fmla="*/ 0 w 12188825"/>
              <a:gd name="connsiteY4" fmla="*/ 0 h 6858000"/>
              <a:gd name="connsiteX5" fmla="*/ 12188825 w 12188825"/>
              <a:gd name="connsiteY5" fmla="*/ 0 h 6858000"/>
              <a:gd name="connsiteX6" fmla="*/ 12188825 w 12188825"/>
              <a:gd name="connsiteY6" fmla="*/ 6858000 h 6858000"/>
              <a:gd name="connsiteX7" fmla="*/ 0 w 12188825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825" h="6858000">
                <a:moveTo>
                  <a:pt x="4759389" y="4787265"/>
                </a:moveTo>
                <a:lnTo>
                  <a:pt x="4759389" y="4814697"/>
                </a:lnTo>
                <a:lnTo>
                  <a:pt x="7429437" y="4814697"/>
                </a:lnTo>
                <a:lnTo>
                  <a:pt x="7429437" y="4787265"/>
                </a:lnTo>
                <a:close/>
                <a:moveTo>
                  <a:pt x="0" y="0"/>
                </a:moveTo>
                <a:lnTo>
                  <a:pt x="12188825" y="0"/>
                </a:lnTo>
                <a:lnTo>
                  <a:pt x="1218882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5988" y="3657600"/>
            <a:ext cx="11356848" cy="941832"/>
          </a:xfrm>
        </p:spPr>
        <p:txBody>
          <a:bodyPr anchor="t">
            <a:normAutofit/>
          </a:bodyPr>
          <a:lstStyle>
            <a:lvl1pPr algn="ctr">
              <a:lnSpc>
                <a:spcPct val="90000"/>
              </a:lnSpc>
              <a:defRPr sz="4800" b="0" cap="none" baseline="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80680" y="5129784"/>
            <a:ext cx="9427464" cy="987552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all" baseline="0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C6E071-6E0A-A6A5-AC43-072450B96555}"/>
              </a:ext>
            </a:extLst>
          </p:cNvPr>
          <p:cNvSpPr/>
          <p:nvPr userDrawn="1"/>
        </p:nvSpPr>
        <p:spPr>
          <a:xfrm>
            <a:off x="4759388" y="4787265"/>
            <a:ext cx="2670048" cy="2743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628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6CCC78F-07A7-7F5C-E67F-2CFC846E0DE1}"/>
              </a:ext>
            </a:extLst>
          </p:cNvPr>
          <p:cNvSpPr/>
          <p:nvPr userDrawn="1"/>
        </p:nvSpPr>
        <p:spPr>
          <a:xfrm>
            <a:off x="3813048" y="612648"/>
            <a:ext cx="7635240" cy="5486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5D7FFB3F-B685-7C31-5080-632B0441EA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8906256" cy="6858000"/>
          </a:xfrm>
          <a:custGeom>
            <a:avLst/>
            <a:gdLst>
              <a:gd name="connsiteX0" fmla="*/ 0 w 8906256"/>
              <a:gd name="connsiteY0" fmla="*/ 0 h 6858000"/>
              <a:gd name="connsiteX1" fmla="*/ 8906256 w 8906256"/>
              <a:gd name="connsiteY1" fmla="*/ 0 h 6858000"/>
              <a:gd name="connsiteX2" fmla="*/ 8906256 w 8906256"/>
              <a:gd name="connsiteY2" fmla="*/ 612648 h 6858000"/>
              <a:gd name="connsiteX3" fmla="*/ 4945285 w 8906256"/>
              <a:gd name="connsiteY3" fmla="*/ 612648 h 6858000"/>
              <a:gd name="connsiteX4" fmla="*/ 3813048 w 8906256"/>
              <a:gd name="connsiteY4" fmla="*/ 612648 h 6858000"/>
              <a:gd name="connsiteX5" fmla="*/ 3813048 w 8906256"/>
              <a:gd name="connsiteY5" fmla="*/ 6099048 h 6858000"/>
              <a:gd name="connsiteX6" fmla="*/ 4945285 w 8906256"/>
              <a:gd name="connsiteY6" fmla="*/ 6099048 h 6858000"/>
              <a:gd name="connsiteX7" fmla="*/ 8906256 w 8906256"/>
              <a:gd name="connsiteY7" fmla="*/ 6099048 h 6858000"/>
              <a:gd name="connsiteX8" fmla="*/ 8906256 w 8906256"/>
              <a:gd name="connsiteY8" fmla="*/ 6858000 h 6858000"/>
              <a:gd name="connsiteX9" fmla="*/ 0 w 8906256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06256" h="6858000">
                <a:moveTo>
                  <a:pt x="0" y="0"/>
                </a:moveTo>
                <a:lnTo>
                  <a:pt x="8906256" y="0"/>
                </a:lnTo>
                <a:lnTo>
                  <a:pt x="8906256" y="612648"/>
                </a:lnTo>
                <a:lnTo>
                  <a:pt x="4945285" y="612648"/>
                </a:lnTo>
                <a:lnTo>
                  <a:pt x="3813048" y="612648"/>
                </a:lnTo>
                <a:lnTo>
                  <a:pt x="3813048" y="6099048"/>
                </a:lnTo>
                <a:lnTo>
                  <a:pt x="4945285" y="6099048"/>
                </a:lnTo>
                <a:lnTo>
                  <a:pt x="8906256" y="6099048"/>
                </a:lnTo>
                <a:lnTo>
                  <a:pt x="890625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F06E6E-67F1-F80F-CD69-3BF1E814A0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CLASSICAL LITERATURE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F208DE-A7ED-9CAA-3D46-9581676E6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1A4DAAA-F386-CC30-C391-320517CB5974}"/>
              </a:ext>
            </a:extLst>
          </p:cNvPr>
          <p:cNvCxnSpPr>
            <a:cxnSpLocks/>
          </p:cNvCxnSpPr>
          <p:nvPr userDrawn="1"/>
        </p:nvCxnSpPr>
        <p:spPr>
          <a:xfrm>
            <a:off x="4570412" y="3886200"/>
            <a:ext cx="6871852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89B1E0A-D5BC-6920-B6F6-E799F22323B0}"/>
              </a:ext>
            </a:extLst>
          </p:cNvPr>
          <p:cNvCxnSpPr>
            <a:cxnSpLocks/>
          </p:cNvCxnSpPr>
          <p:nvPr userDrawn="1"/>
        </p:nvCxnSpPr>
        <p:spPr>
          <a:xfrm>
            <a:off x="11444684" y="3886200"/>
            <a:ext cx="74414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9">
            <a:extLst>
              <a:ext uri="{FF2B5EF4-FFF2-40B4-BE49-F238E27FC236}">
                <a16:creationId xmlns:a16="http://schemas.microsoft.com/office/drawing/2014/main" id="{04443289-DF01-FBD1-69E2-EFCCAF58C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4840" y="1389888"/>
            <a:ext cx="6327648" cy="230428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B4A24C6E-B46B-052B-14AF-08C705E55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0368" y="3813048"/>
            <a:ext cx="2112264" cy="7112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D803DA3C-F09E-61FF-139B-5014478378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0368" y="4617720"/>
            <a:ext cx="1901952" cy="1316736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1600"/>
            </a:lvl1pPr>
            <a:lvl2pPr>
              <a:lnSpc>
                <a:spcPct val="100000"/>
              </a:lnSpc>
              <a:spcBef>
                <a:spcPts val="400"/>
              </a:spcBef>
              <a:defRPr sz="1800"/>
            </a:lvl2pPr>
            <a:lvl3pPr>
              <a:lnSpc>
                <a:spcPct val="100000"/>
              </a:lnSpc>
              <a:spcBef>
                <a:spcPts val="400"/>
              </a:spcBef>
              <a:defRPr sz="1600"/>
            </a:lvl3pPr>
            <a:lvl4pPr>
              <a:lnSpc>
                <a:spcPct val="100000"/>
              </a:lnSpc>
              <a:spcBef>
                <a:spcPts val="400"/>
              </a:spcBef>
              <a:defRPr sz="1400"/>
            </a:lvl4pPr>
            <a:lvl5pPr>
              <a:lnSpc>
                <a:spcPct val="100000"/>
              </a:lnSpc>
              <a:spcBef>
                <a:spcPts val="400"/>
              </a:spcBef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  <a:endParaRPr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8D23143E-34D4-7916-690C-3BE3805886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074152" y="3813048"/>
            <a:ext cx="1901952" cy="7112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6FEC2F71-3E9B-0E18-C638-41C2B0C8D5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074152" y="4617720"/>
            <a:ext cx="1901952" cy="1316736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1600"/>
            </a:lvl1pPr>
            <a:lvl2pPr>
              <a:lnSpc>
                <a:spcPct val="100000"/>
              </a:lnSpc>
              <a:spcBef>
                <a:spcPts val="400"/>
              </a:spcBef>
              <a:defRPr sz="1800"/>
            </a:lvl2pPr>
            <a:lvl3pPr>
              <a:lnSpc>
                <a:spcPct val="100000"/>
              </a:lnSpc>
              <a:spcBef>
                <a:spcPts val="400"/>
              </a:spcBef>
              <a:defRPr sz="1600"/>
            </a:lvl3pPr>
            <a:lvl4pPr>
              <a:lnSpc>
                <a:spcPct val="100000"/>
              </a:lnSpc>
              <a:spcBef>
                <a:spcPts val="400"/>
              </a:spcBef>
              <a:defRPr sz="1400"/>
            </a:lvl4pPr>
            <a:lvl5pPr>
              <a:lnSpc>
                <a:spcPct val="100000"/>
              </a:lnSpc>
              <a:spcBef>
                <a:spcPts val="400"/>
              </a:spcBef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6549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14400" y="1444752"/>
            <a:ext cx="10360152" cy="4416552"/>
          </a:xfrm>
        </p:spPr>
        <p:txBody>
          <a:bodyPr lIns="91440" rIns="91440" anchor="t">
            <a:noAutofit/>
          </a:bodyPr>
          <a:lstStyle>
            <a:lvl1pPr algn="l">
              <a:lnSpc>
                <a:spcPct val="100000"/>
              </a:lnSpc>
              <a:defRPr sz="4000" b="0" cap="none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0" y="5495544"/>
            <a:ext cx="4494212" cy="484632"/>
          </a:xfrm>
        </p:spPr>
        <p:txBody>
          <a:bodyPr anchor="t">
            <a:noAutofit/>
          </a:bodyPr>
          <a:lstStyle>
            <a:lvl1pPr marL="0" indent="0" algn="l">
              <a:spcBef>
                <a:spcPts val="0"/>
              </a:spcBef>
              <a:buNone/>
              <a:defRPr sz="2400" cap="all" baseline="0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7B62AAD-BDB5-5645-A722-E6A8180BB714}"/>
              </a:ext>
            </a:extLst>
          </p:cNvPr>
          <p:cNvCxnSpPr>
            <a:cxnSpLocks/>
          </p:cNvCxnSpPr>
          <p:nvPr userDrawn="1"/>
        </p:nvCxnSpPr>
        <p:spPr>
          <a:xfrm>
            <a:off x="7618412" y="6172200"/>
            <a:ext cx="4570413" cy="0"/>
          </a:xfrm>
          <a:prstGeom prst="line">
            <a:avLst/>
          </a:prstGeom>
          <a:ln w="254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448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D3C4F48-5124-C46E-5828-45F6F65E000F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88825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38C32FC-332A-A13C-E59A-4E60A15CBF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44000" y="0"/>
            <a:ext cx="2587752" cy="6858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4443289-DF01-FBD1-69E2-EFCCAF58C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414016"/>
            <a:ext cx="7013448" cy="3374136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6317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38C32FC-332A-A13C-E59A-4E60A15CBF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17409" y="0"/>
            <a:ext cx="4471416" cy="6858000"/>
          </a:xfrm>
          <a:solidFill>
            <a:schemeClr val="accent1"/>
          </a:solidFill>
        </p:spPr>
        <p:txBody>
          <a:bodyPr anchor="t">
            <a:noAutofit/>
          </a:bodyPr>
          <a:lstStyle>
            <a:lvl1pPr marL="0" indent="0" algn="ctr">
              <a:buNone/>
              <a:defRPr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F06E6E-67F1-F80F-CD69-3BF1E814A0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CLASSICAL LITERATURE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F208DE-A7ED-9CAA-3D46-9581676E6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DF28FB93-0A08-4E7D-8E63-9EFA29F1E09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DF5DDB4-0253-D5F5-A233-DC6A9A7872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" y="3172968"/>
            <a:ext cx="5102352" cy="2029968"/>
          </a:xfr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4443289-DF01-FBD1-69E2-EFCCAF58C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640080"/>
            <a:ext cx="6858000" cy="1700784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058072-A976-BB1B-E73B-039CA4102FD7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2667000"/>
            <a:ext cx="7722689" cy="0"/>
          </a:xfrm>
          <a:prstGeom prst="line">
            <a:avLst/>
          </a:prstGeom>
          <a:ln w="254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65D0A25-C9DB-7306-466C-DFD2401F85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02168" y="3172968"/>
            <a:ext cx="3255264" cy="2688336"/>
          </a:xfrm>
        </p:spPr>
        <p:txBody>
          <a:bodyPr lIns="91440" tIns="0">
            <a:noAutofit/>
          </a:bodyPr>
          <a:lstStyle>
            <a:lvl1pPr marL="0" indent="0">
              <a:buNone/>
              <a:defRPr sz="2400" cap="all" baseline="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  <a:lvl2pPr marL="0" indent="0">
              <a:spcBef>
                <a:spcPts val="1800"/>
              </a:spcBef>
              <a:buNone/>
              <a:defRPr sz="1600">
                <a:solidFill>
                  <a:schemeClr val="accent2">
                    <a:lumMod val="20000"/>
                    <a:lumOff val="80000"/>
                  </a:schemeClr>
                </a:solidFill>
              </a:defRPr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423946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DE998D3-1DC1-ED0C-84CE-D3710A6AE4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88825" cy="6858000"/>
          </a:xfrm>
          <a:custGeom>
            <a:avLst/>
            <a:gdLst>
              <a:gd name="connsiteX0" fmla="*/ 0 w 12188825"/>
              <a:gd name="connsiteY0" fmla="*/ 0 h 6858000"/>
              <a:gd name="connsiteX1" fmla="*/ 4341813 w 12188825"/>
              <a:gd name="connsiteY1" fmla="*/ 0 h 6858000"/>
              <a:gd name="connsiteX2" fmla="*/ 4341813 w 12188825"/>
              <a:gd name="connsiteY2" fmla="*/ 4745736 h 6858000"/>
              <a:gd name="connsiteX3" fmla="*/ 4369245 w 12188825"/>
              <a:gd name="connsiteY3" fmla="*/ 4745736 h 6858000"/>
              <a:gd name="connsiteX4" fmla="*/ 4369245 w 12188825"/>
              <a:gd name="connsiteY4" fmla="*/ 0 h 6858000"/>
              <a:gd name="connsiteX5" fmla="*/ 12188825 w 12188825"/>
              <a:gd name="connsiteY5" fmla="*/ 0 h 6858000"/>
              <a:gd name="connsiteX6" fmla="*/ 12188825 w 12188825"/>
              <a:gd name="connsiteY6" fmla="*/ 6858000 h 6858000"/>
              <a:gd name="connsiteX7" fmla="*/ 0 w 12188825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4341813" y="0"/>
                </a:lnTo>
                <a:lnTo>
                  <a:pt x="4341813" y="4745736"/>
                </a:lnTo>
                <a:lnTo>
                  <a:pt x="4369245" y="4745736"/>
                </a:lnTo>
                <a:lnTo>
                  <a:pt x="4369245" y="0"/>
                </a:lnTo>
                <a:lnTo>
                  <a:pt x="12188825" y="0"/>
                </a:lnTo>
                <a:lnTo>
                  <a:pt x="1218882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1" y="640080"/>
            <a:ext cx="3200400" cy="2084832"/>
          </a:xfrm>
        </p:spPr>
        <p:txBody>
          <a:bodyPr anchor="t">
            <a:noAutofit/>
          </a:bodyPr>
          <a:lstStyle>
            <a:lvl1pPr algn="l">
              <a:lnSpc>
                <a:spcPct val="90000"/>
              </a:lnSpc>
              <a:defRPr sz="4800" b="0" cap="none" baseline="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AA1D0-9CC9-4F01-19B8-029FF0FF1254}"/>
              </a:ext>
            </a:extLst>
          </p:cNvPr>
          <p:cNvSpPr/>
          <p:nvPr userDrawn="1"/>
        </p:nvSpPr>
        <p:spPr>
          <a:xfrm rot="5400000">
            <a:off x="1982661" y="2359152"/>
            <a:ext cx="4745736" cy="2743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5D20188-2858-4017-16C7-8D8B2EB783AC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4873753" y="850260"/>
            <a:ext cx="2276856" cy="711200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400" b="0" cap="all" baseline="0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3351FF95-77DF-46F6-7673-71454E42D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73753" y="1380612"/>
            <a:ext cx="2276856" cy="131673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1200"/>
              </a:spcBef>
              <a:buClr>
                <a:schemeClr val="accent2">
                  <a:lumMod val="20000"/>
                  <a:lumOff val="80000"/>
                </a:schemeClr>
              </a:buClr>
              <a:defRPr sz="160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  <a:lvl2pPr>
              <a:lnSpc>
                <a:spcPct val="100000"/>
              </a:lnSpc>
              <a:spcBef>
                <a:spcPts val="400"/>
              </a:spcBef>
              <a:defRPr sz="1800"/>
            </a:lvl2pPr>
            <a:lvl3pPr>
              <a:lnSpc>
                <a:spcPct val="100000"/>
              </a:lnSpc>
              <a:spcBef>
                <a:spcPts val="400"/>
              </a:spcBef>
              <a:defRPr sz="1600"/>
            </a:lvl3pPr>
            <a:lvl4pPr>
              <a:lnSpc>
                <a:spcPct val="100000"/>
              </a:lnSpc>
              <a:spcBef>
                <a:spcPts val="400"/>
              </a:spcBef>
              <a:defRPr sz="1400"/>
            </a:lvl4pPr>
            <a:lvl5pPr>
              <a:lnSpc>
                <a:spcPct val="100000"/>
              </a:lnSpc>
              <a:spcBef>
                <a:spcPts val="400"/>
              </a:spcBef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  <a:endParaRPr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D585749F-5840-3B72-40A1-A684044308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873753" y="2807076"/>
            <a:ext cx="2276856" cy="711200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400" b="0" cap="all" baseline="0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AA075B67-81C5-7714-2DF6-B942F80605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873753" y="3291708"/>
            <a:ext cx="2276856" cy="131673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1200"/>
              </a:spcBef>
              <a:buClr>
                <a:schemeClr val="accent2">
                  <a:lumMod val="20000"/>
                  <a:lumOff val="80000"/>
                </a:schemeClr>
              </a:buClr>
              <a:defRPr sz="160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  <a:lvl2pPr>
              <a:lnSpc>
                <a:spcPct val="100000"/>
              </a:lnSpc>
              <a:spcBef>
                <a:spcPts val="400"/>
              </a:spcBef>
              <a:defRPr sz="1800"/>
            </a:lvl2pPr>
            <a:lvl3pPr>
              <a:lnSpc>
                <a:spcPct val="100000"/>
              </a:lnSpc>
              <a:spcBef>
                <a:spcPts val="400"/>
              </a:spcBef>
              <a:defRPr sz="1600"/>
            </a:lvl3pPr>
            <a:lvl4pPr>
              <a:lnSpc>
                <a:spcPct val="100000"/>
              </a:lnSpc>
              <a:spcBef>
                <a:spcPts val="400"/>
              </a:spcBef>
              <a:defRPr sz="1400"/>
            </a:lvl4pPr>
            <a:lvl5pPr>
              <a:lnSpc>
                <a:spcPct val="100000"/>
              </a:lnSpc>
              <a:spcBef>
                <a:spcPts val="400"/>
              </a:spcBef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48115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CLASSICAL LITERATURE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836898" y="6172200"/>
            <a:ext cx="1218883" cy="30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5934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CLASSICAL LITERATURE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836898" y="6172200"/>
            <a:ext cx="1218883" cy="30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287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18883" y="1803400"/>
            <a:ext cx="6602281" cy="426720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 baseline="0"/>
            </a:lvl8pPr>
            <a:lvl9pPr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5883" y="1803400"/>
            <a:ext cx="2844060" cy="4267201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CLASSICAL LITERATURE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836898" y="6172200"/>
            <a:ext cx="1218883" cy="30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8646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b">
            <a:normAutofit/>
          </a:bodyPr>
          <a:lstStyle>
            <a:lvl1pPr algn="l">
              <a:defRPr sz="4800" b="0">
                <a:latin typeface="Book Antiqua" panose="0204060205030503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18883" y="1803400"/>
            <a:ext cx="6602280" cy="42672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 dirty="0"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1338739" y="1925320"/>
            <a:ext cx="6362567" cy="4023360"/>
          </a:xfrm>
          <a:solidFill>
            <a:schemeClr val="bg2"/>
          </a:solidFill>
        </p:spPr>
        <p:txBody>
          <a:bodyPr tIns="91440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5883" y="1803401"/>
            <a:ext cx="2844060" cy="41656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24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CLASSICAL LITERATURE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836898" y="6172200"/>
            <a:ext cx="1218883" cy="30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5057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431800"/>
            <a:ext cx="9751060" cy="16256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2362200"/>
            <a:ext cx="9751060" cy="3708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11183112" y="5413248"/>
            <a:ext cx="1298448" cy="2194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 cap="all" baseline="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dirty="0"/>
              <a:t>CLASSICAL LITERATURE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65572" y="6245352"/>
            <a:ext cx="548640" cy="4572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ctr">
              <a:defRPr sz="300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1pPr>
          </a:lstStyle>
          <a:p>
            <a:fld id="{DF28FB93-0A08-4E7D-8E63-9EFA29F1E09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221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66" r:id="rId2"/>
    <p:sldLayoutId id="2147483767" r:id="rId3"/>
    <p:sldLayoutId id="2147483768" r:id="rId4"/>
    <p:sldLayoutId id="2147483769" r:id="rId5"/>
    <p:sldLayoutId id="2147483759" r:id="rId6"/>
    <p:sldLayoutId id="2147483770" r:id="rId7"/>
    <p:sldLayoutId id="2147483771" r:id="rId8"/>
    <p:sldLayoutId id="2147483772" r:id="rId9"/>
    <p:sldLayoutId id="2147483774" r:id="rId10"/>
    <p:sldLayoutId id="2147483775" r:id="rId11"/>
    <p:sldLayoutId id="2147483762" r:id="rId12"/>
    <p:sldLayoutId id="2147483763" r:id="rId13"/>
    <p:sldLayoutId id="2147483764" r:id="rId14"/>
    <p:sldLayoutId id="2147483765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spcBef>
          <a:spcPct val="0"/>
        </a:spcBef>
        <a:buNone/>
        <a:defRPr sz="4800" kern="1200" cap="all" spc="100" baseline="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46888" indent="-246888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50000"/>
          </a:schemeClr>
        </a:buClr>
        <a:buFont typeface="Arial" pitchFamily="34" charset="0"/>
        <a:buChar char="•"/>
        <a:defRPr sz="2400" b="0" i="0" kern="1200">
          <a:solidFill>
            <a:schemeClr val="tx1">
              <a:lumMod val="50000"/>
            </a:schemeClr>
          </a:solidFill>
          <a:latin typeface="+mn-lt"/>
          <a:ea typeface="+mn-ea"/>
          <a:cs typeface="Gill Sans Light" panose="020B0302020104020203" pitchFamily="34" charset="-79"/>
        </a:defRPr>
      </a:lvl1pPr>
      <a:lvl2pPr marL="54864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tx1">
            <a:lumMod val="50000"/>
          </a:schemeClr>
        </a:buClr>
        <a:buFont typeface="Arial" pitchFamily="34" charset="0"/>
        <a:buChar char="•"/>
        <a:defRPr sz="2000" b="0" i="0" kern="1200">
          <a:solidFill>
            <a:schemeClr val="tx1">
              <a:lumMod val="50000"/>
            </a:schemeClr>
          </a:solidFill>
          <a:latin typeface="+mn-lt"/>
          <a:ea typeface="+mn-ea"/>
          <a:cs typeface="Gill Sans Light" panose="020B0302020104020203" pitchFamily="34" charset="-79"/>
        </a:defRPr>
      </a:lvl2pPr>
      <a:lvl3pPr marL="85039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tx1">
            <a:lumMod val="50000"/>
          </a:schemeClr>
        </a:buClr>
        <a:buFont typeface="Arial" pitchFamily="34" charset="0"/>
        <a:buChar char="•"/>
        <a:defRPr sz="1800" b="0" i="0" kern="1200">
          <a:solidFill>
            <a:schemeClr val="tx1">
              <a:lumMod val="50000"/>
            </a:schemeClr>
          </a:solidFill>
          <a:latin typeface="+mn-lt"/>
          <a:ea typeface="+mn-ea"/>
          <a:cs typeface="Gill Sans Light" panose="020B0302020104020203" pitchFamily="34" charset="-79"/>
        </a:defRPr>
      </a:lvl3pPr>
      <a:lvl4pPr marL="115214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tx1">
            <a:lumMod val="50000"/>
          </a:schemeClr>
        </a:buClr>
        <a:buFont typeface="Arial" pitchFamily="34" charset="0"/>
        <a:buChar char="•"/>
        <a:defRPr sz="1600" b="0" i="0" kern="1200">
          <a:solidFill>
            <a:schemeClr val="tx1">
              <a:lumMod val="50000"/>
            </a:schemeClr>
          </a:solidFill>
          <a:latin typeface="+mn-lt"/>
          <a:ea typeface="+mn-ea"/>
          <a:cs typeface="Gill Sans Light" panose="020B0302020104020203" pitchFamily="34" charset="-79"/>
        </a:defRPr>
      </a:lvl4pPr>
      <a:lvl5pPr marL="1453896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tx1">
            <a:lumMod val="50000"/>
          </a:schemeClr>
        </a:buClr>
        <a:buFont typeface="Arial" pitchFamily="34" charset="0"/>
        <a:buChar char="•"/>
        <a:defRPr sz="1600" b="0" i="0" kern="1200">
          <a:solidFill>
            <a:schemeClr val="tx1">
              <a:lumMod val="50000"/>
            </a:schemeClr>
          </a:solidFill>
          <a:latin typeface="+mn-lt"/>
          <a:ea typeface="+mn-ea"/>
          <a:cs typeface="Gill Sans Light" panose="020B0302020104020203" pitchFamily="34" charset="-79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Font typeface="Arial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Font typeface="Arial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Font typeface="Arial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Font typeface="Arial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5" descr="Wooden library">
            <a:extLst>
              <a:ext uri="{FF2B5EF4-FFF2-40B4-BE49-F238E27FC236}">
                <a16:creationId xmlns:a16="http://schemas.microsoft.com/office/drawing/2014/main" id="{B2CFDBFB-F04E-9E7A-5F81-0667FBC1433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40000"/>
                    </a14:imgEffect>
                    <a14:imgEffect>
                      <a14:brightnessContrast bright="-60000" contrast="-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4A635A2-CC0C-270C-AC8A-59116BD6A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sz="320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E430ABE-5769-388C-63FF-B1EA6AB45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457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BF11E1A-DBE7-B9C4-3175-A99FA89A9C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CLASSICAL LITERATURE</a:t>
            </a:r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79BF2B-5A5A-5A66-518A-D3A73A929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FFA1639-A10E-1648-F1D7-86FA7B203B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0" y="2743200"/>
            <a:ext cx="8532812" cy="3502152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6856C1CA-51D2-0197-35A9-73565929B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593124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ooks Classic 16x9">
  <a:themeElements>
    <a:clrScheme name="Custom 71">
      <a:dk1>
        <a:srgbClr val="000000"/>
      </a:dk1>
      <a:lt1>
        <a:srgbClr val="FFFFFF"/>
      </a:lt1>
      <a:dk2>
        <a:srgbClr val="693A20"/>
      </a:dk2>
      <a:lt2>
        <a:srgbClr val="E7E4E6"/>
      </a:lt2>
      <a:accent1>
        <a:srgbClr val="512823"/>
      </a:accent1>
      <a:accent2>
        <a:srgbClr val="B98D34"/>
      </a:accent2>
      <a:accent3>
        <a:srgbClr val="610606"/>
      </a:accent3>
      <a:accent4>
        <a:srgbClr val="FFEDB9"/>
      </a:accent4>
      <a:accent5>
        <a:srgbClr val="787A41"/>
      </a:accent5>
      <a:accent6>
        <a:srgbClr val="B95E14"/>
      </a:accent6>
      <a:hlink>
        <a:srgbClr val="2B3742"/>
      </a:hlink>
      <a:folHlink>
        <a:srgbClr val="C1A56D"/>
      </a:folHlink>
    </a:clrScheme>
    <a:fontScheme name="Custom 89">
      <a:majorFont>
        <a:latin typeface="Book Antiqua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801059_win32" id="{B9608E06-0E1C-4FCC-AD06-127F62156083}" vid="{E3429AF7-B683-4F9F-966A-561A66620435}"/>
    </a:ext>
  </a:extLst>
</a:theme>
</file>

<file path=ppt/theme/theme2.xml><?xml version="1.0" encoding="utf-8"?>
<a:theme xmlns:a="http://schemas.openxmlformats.org/drawingml/2006/main" name="Office Theme">
  <a:themeElements>
    <a:clrScheme name="BooksClassic_16x9">
      <a:dk1>
        <a:srgbClr val="6A3A20"/>
      </a:dk1>
      <a:lt1>
        <a:sysClr val="window" lastClr="FFFFFF"/>
      </a:lt1>
      <a:dk2>
        <a:srgbClr val="000000"/>
      </a:dk2>
      <a:lt2>
        <a:srgbClr val="FFEDB9"/>
      </a:lt2>
      <a:accent1>
        <a:srgbClr val="6A3A20"/>
      </a:accent1>
      <a:accent2>
        <a:srgbClr val="B4914C"/>
      </a:accent2>
      <a:accent3>
        <a:srgbClr val="610606"/>
      </a:accent3>
      <a:accent4>
        <a:srgbClr val="2B3742"/>
      </a:accent4>
      <a:accent5>
        <a:srgbClr val="787A41"/>
      </a:accent5>
      <a:accent6>
        <a:srgbClr val="B95E14"/>
      </a:accent6>
      <a:hlink>
        <a:srgbClr val="2B3742"/>
      </a:hlink>
      <a:folHlink>
        <a:srgbClr val="C1A56D"/>
      </a:folHlink>
    </a:clrScheme>
    <a:fontScheme name="Constantia">
      <a:majorFont>
        <a:latin typeface="Constant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nstant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ooksClassic_16x9">
      <a:dk1>
        <a:srgbClr val="6A3A20"/>
      </a:dk1>
      <a:lt1>
        <a:sysClr val="window" lastClr="FFFFFF"/>
      </a:lt1>
      <a:dk2>
        <a:srgbClr val="000000"/>
      </a:dk2>
      <a:lt2>
        <a:srgbClr val="FFEDB9"/>
      </a:lt2>
      <a:accent1>
        <a:srgbClr val="6A3A20"/>
      </a:accent1>
      <a:accent2>
        <a:srgbClr val="B4914C"/>
      </a:accent2>
      <a:accent3>
        <a:srgbClr val="610606"/>
      </a:accent3>
      <a:accent4>
        <a:srgbClr val="2B3742"/>
      </a:accent4>
      <a:accent5>
        <a:srgbClr val="787A41"/>
      </a:accent5>
      <a:accent6>
        <a:srgbClr val="B95E14"/>
      </a:accent6>
      <a:hlink>
        <a:srgbClr val="2B3742"/>
      </a:hlink>
      <a:folHlink>
        <a:srgbClr val="C1A56D"/>
      </a:folHlink>
    </a:clrScheme>
    <a:fontScheme name="Constantia">
      <a:majorFont>
        <a:latin typeface="Constant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nstant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6" ma:contentTypeDescription="Create a new document." ma:contentTypeScope="" ma:versionID="ac37c1753acd5e330d2062ccec26ea66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340c7101c92c5120abd06486f9454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F6DB67A-7E7A-42B5-B6D4-8BCE2AED44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D2248D4-E1D7-4A46-906C-BF5695DAFBD9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8C48CD00-9A74-4333-9CB3-8A0E40B746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Books Classic 16x9</Template>
  <TotalTime>0</TotalTime>
  <Words>3</Words>
  <Application>Microsoft Office PowerPoint</Application>
  <PresentationFormat>Произвольный</PresentationFormat>
  <Paragraphs>2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Arial</vt:lpstr>
      <vt:lpstr>Book Antiqua</vt:lpstr>
      <vt:lpstr>Constantia</vt:lpstr>
      <vt:lpstr>Gill Sans MT</vt:lpstr>
      <vt:lpstr>Books Classic 16x9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sardororolov2233@gmail.com</cp:lastModifiedBy>
  <cp:revision>7</cp:revision>
  <dcterms:created xsi:type="dcterms:W3CDTF">2026-03-12T06:50:15Z</dcterms:created>
  <dcterms:modified xsi:type="dcterms:W3CDTF">2026-04-18T09:25:20Z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