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SubjectSlide1"/>
    <p:sldId id="257" r:id="rIdSubjectSlide2"/>
    <p:sldId id="258" r:id="rIdSubjectSlide3"/>
    <p:sldId id="259" r:id="rIdSubjectSlide4"/>
    <p:sldId id="260" r:id="rIdSubjectSlide5"/>
    <p:sldId id="261" r:id="rIdSubjectSlide6"/>
    <p:sldId id="262" r:id="rIdSubjectSlide7"/>
    <p:sldId id="263" r:id="rIdSubjectSlide8"/>
    <p:sldId id="264" r:id="rIdSubjectSlide9"/>
    <p:sldId id="265" r:id="rIdSubjectSlide10"/>
    <p:sldId id="266" r:id="rIdSubjectSlide11"/>
    <p:sldId id="267" r:id="rIdSubjectSlide12"/>
    <p:sldId id="268" r:id="rIdSubjectSlide13"/>
    <p:sldId id="269" r:id="rIdSubjectSlide14"/>
    <p:sldId id="270" r:id="rIdSubjectSlide15"/>
    <p:sldId id="271" r:id="rIdSubjectSlide16"/>
    <p:sldId id="272" r:id="rIdSubjectSlide17"/>
    <p:sldId id="273" r:id="rIdSubjectSlide18"/>
    <p:sldId id="274" r:id="rIdSubjectSlide19"/>
    <p:sldId id="275" r:id="rIdSubjectSlide20"/>
  </p:sldIdLst>
  <p:sldSz cx="18288000" cy="10287000"/>
  <p:notesSz cx="6858000" cy="9144000"/>
  <p:embeddedFontLst>
    <p:embeddedFont>
      <p:font typeface="Handyman" charset="1" panose="00000000000000000000"/>
      <p:regular r:id="rId21"/>
    </p:embeddedFont>
    <p:embeddedFont>
      <p:font typeface="Gloria Hallelujah" charset="1" panose="02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SubjectSlide1" Type="http://schemas.openxmlformats.org/officeDocument/2006/relationships/slide" Target="slides/slide1.xml"/><Relationship Id="rIdSubjectSlide2" Type="http://schemas.openxmlformats.org/officeDocument/2006/relationships/slide" Target="slides/slide2.xml"/><Relationship Id="rIdSubjectSlide3" Type="http://schemas.openxmlformats.org/officeDocument/2006/relationships/slide" Target="slides/slide3.xml"/><Relationship Id="rIdSubjectSlide4" Type="http://schemas.openxmlformats.org/officeDocument/2006/relationships/slide" Target="slides/slide4.xml"/><Relationship Id="rIdSubjectSlide5" Type="http://schemas.openxmlformats.org/officeDocument/2006/relationships/slide" Target="slides/slide5.xml"/><Relationship Id="rIdSubjectSlide6" Type="http://schemas.openxmlformats.org/officeDocument/2006/relationships/slide" Target="slides/slide6.xml"/><Relationship Id="rIdSubjectSlide7" Type="http://schemas.openxmlformats.org/officeDocument/2006/relationships/slide" Target="slides/slide7.xml"/><Relationship Id="rIdSubjectSlide8" Type="http://schemas.openxmlformats.org/officeDocument/2006/relationships/slide" Target="slides/slide8.xml"/><Relationship Id="rIdSubjectSlide9" Type="http://schemas.openxmlformats.org/officeDocument/2006/relationships/slide" Target="slides/slide9.xml"/><Relationship Id="rIdSubjectSlide10" Type="http://schemas.openxmlformats.org/officeDocument/2006/relationships/slide" Target="slides/slide10.xml"/><Relationship Id="rIdSubjectSlide11" Type="http://schemas.openxmlformats.org/officeDocument/2006/relationships/slide" Target="slides/slide11.xml"/><Relationship Id="rIdSubjectSlide12" Type="http://schemas.openxmlformats.org/officeDocument/2006/relationships/slide" Target="slides/slide12.xml"/><Relationship Id="rIdSubjectSlide13" Type="http://schemas.openxmlformats.org/officeDocument/2006/relationships/slide" Target="slides/slide13.xml"/><Relationship Id="rIdSubjectSlide14" Type="http://schemas.openxmlformats.org/officeDocument/2006/relationships/slide" Target="slides/slide14.xml"/><Relationship Id="rIdSubjectSlide15" Type="http://schemas.openxmlformats.org/officeDocument/2006/relationships/slide" Target="slides/slide15.xml"/><Relationship Id="rIdSubjectSlide16" Type="http://schemas.openxmlformats.org/officeDocument/2006/relationships/slide" Target="slides/slide16.xml"/><Relationship Id="rIdSubjectSlide17" Type="http://schemas.openxmlformats.org/officeDocument/2006/relationships/slide" Target="slides/slide17.xml"/><Relationship Id="rIdSubjectSlide18" Type="http://schemas.openxmlformats.org/officeDocument/2006/relationships/slide" Target="slides/slide18.xml"/><Relationship Id="rIdSubjectSlide19" Type="http://schemas.openxmlformats.org/officeDocument/2006/relationships/slide" Target="slides/slide19.xml"/><Relationship Id="rIdSubjectSlide20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25.svg" Type="http://schemas.openxmlformats.org/officeDocument/2006/relationships/image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jpe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8.jpeg" Type="http://schemas.openxmlformats.org/officeDocument/2006/relationships/image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9.png" Type="http://schemas.openxmlformats.org/officeDocument/2006/relationships/image"/><Relationship Id="rId4" Target="../media/image40.svg" Type="http://schemas.openxmlformats.org/officeDocument/2006/relationships/image"/></Relationships>
</file>

<file path=ppt/slides/_rels/slide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0.jpeg" Type="http://schemas.openxmlformats.org/officeDocument/2006/relationships/image"/><Relationship Id="rId4" Target="../media/image31.jpeg" Type="http://schemas.openxmlformats.org/officeDocument/2006/relationships/image"/><Relationship Id="rId5" Target="../media/image32.jpeg" Type="http://schemas.openxmlformats.org/officeDocument/2006/relationships/image"/></Relationships>
</file>

<file path=ppt/slides/_rels/slide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jpe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/Relationships>
</file>

<file path=ppt/slides/_rels/slide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8.jpeg" Type="http://schemas.openxmlformats.org/officeDocument/2006/relationships/image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9.png" Type="http://schemas.openxmlformats.org/officeDocument/2006/relationships/image"/><Relationship Id="rId4" Target="../media/image40.sv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5.png" Type="http://schemas.openxmlformats.org/officeDocument/2006/relationships/image"/><Relationship Id="rId4" Target="../media/image76.svg" Type="http://schemas.openxmlformats.org/officeDocument/2006/relationships/image"/><Relationship Id="rId5" Target="../media/image77.png" Type="http://schemas.openxmlformats.org/officeDocument/2006/relationships/image"/><Relationship Id="rId6" Target="../media/image78.svg" Type="http://schemas.openxmlformats.org/officeDocument/2006/relationships/image"/><Relationship Id="rId7" Target="../media/image79.png" Type="http://schemas.openxmlformats.org/officeDocument/2006/relationships/image"/><Relationship Id="rId8" Target="../media/image80.svg" Type="http://schemas.openxmlformats.org/officeDocument/2006/relationships/image"/></Relationships>
</file>

<file path=ppt/slides/_rels/slide1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3.png" Type="http://schemas.openxmlformats.org/officeDocument/2006/relationships/image"/><Relationship Id="rId6" Target="../media/image84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/Relationships>
</file>

<file path=ppt/slides/_rels/slide1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jpe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/Relationships>
</file>

<file path=ppt/slides/_rels/slide1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8.jpeg" Type="http://schemas.openxmlformats.org/officeDocument/2006/relationships/image"/></Relationships>
</file>

<file path=ppt/slides/_rels/slide1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9.png" Type="http://schemas.openxmlformats.org/officeDocument/2006/relationships/image"/><Relationship Id="rId4" Target="../media/image40.svg" Type="http://schemas.openxmlformats.org/officeDocument/2006/relationships/image"/></Relationships>
</file>

<file path=ppt/slides/_rels/slide1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5.png" Type="http://schemas.openxmlformats.org/officeDocument/2006/relationships/image"/><Relationship Id="rId4" Target="../media/image76.svg" Type="http://schemas.openxmlformats.org/officeDocument/2006/relationships/image"/><Relationship Id="rId5" Target="../media/image77.png" Type="http://schemas.openxmlformats.org/officeDocument/2006/relationships/image"/><Relationship Id="rId6" Target="../media/image78.svg" Type="http://schemas.openxmlformats.org/officeDocument/2006/relationships/image"/><Relationship Id="rId7" Target="../media/image79.png" Type="http://schemas.openxmlformats.org/officeDocument/2006/relationships/image"/><Relationship Id="rId8" Target="../media/image80.svg" Type="http://schemas.openxmlformats.org/officeDocument/2006/relationships/image"/></Relationships>
</file>

<file path=ppt/slides/_rels/slide1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3.png" Type="http://schemas.openxmlformats.org/officeDocument/2006/relationships/image"/><Relationship Id="rId6" Target="../media/image84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/Relationships>
</file>

<file path=ppt/slides/_rels/slide1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svg" Type="http://schemas.openxmlformats.org/officeDocument/2006/relationships/image"/><Relationship Id="rId11" Target="../media/image57.png" Type="http://schemas.openxmlformats.org/officeDocument/2006/relationships/image"/><Relationship Id="rId12" Target="../media/image58.svg" Type="http://schemas.openxmlformats.org/officeDocument/2006/relationships/image"/><Relationship Id="rId13" Target="../media/image59.png" Type="http://schemas.openxmlformats.org/officeDocument/2006/relationships/image"/><Relationship Id="rId14" Target="../media/image60.svg" Type="http://schemas.openxmlformats.org/officeDocument/2006/relationships/image"/><Relationship Id="rId15" Target="../media/image61.png" Type="http://schemas.openxmlformats.org/officeDocument/2006/relationships/image"/><Relationship Id="rId16" Target="../media/image62.svg" Type="http://schemas.openxmlformats.org/officeDocument/2006/relationships/image"/><Relationship Id="rId2" Target="../media/image1.jpe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Relationship Id="rId7" Target="../media/image53.png" Type="http://schemas.openxmlformats.org/officeDocument/2006/relationships/image"/><Relationship Id="rId8" Target="../media/image54.sv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1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/Relationships>
</file>

<file path=ppt/slides/_rels/slide2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85.png" Type="http://schemas.openxmlformats.org/officeDocument/2006/relationships/image"/><Relationship Id="rId12" Target="../media/image86.svg" Type="http://schemas.openxmlformats.org/officeDocument/2006/relationships/image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096" r="0" b="-1609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51582" y="2470307"/>
            <a:ext cx="12784837" cy="5346386"/>
          </a:xfrm>
          <a:custGeom>
            <a:avLst/>
            <a:gdLst/>
            <a:ahLst/>
            <a:cxnLst/>
            <a:rect r="r" b="b" t="t" l="l"/>
            <a:pathLst>
              <a:path h="5346386" w="12784837">
                <a:moveTo>
                  <a:pt x="0" y="0"/>
                </a:moveTo>
                <a:lnTo>
                  <a:pt x="12784836" y="0"/>
                </a:lnTo>
                <a:lnTo>
                  <a:pt x="12784836" y="5346386"/>
                </a:lnTo>
                <a:lnTo>
                  <a:pt x="0" y="53463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963176" y="1218967"/>
            <a:ext cx="4653782" cy="1776899"/>
          </a:xfrm>
          <a:custGeom>
            <a:avLst/>
            <a:gdLst/>
            <a:ahLst/>
            <a:cxnLst/>
            <a:rect r="r" b="b" t="t" l="l"/>
            <a:pathLst>
              <a:path h="1776899" w="4653782">
                <a:moveTo>
                  <a:pt x="0" y="0"/>
                </a:moveTo>
                <a:lnTo>
                  <a:pt x="4653783" y="0"/>
                </a:lnTo>
                <a:lnTo>
                  <a:pt x="4653783" y="1776899"/>
                </a:lnTo>
                <a:lnTo>
                  <a:pt x="0" y="17768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72931" y="7816693"/>
            <a:ext cx="4653782" cy="1776899"/>
          </a:xfrm>
          <a:custGeom>
            <a:avLst/>
            <a:gdLst/>
            <a:ahLst/>
            <a:cxnLst/>
            <a:rect r="r" b="b" t="t" l="l"/>
            <a:pathLst>
              <a:path h="1776899" w="4653782">
                <a:moveTo>
                  <a:pt x="0" y="0"/>
                </a:moveTo>
                <a:lnTo>
                  <a:pt x="4653782" y="0"/>
                </a:lnTo>
                <a:lnTo>
                  <a:pt x="4653782" y="1776899"/>
                </a:lnTo>
                <a:lnTo>
                  <a:pt x="0" y="17768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29045" y="-861890"/>
            <a:ext cx="5782546" cy="2386614"/>
          </a:xfrm>
          <a:custGeom>
            <a:avLst/>
            <a:gdLst/>
            <a:ahLst/>
            <a:cxnLst/>
            <a:rect r="r" b="b" t="t" l="l"/>
            <a:pathLst>
              <a:path h="2386614" w="5782546">
                <a:moveTo>
                  <a:pt x="0" y="0"/>
                </a:moveTo>
                <a:lnTo>
                  <a:pt x="5782545" y="0"/>
                </a:lnTo>
                <a:lnTo>
                  <a:pt x="5782545" y="2386614"/>
                </a:lnTo>
                <a:lnTo>
                  <a:pt x="0" y="23866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0880" y="7315224"/>
            <a:ext cx="2069100" cy="1873476"/>
          </a:xfrm>
          <a:custGeom>
            <a:avLst/>
            <a:gdLst/>
            <a:ahLst/>
            <a:cxnLst/>
            <a:rect r="r" b="b" t="t" l="l"/>
            <a:pathLst>
              <a:path h="1873476" w="2069100">
                <a:moveTo>
                  <a:pt x="0" y="0"/>
                </a:moveTo>
                <a:lnTo>
                  <a:pt x="2069100" y="0"/>
                </a:lnTo>
                <a:lnTo>
                  <a:pt x="2069100" y="1873476"/>
                </a:lnTo>
                <a:lnTo>
                  <a:pt x="0" y="187347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32043" y="879314"/>
            <a:ext cx="2228955" cy="1961480"/>
          </a:xfrm>
          <a:custGeom>
            <a:avLst/>
            <a:gdLst/>
            <a:ahLst/>
            <a:cxnLst/>
            <a:rect r="r" b="b" t="t" l="l"/>
            <a:pathLst>
              <a:path h="1961480" w="2228955">
                <a:moveTo>
                  <a:pt x="0" y="0"/>
                </a:moveTo>
                <a:lnTo>
                  <a:pt x="2228954" y="0"/>
                </a:lnTo>
                <a:lnTo>
                  <a:pt x="2228954" y="1961480"/>
                </a:lnTo>
                <a:lnTo>
                  <a:pt x="0" y="19614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565698" y="3300677"/>
            <a:ext cx="1135829" cy="1631086"/>
          </a:xfrm>
          <a:custGeom>
            <a:avLst/>
            <a:gdLst/>
            <a:ahLst/>
            <a:cxnLst/>
            <a:rect r="r" b="b" t="t" l="l"/>
            <a:pathLst>
              <a:path h="1631086" w="1135829">
                <a:moveTo>
                  <a:pt x="0" y="0"/>
                </a:moveTo>
                <a:lnTo>
                  <a:pt x="1135830" y="0"/>
                </a:lnTo>
                <a:lnTo>
                  <a:pt x="1135830" y="1631086"/>
                </a:lnTo>
                <a:lnTo>
                  <a:pt x="0" y="163108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2343676" y="3300677"/>
            <a:ext cx="1135829" cy="1631086"/>
          </a:xfrm>
          <a:custGeom>
            <a:avLst/>
            <a:gdLst/>
            <a:ahLst/>
            <a:cxnLst/>
            <a:rect r="r" b="b" t="t" l="l"/>
            <a:pathLst>
              <a:path h="1631086" w="1135829">
                <a:moveTo>
                  <a:pt x="1135829" y="0"/>
                </a:moveTo>
                <a:lnTo>
                  <a:pt x="0" y="0"/>
                </a:lnTo>
                <a:lnTo>
                  <a:pt x="0" y="1631086"/>
                </a:lnTo>
                <a:lnTo>
                  <a:pt x="1135829" y="1631086"/>
                </a:lnTo>
                <a:lnTo>
                  <a:pt x="1135829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51582" y="4903188"/>
            <a:ext cx="12784837" cy="208568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14422"/>
              </a:lnSpc>
              <a:spcBef>
                <a:spcPct val="0"/>
              </a:spcBef>
            </a:pPr>
            <a:r>
              <a:rPr lang="en-US" sz="10000" spc="714">
                <a:solidFill>
                  <a:srgbClr val="141414"/>
                </a:solidFill>
                <a:latin typeface="Handyman"/>
                <a:ea typeface="Handyman"/>
                <a:cs typeface="Handyman"/>
                <a:sym typeface="Handyman"/>
              </a:rPr>
              <a:t>{{topic}}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347594" y="8859289"/>
            <a:ext cx="7315200" cy="798022"/>
          </a:xfrm>
          <a:custGeom>
            <a:avLst/>
            <a:gdLst/>
            <a:ahLst/>
            <a:cxnLst/>
            <a:rect r="r" b="b" t="t" l="l"/>
            <a:pathLst>
              <a:path h="798022" w="7315200">
                <a:moveTo>
                  <a:pt x="0" y="0"/>
                </a:moveTo>
                <a:lnTo>
                  <a:pt x="7315200" y="0"/>
                </a:lnTo>
                <a:lnTo>
                  <a:pt x="7315200" y="798022"/>
                </a:lnTo>
                <a:lnTo>
                  <a:pt x="0" y="79802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473352" y="3053016"/>
            <a:ext cx="11341295" cy="182008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14231"/>
              </a:lnSpc>
            </a:pPr>
            <a:r>
              <a:rPr lang="en-US" sz="3600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{{muallif}}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18831" y="1590814"/>
            <a:ext cx="10450338" cy="5575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4369"/>
              </a:lnSpc>
            </a:pPr>
            <a:r>
              <a:rPr lang="en-US" sz="3799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18831" y="8207218"/>
            <a:ext cx="10450338" cy="3987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220"/>
              </a:lnSpc>
            </a:pPr>
            <a:r>
              <a:rPr lang="en-US" sz="2800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096" r="0" b="-16096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6818035" y="1645989"/>
            <a:ext cx="8129182" cy="7271923"/>
          </a:xfrm>
          <a:custGeom>
            <a:avLst/>
            <a:gdLst/>
            <a:ahLst/>
            <a:cxnLst/>
            <a:rect r="r" b="b" t="t" l="l"/>
            <a:pathLst>
              <a:path h="7271923" w="8129182">
                <a:moveTo>
                  <a:pt x="8129182" y="7271922"/>
                </a:moveTo>
                <a:lnTo>
                  <a:pt x="0" y="7271922"/>
                </a:lnTo>
                <a:lnTo>
                  <a:pt x="0" y="0"/>
                </a:lnTo>
                <a:lnTo>
                  <a:pt x="8129182" y="0"/>
                </a:lnTo>
                <a:lnTo>
                  <a:pt x="8129182" y="727192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4855" y="2388186"/>
            <a:ext cx="1720721" cy="1885252"/>
          </a:xfrm>
          <a:custGeom>
            <a:avLst/>
            <a:gdLst/>
            <a:ahLst/>
            <a:cxnLst/>
            <a:rect r="r" b="b" t="t" l="l"/>
            <a:pathLst>
              <a:path h="1885252" w="1720721">
                <a:moveTo>
                  <a:pt x="0" y="0"/>
                </a:moveTo>
                <a:lnTo>
                  <a:pt x="1720721" y="0"/>
                </a:lnTo>
                <a:lnTo>
                  <a:pt x="1720721" y="1885252"/>
                </a:lnTo>
                <a:lnTo>
                  <a:pt x="0" y="18852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26502" y="6100934"/>
            <a:ext cx="1963871" cy="2680220"/>
          </a:xfrm>
          <a:custGeom>
            <a:avLst/>
            <a:gdLst/>
            <a:ahLst/>
            <a:cxnLst/>
            <a:rect r="r" b="b" t="t" l="l"/>
            <a:pathLst>
              <a:path h="2680220" w="1963871">
                <a:moveTo>
                  <a:pt x="0" y="0"/>
                </a:moveTo>
                <a:lnTo>
                  <a:pt x="1963870" y="0"/>
                </a:lnTo>
                <a:lnTo>
                  <a:pt x="1963870" y="2680221"/>
                </a:lnTo>
                <a:lnTo>
                  <a:pt x="0" y="26802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71636" y="5698417"/>
            <a:ext cx="2827174" cy="2513614"/>
          </a:xfrm>
          <a:custGeom>
            <a:avLst/>
            <a:gdLst/>
            <a:ahLst/>
            <a:cxnLst/>
            <a:rect r="r" b="b" t="t" l="l"/>
            <a:pathLst>
              <a:path h="2513614" w="2827174">
                <a:moveTo>
                  <a:pt x="0" y="0"/>
                </a:moveTo>
                <a:lnTo>
                  <a:pt x="2827174" y="0"/>
                </a:lnTo>
                <a:lnTo>
                  <a:pt x="2827174" y="2513614"/>
                </a:lnTo>
                <a:lnTo>
                  <a:pt x="0" y="25136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680523" y="3152470"/>
            <a:ext cx="6600460" cy="52444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951682" indent="-475841" lvl="1">
              <a:lnSpc>
                <a:spcPts val="5994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{{reja_1}}</a:t>
            </a:r>
          </a:p>
          <a:p>
            <a:pPr algn="l" marL="951682" indent="-475841" lvl="1">
              <a:lnSpc>
                <a:spcPts val="5994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{{reja_2}}</a:t>
            </a:r>
          </a:p>
          <a:p>
            <a:pPr algn="l" marL="951682" indent="-475841" lvl="1">
              <a:lnSpc>
                <a:spcPts val="5994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{{reja_3}}</a:t>
            </a:r>
          </a:p>
          <a:p>
            <a:pPr algn="l" marL="951682" indent="-475841" lvl="1">
              <a:lnSpc>
                <a:spcPts val="5994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{{reja_4}}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314122" y="793871"/>
            <a:ext cx="1945178" cy="4114800"/>
          </a:xfrm>
          <a:custGeom>
            <a:avLst/>
            <a:gdLst/>
            <a:ahLst/>
            <a:cxnLst/>
            <a:rect r="r" b="b" t="t" l="l"/>
            <a:pathLst>
              <a:path h="4114800" w="1945178">
                <a:moveTo>
                  <a:pt x="0" y="0"/>
                </a:moveTo>
                <a:lnTo>
                  <a:pt x="1945178" y="0"/>
                </a:lnTo>
                <a:lnTo>
                  <a:pt x="19451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67964" y="1331344"/>
            <a:ext cx="3802185" cy="134055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8253"/>
              </a:lnSpc>
            </a:pPr>
            <a:r>
              <a:rPr lang="en-US" sz="7200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{{reja}}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096" r="0" b="-1609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14218" y="8748460"/>
            <a:ext cx="6704210" cy="7434103"/>
          </a:xfrm>
          <a:custGeom>
            <a:avLst/>
            <a:gdLst/>
            <a:ahLst/>
            <a:cxnLst/>
            <a:rect r="r" b="b" t="t" l="l"/>
            <a:pathLst>
              <a:path h="7434103" w="6704210">
                <a:moveTo>
                  <a:pt x="0" y="0"/>
                </a:moveTo>
                <a:lnTo>
                  <a:pt x="6704210" y="0"/>
                </a:lnTo>
                <a:lnTo>
                  <a:pt x="6704210" y="7434103"/>
                </a:lnTo>
                <a:lnTo>
                  <a:pt x="0" y="74341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71308" y="-5661328"/>
            <a:ext cx="6704210" cy="7434103"/>
          </a:xfrm>
          <a:custGeom>
            <a:avLst/>
            <a:gdLst/>
            <a:ahLst/>
            <a:cxnLst/>
            <a:rect r="r" b="b" t="t" l="l"/>
            <a:pathLst>
              <a:path h="7434103" w="6704210">
                <a:moveTo>
                  <a:pt x="0" y="0"/>
                </a:moveTo>
                <a:lnTo>
                  <a:pt x="6704210" y="0"/>
                </a:lnTo>
                <a:lnTo>
                  <a:pt x="6704210" y="7434103"/>
                </a:lnTo>
                <a:lnTo>
                  <a:pt x="0" y="74341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14166" y="2847053"/>
            <a:ext cx="4776665" cy="4592894"/>
          </a:xfrm>
          <a:custGeom>
            <a:avLst/>
            <a:gdLst/>
            <a:ahLst/>
            <a:cxnLst/>
            <a:rect r="r" b="b" t="t" l="l"/>
            <a:pathLst>
              <a:path h="4592894" w="4776665">
                <a:moveTo>
                  <a:pt x="0" y="0"/>
                </a:moveTo>
                <a:lnTo>
                  <a:pt x="4776664" y="0"/>
                </a:lnTo>
                <a:lnTo>
                  <a:pt x="4776664" y="4592894"/>
                </a:lnTo>
                <a:lnTo>
                  <a:pt x="0" y="45928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69091" y="2283239"/>
            <a:ext cx="8145127" cy="12763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{{s03_title}}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69091" y="3636612"/>
            <a:ext cx="8145127" cy="430999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4928"/>
              </a:lnSpc>
            </a:pPr>
            <a:r>
              <a:rPr lang="en-US" sz="3200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{{s03_text_1}}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78874" y="598873"/>
            <a:ext cx="4953342" cy="4691114"/>
          </a:xfrm>
          <a:custGeom>
            <a:avLst/>
            <a:gdLst/>
            <a:ahLst/>
            <a:cxnLst/>
            <a:rect r="r" b="b" t="t" l="l"/>
            <a:pathLst>
              <a:path h="4691114" w="4953342">
                <a:moveTo>
                  <a:pt x="0" y="0"/>
                </a:moveTo>
                <a:lnTo>
                  <a:pt x="4953342" y="0"/>
                </a:lnTo>
                <a:lnTo>
                  <a:pt x="4953342" y="4691114"/>
                </a:lnTo>
                <a:lnTo>
                  <a:pt x="0" y="46911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16906" y="1989808"/>
            <a:ext cx="3431306" cy="2264662"/>
          </a:xfrm>
          <a:custGeom>
            <a:avLst/>
            <a:gdLst/>
            <a:ahLst/>
            <a:cxnLst/>
            <a:rect r="r" b="b" t="t" l="l"/>
            <a:pathLst>
              <a:path h="2264662" w="3431306">
                <a:moveTo>
                  <a:pt x="0" y="0"/>
                </a:moveTo>
                <a:lnTo>
                  <a:pt x="3431306" y="0"/>
                </a:lnTo>
                <a:lnTo>
                  <a:pt x="3431306" y="2264662"/>
                </a:lnTo>
                <a:lnTo>
                  <a:pt x="0" y="22646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391588" y="1989808"/>
            <a:ext cx="3431306" cy="2264662"/>
          </a:xfrm>
          <a:custGeom>
            <a:avLst/>
            <a:gdLst/>
            <a:ahLst/>
            <a:cxnLst/>
            <a:rect r="r" b="b" t="t" l="l"/>
            <a:pathLst>
              <a:path h="2264662" w="3431306">
                <a:moveTo>
                  <a:pt x="0" y="0"/>
                </a:moveTo>
                <a:lnTo>
                  <a:pt x="3431306" y="0"/>
                </a:lnTo>
                <a:lnTo>
                  <a:pt x="3431306" y="2264662"/>
                </a:lnTo>
                <a:lnTo>
                  <a:pt x="0" y="22646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86243" y="4364026"/>
            <a:ext cx="5092631" cy="436727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471"/>
              </a:lnSpc>
              <a:spcBef>
                <a:spcPct val="0"/>
              </a:spcBef>
            </a:pPr>
            <a:r>
              <a:rPr lang="en-US" sz="2799" spc="-5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{{s04_text_1}}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60926" y="4364026"/>
            <a:ext cx="5092631" cy="436727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471"/>
              </a:lnSpc>
              <a:spcBef>
                <a:spcPct val="0"/>
              </a:spcBef>
            </a:pPr>
            <a:r>
              <a:rPr lang="en-US" sz="2799" spc="-5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{{s04_text_2}}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26821" y="2534075"/>
            <a:ext cx="2611476" cy="89687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5567"/>
              </a:lnSpc>
            </a:pPr>
            <a:r>
              <a:rPr lang="en-US" sz="639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{{s04_title}}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27417" y="2534075"/>
            <a:ext cx="2933043" cy="89687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5567"/>
              </a:lnSpc>
            </a:pPr>
            <a:r>
              <a:rPr lang="en-US" sz="4200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{{s04_label_1}}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096" r="0" b="-1609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72928" y="1362976"/>
            <a:ext cx="6400432" cy="7427936"/>
            <a:chOff x="0" y="0"/>
            <a:chExt cx="6403896" cy="7431955"/>
          </a:xfrm>
        </p:grpSpPr>
        <p:sp>
          <p:nvSpPr>
            <p:cNvPr name="{{image_1}}" id="4" descr="{{image_1}}"/>
            <p:cNvSpPr/>
            <p:nvPr/>
          </p:nvSpPr>
          <p:spPr>
            <a:xfrm flipH="false" flipV="false" rot="0">
              <a:off x="0" y="1934"/>
              <a:ext cx="6400711" cy="7427316"/>
            </a:xfrm>
            <a:custGeom>
              <a:avLst/>
              <a:gdLst/>
              <a:ahLst/>
              <a:cxnLst/>
              <a:rect r="r" b="b" t="t" l="l"/>
              <a:pathLst>
                <a:path h="7427316" w="6400711">
                  <a:moveTo>
                    <a:pt x="6397527" y="2972012"/>
                  </a:moveTo>
                  <a:cubicBezTo>
                    <a:pt x="6397527" y="2011736"/>
                    <a:pt x="6391158" y="1051460"/>
                    <a:pt x="6368867" y="94093"/>
                  </a:cubicBezTo>
                  <a:cubicBezTo>
                    <a:pt x="5913493" y="97003"/>
                    <a:pt x="5454934" y="82454"/>
                    <a:pt x="4999561" y="64994"/>
                  </a:cubicBezTo>
                  <a:cubicBezTo>
                    <a:pt x="4512342" y="44625"/>
                    <a:pt x="4028308" y="21345"/>
                    <a:pt x="3541090" y="9706"/>
                  </a:cubicBezTo>
                  <a:cubicBezTo>
                    <a:pt x="3053872" y="-4474"/>
                    <a:pt x="2569838" y="-1934"/>
                    <a:pt x="2082620" y="9706"/>
                  </a:cubicBezTo>
                  <a:cubicBezTo>
                    <a:pt x="1388413" y="27165"/>
                    <a:pt x="694206" y="18435"/>
                    <a:pt x="0" y="12616"/>
                  </a:cubicBezTo>
                  <a:cubicBezTo>
                    <a:pt x="0" y="472384"/>
                    <a:pt x="3184" y="932153"/>
                    <a:pt x="6369" y="1391921"/>
                  </a:cubicBezTo>
                  <a:cubicBezTo>
                    <a:pt x="12738" y="2564622"/>
                    <a:pt x="25475" y="3740233"/>
                    <a:pt x="28660" y="4912934"/>
                  </a:cubicBezTo>
                  <a:cubicBezTo>
                    <a:pt x="31844" y="5718984"/>
                    <a:pt x="31844" y="6527944"/>
                    <a:pt x="31844" y="7333994"/>
                  </a:cubicBezTo>
                  <a:cubicBezTo>
                    <a:pt x="398054" y="7336903"/>
                    <a:pt x="764264" y="7342723"/>
                    <a:pt x="1130474" y="7354363"/>
                  </a:cubicBezTo>
                  <a:cubicBezTo>
                    <a:pt x="1299249" y="7360183"/>
                    <a:pt x="1464839" y="7366003"/>
                    <a:pt x="1633614" y="7371823"/>
                  </a:cubicBezTo>
                  <a:cubicBezTo>
                    <a:pt x="2120833" y="7371823"/>
                    <a:pt x="2604867" y="7406742"/>
                    <a:pt x="3092085" y="7424201"/>
                  </a:cubicBezTo>
                  <a:cubicBezTo>
                    <a:pt x="3617516" y="7435101"/>
                    <a:pt x="4146132" y="7415471"/>
                    <a:pt x="4671564" y="7395102"/>
                  </a:cubicBezTo>
                  <a:cubicBezTo>
                    <a:pt x="5247947" y="7371823"/>
                    <a:pt x="5824329" y="7342723"/>
                    <a:pt x="6400711" y="7336903"/>
                  </a:cubicBezTo>
                  <a:cubicBezTo>
                    <a:pt x="6394343" y="7048821"/>
                    <a:pt x="6384789" y="6760738"/>
                    <a:pt x="6387973" y="6472655"/>
                  </a:cubicBezTo>
                  <a:cubicBezTo>
                    <a:pt x="6391158" y="5305774"/>
                    <a:pt x="6397527" y="4138893"/>
                    <a:pt x="6397527" y="2972012"/>
                  </a:cubicBezTo>
                  <a:close/>
                </a:path>
              </a:pathLst>
            </a:custGeom>
            <a:blipFill>
              <a:blip r:embed="rId3"/>
              <a:stretch>
                <a:fillRect l="-37083" t="0" r="-37083" b="0"/>
              </a:stretch>
            </a:blipFill>
            <a:ln w="8572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9393424" y="3440106"/>
            <a:ext cx="6937612" cy="4865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1">
              <a:lnSpc>
                <a:spcPts val="4329"/>
              </a:lnSpc>
            </a:pPr>
            <a:r>
              <a:rPr lang="en-US" sz="3160" spc="-91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{{s05_text_1}}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93424" y="2066726"/>
            <a:ext cx="6937612" cy="9933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6185"/>
              </a:lnSpc>
            </a:pPr>
            <a:r>
              <a:rPr lang="en-US" sz="710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{{s05_title}}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096" r="0" b="-1609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03653" y="3224614"/>
            <a:ext cx="8808869" cy="494647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682245" indent="-341123" lvl="1">
              <a:lnSpc>
                <a:spcPts val="3918"/>
              </a:lnSpc>
              <a:buFont typeface="Arial"/>
              <a:buChar char="•"/>
            </a:pPr>
            <a:r>
              <a:rPr lang="en-US" sz="3160" spc="-91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{{s06_text_1}}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749076" y="3146617"/>
            <a:ext cx="5949258" cy="4687585"/>
          </a:xfrm>
          <a:custGeom>
            <a:avLst/>
            <a:gdLst/>
            <a:ahLst/>
            <a:cxnLst/>
            <a:rect r="r" b="b" t="t" l="l"/>
            <a:pathLst>
              <a:path h="4687585" w="5949258">
                <a:moveTo>
                  <a:pt x="0" y="0"/>
                </a:moveTo>
                <a:lnTo>
                  <a:pt x="5949258" y="0"/>
                </a:lnTo>
                <a:lnTo>
                  <a:pt x="5949258" y="4687585"/>
                </a:lnTo>
                <a:lnTo>
                  <a:pt x="0" y="46875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45510" y="1191159"/>
            <a:ext cx="8255288" cy="100660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6264"/>
              </a:lnSpc>
            </a:pPr>
            <a:r>
              <a:rPr lang="en-US" sz="7200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{{s06_title}}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096" r="0" b="-1609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323996" y="2764469"/>
            <a:ext cx="2049941" cy="2379031"/>
            <a:chOff x="0" y="0"/>
            <a:chExt cx="6403896" cy="7431955"/>
          </a:xfrm>
        </p:grpSpPr>
        <p:sp>
          <p:nvSpPr>
            <p:cNvPr name="{{image_2}}" id="4" descr="{{image_2}}"/>
            <p:cNvSpPr/>
            <p:nvPr/>
          </p:nvSpPr>
          <p:spPr>
            <a:xfrm flipH="false" flipV="false" rot="0">
              <a:off x="0" y="1934"/>
              <a:ext cx="6400711" cy="7427316"/>
            </a:xfrm>
            <a:custGeom>
              <a:avLst/>
              <a:gdLst/>
              <a:ahLst/>
              <a:cxnLst/>
              <a:rect r="r" b="b" t="t" l="l"/>
              <a:pathLst>
                <a:path h="7427316" w="6400711">
                  <a:moveTo>
                    <a:pt x="6397527" y="2972012"/>
                  </a:moveTo>
                  <a:cubicBezTo>
                    <a:pt x="6397527" y="2011736"/>
                    <a:pt x="6391158" y="1051460"/>
                    <a:pt x="6368867" y="94093"/>
                  </a:cubicBezTo>
                  <a:cubicBezTo>
                    <a:pt x="5913493" y="97003"/>
                    <a:pt x="5454934" y="82454"/>
                    <a:pt x="4999561" y="64994"/>
                  </a:cubicBezTo>
                  <a:cubicBezTo>
                    <a:pt x="4512342" y="44625"/>
                    <a:pt x="4028308" y="21345"/>
                    <a:pt x="3541090" y="9706"/>
                  </a:cubicBezTo>
                  <a:cubicBezTo>
                    <a:pt x="3053872" y="-4474"/>
                    <a:pt x="2569838" y="-1934"/>
                    <a:pt x="2082620" y="9706"/>
                  </a:cubicBezTo>
                  <a:cubicBezTo>
                    <a:pt x="1388413" y="27165"/>
                    <a:pt x="694206" y="18435"/>
                    <a:pt x="0" y="12616"/>
                  </a:cubicBezTo>
                  <a:cubicBezTo>
                    <a:pt x="0" y="472384"/>
                    <a:pt x="3184" y="932153"/>
                    <a:pt x="6369" y="1391921"/>
                  </a:cubicBezTo>
                  <a:cubicBezTo>
                    <a:pt x="12738" y="2564622"/>
                    <a:pt x="25475" y="3740233"/>
                    <a:pt x="28660" y="4912934"/>
                  </a:cubicBezTo>
                  <a:cubicBezTo>
                    <a:pt x="31844" y="5718984"/>
                    <a:pt x="31844" y="6527944"/>
                    <a:pt x="31844" y="7333994"/>
                  </a:cubicBezTo>
                  <a:cubicBezTo>
                    <a:pt x="398054" y="7336903"/>
                    <a:pt x="764264" y="7342723"/>
                    <a:pt x="1130474" y="7354363"/>
                  </a:cubicBezTo>
                  <a:cubicBezTo>
                    <a:pt x="1299249" y="7360183"/>
                    <a:pt x="1464839" y="7366003"/>
                    <a:pt x="1633614" y="7371823"/>
                  </a:cubicBezTo>
                  <a:cubicBezTo>
                    <a:pt x="2120833" y="7371823"/>
                    <a:pt x="2604867" y="7406742"/>
                    <a:pt x="3092085" y="7424201"/>
                  </a:cubicBezTo>
                  <a:cubicBezTo>
                    <a:pt x="3617516" y="7435101"/>
                    <a:pt x="4146132" y="7415471"/>
                    <a:pt x="4671564" y="7395102"/>
                  </a:cubicBezTo>
                  <a:cubicBezTo>
                    <a:pt x="5247947" y="7371823"/>
                    <a:pt x="5824329" y="7342723"/>
                    <a:pt x="6400711" y="7336903"/>
                  </a:cubicBezTo>
                  <a:cubicBezTo>
                    <a:pt x="6394343" y="7048821"/>
                    <a:pt x="6384789" y="6760738"/>
                    <a:pt x="6387973" y="6472655"/>
                  </a:cubicBezTo>
                  <a:cubicBezTo>
                    <a:pt x="6391158" y="5305774"/>
                    <a:pt x="6397527" y="4138893"/>
                    <a:pt x="6397527" y="2972012"/>
                  </a:cubicBezTo>
                  <a:close/>
                </a:path>
              </a:pathLst>
            </a:custGeom>
            <a:blipFill>
              <a:blip r:embed="rId3"/>
              <a:stretch>
                <a:fillRect l="-60164" t="-53716" r="-31502" b="-94201"/>
              </a:stretch>
            </a:blipFill>
            <a:ln w="8572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2871416" y="1114425"/>
            <a:ext cx="12545168" cy="100660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6264"/>
              </a:lnSpc>
            </a:pPr>
            <a:r>
              <a:rPr lang="en-US" sz="7200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{{s07_title}}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93083" y="5483298"/>
            <a:ext cx="4911768" cy="58339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608"/>
              </a:lnSpc>
              <a:spcBef>
                <a:spcPct val="0"/>
              </a:spcBef>
            </a:pPr>
            <a:r>
              <a:rPr lang="en-US" sz="4147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{{s07_label_1}}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8244" y="5483298"/>
            <a:ext cx="4797474" cy="58339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608"/>
              </a:lnSpc>
              <a:spcBef>
                <a:spcPct val="0"/>
              </a:spcBef>
            </a:pPr>
            <a:r>
              <a:rPr lang="en-US" sz="4147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{{s07_label_2}}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88716" y="5483298"/>
            <a:ext cx="4710569" cy="58339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608"/>
              </a:lnSpc>
              <a:spcBef>
                <a:spcPct val="0"/>
              </a:spcBef>
            </a:pPr>
            <a:r>
              <a:rPr lang="en-US" sz="4147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{{s07_label_3}}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862011" y="2764469"/>
            <a:ext cx="2049941" cy="2379031"/>
            <a:chOff x="0" y="0"/>
            <a:chExt cx="6403896" cy="7431955"/>
          </a:xfrm>
        </p:grpSpPr>
        <p:sp>
          <p:nvSpPr>
            <p:cNvPr name="{{image_3}}" id="10" descr="{{image_3}}"/>
            <p:cNvSpPr/>
            <p:nvPr/>
          </p:nvSpPr>
          <p:spPr>
            <a:xfrm flipH="false" flipV="false" rot="0">
              <a:off x="0" y="1934"/>
              <a:ext cx="6400711" cy="7427316"/>
            </a:xfrm>
            <a:custGeom>
              <a:avLst/>
              <a:gdLst/>
              <a:ahLst/>
              <a:cxnLst/>
              <a:rect r="r" b="b" t="t" l="l"/>
              <a:pathLst>
                <a:path h="7427316" w="6400711">
                  <a:moveTo>
                    <a:pt x="6397527" y="2972012"/>
                  </a:moveTo>
                  <a:cubicBezTo>
                    <a:pt x="6397527" y="2011736"/>
                    <a:pt x="6391158" y="1051460"/>
                    <a:pt x="6368867" y="94093"/>
                  </a:cubicBezTo>
                  <a:cubicBezTo>
                    <a:pt x="5913493" y="97003"/>
                    <a:pt x="5454934" y="82454"/>
                    <a:pt x="4999561" y="64994"/>
                  </a:cubicBezTo>
                  <a:cubicBezTo>
                    <a:pt x="4512342" y="44625"/>
                    <a:pt x="4028308" y="21345"/>
                    <a:pt x="3541090" y="9706"/>
                  </a:cubicBezTo>
                  <a:cubicBezTo>
                    <a:pt x="3053872" y="-4474"/>
                    <a:pt x="2569838" y="-1934"/>
                    <a:pt x="2082620" y="9706"/>
                  </a:cubicBezTo>
                  <a:cubicBezTo>
                    <a:pt x="1388413" y="27165"/>
                    <a:pt x="694206" y="18435"/>
                    <a:pt x="0" y="12616"/>
                  </a:cubicBezTo>
                  <a:cubicBezTo>
                    <a:pt x="0" y="472384"/>
                    <a:pt x="3184" y="932153"/>
                    <a:pt x="6369" y="1391921"/>
                  </a:cubicBezTo>
                  <a:cubicBezTo>
                    <a:pt x="12738" y="2564622"/>
                    <a:pt x="25475" y="3740233"/>
                    <a:pt x="28660" y="4912934"/>
                  </a:cubicBezTo>
                  <a:cubicBezTo>
                    <a:pt x="31844" y="5718984"/>
                    <a:pt x="31844" y="6527944"/>
                    <a:pt x="31844" y="7333994"/>
                  </a:cubicBezTo>
                  <a:cubicBezTo>
                    <a:pt x="398054" y="7336903"/>
                    <a:pt x="764264" y="7342723"/>
                    <a:pt x="1130474" y="7354363"/>
                  </a:cubicBezTo>
                  <a:cubicBezTo>
                    <a:pt x="1299249" y="7360183"/>
                    <a:pt x="1464839" y="7366003"/>
                    <a:pt x="1633614" y="7371823"/>
                  </a:cubicBezTo>
                  <a:cubicBezTo>
                    <a:pt x="2120833" y="7371823"/>
                    <a:pt x="2604867" y="7406742"/>
                    <a:pt x="3092085" y="7424201"/>
                  </a:cubicBezTo>
                  <a:cubicBezTo>
                    <a:pt x="3617516" y="7435101"/>
                    <a:pt x="4146132" y="7415471"/>
                    <a:pt x="4671564" y="7395102"/>
                  </a:cubicBezTo>
                  <a:cubicBezTo>
                    <a:pt x="5247947" y="7371823"/>
                    <a:pt x="5824329" y="7342723"/>
                    <a:pt x="6400711" y="7336903"/>
                  </a:cubicBezTo>
                  <a:cubicBezTo>
                    <a:pt x="6394343" y="7048821"/>
                    <a:pt x="6384789" y="6760738"/>
                    <a:pt x="6387973" y="6472655"/>
                  </a:cubicBezTo>
                  <a:cubicBezTo>
                    <a:pt x="6391158" y="5305774"/>
                    <a:pt x="6397527" y="4138893"/>
                    <a:pt x="6397527" y="2972012"/>
                  </a:cubicBezTo>
                  <a:close/>
                </a:path>
              </a:pathLst>
            </a:custGeom>
            <a:blipFill>
              <a:blip r:embed="rId4"/>
              <a:stretch>
                <a:fillRect l="-15859" t="-47196" r="-23525" b="-33095"/>
              </a:stretch>
            </a:blipFill>
            <a:ln w="85725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119030" y="2764469"/>
            <a:ext cx="2049941" cy="2379031"/>
            <a:chOff x="0" y="0"/>
            <a:chExt cx="6403896" cy="7431955"/>
          </a:xfrm>
        </p:grpSpPr>
        <p:sp>
          <p:nvSpPr>
            <p:cNvPr name="{{image_4}}" id="12" descr="{{image_4}}"/>
            <p:cNvSpPr/>
            <p:nvPr/>
          </p:nvSpPr>
          <p:spPr>
            <a:xfrm flipH="false" flipV="false" rot="0">
              <a:off x="0" y="1934"/>
              <a:ext cx="6400711" cy="7427316"/>
            </a:xfrm>
            <a:custGeom>
              <a:avLst/>
              <a:gdLst/>
              <a:ahLst/>
              <a:cxnLst/>
              <a:rect r="r" b="b" t="t" l="l"/>
              <a:pathLst>
                <a:path h="7427316" w="6400711">
                  <a:moveTo>
                    <a:pt x="6397527" y="2972012"/>
                  </a:moveTo>
                  <a:cubicBezTo>
                    <a:pt x="6397527" y="2011736"/>
                    <a:pt x="6391158" y="1051460"/>
                    <a:pt x="6368867" y="94093"/>
                  </a:cubicBezTo>
                  <a:cubicBezTo>
                    <a:pt x="5913493" y="97003"/>
                    <a:pt x="5454934" y="82454"/>
                    <a:pt x="4999561" y="64994"/>
                  </a:cubicBezTo>
                  <a:cubicBezTo>
                    <a:pt x="4512342" y="44625"/>
                    <a:pt x="4028308" y="21345"/>
                    <a:pt x="3541090" y="9706"/>
                  </a:cubicBezTo>
                  <a:cubicBezTo>
                    <a:pt x="3053872" y="-4474"/>
                    <a:pt x="2569838" y="-1934"/>
                    <a:pt x="2082620" y="9706"/>
                  </a:cubicBezTo>
                  <a:cubicBezTo>
                    <a:pt x="1388413" y="27165"/>
                    <a:pt x="694206" y="18435"/>
                    <a:pt x="0" y="12616"/>
                  </a:cubicBezTo>
                  <a:cubicBezTo>
                    <a:pt x="0" y="472384"/>
                    <a:pt x="3184" y="932153"/>
                    <a:pt x="6369" y="1391921"/>
                  </a:cubicBezTo>
                  <a:cubicBezTo>
                    <a:pt x="12738" y="2564622"/>
                    <a:pt x="25475" y="3740233"/>
                    <a:pt x="28660" y="4912934"/>
                  </a:cubicBezTo>
                  <a:cubicBezTo>
                    <a:pt x="31844" y="5718984"/>
                    <a:pt x="31844" y="6527944"/>
                    <a:pt x="31844" y="7333994"/>
                  </a:cubicBezTo>
                  <a:cubicBezTo>
                    <a:pt x="398054" y="7336903"/>
                    <a:pt x="764264" y="7342723"/>
                    <a:pt x="1130474" y="7354363"/>
                  </a:cubicBezTo>
                  <a:cubicBezTo>
                    <a:pt x="1299249" y="7360183"/>
                    <a:pt x="1464839" y="7366003"/>
                    <a:pt x="1633614" y="7371823"/>
                  </a:cubicBezTo>
                  <a:cubicBezTo>
                    <a:pt x="2120833" y="7371823"/>
                    <a:pt x="2604867" y="7406742"/>
                    <a:pt x="3092085" y="7424201"/>
                  </a:cubicBezTo>
                  <a:cubicBezTo>
                    <a:pt x="3617516" y="7435101"/>
                    <a:pt x="4146132" y="7415471"/>
                    <a:pt x="4671564" y="7395102"/>
                  </a:cubicBezTo>
                  <a:cubicBezTo>
                    <a:pt x="5247947" y="7371823"/>
                    <a:pt x="5824329" y="7342723"/>
                    <a:pt x="6400711" y="7336903"/>
                  </a:cubicBezTo>
                  <a:cubicBezTo>
                    <a:pt x="6394343" y="7048821"/>
                    <a:pt x="6384789" y="6760738"/>
                    <a:pt x="6387973" y="6472655"/>
                  </a:cubicBezTo>
                  <a:cubicBezTo>
                    <a:pt x="6391158" y="5305774"/>
                    <a:pt x="6397527" y="4138893"/>
                    <a:pt x="6397527" y="2972012"/>
                  </a:cubicBezTo>
                  <a:close/>
                </a:path>
              </a:pathLst>
            </a:custGeom>
            <a:blipFill>
              <a:blip r:embed="rId5"/>
              <a:stretch>
                <a:fillRect l="-10585" t="-31458" r="-36881" b="-59286"/>
              </a:stretch>
            </a:blipFill>
            <a:ln w="8572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7080576" y="6186693"/>
            <a:ext cx="4126848" cy="259791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976"/>
              </a:lnSpc>
              <a:spcBef>
                <a:spcPct val="0"/>
              </a:spcBef>
            </a:pPr>
            <a:r>
              <a:rPr lang="en-US" sz="2400" spc="-4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{{s07_text_1}}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85543" y="6186693"/>
            <a:ext cx="4126848" cy="259791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976"/>
              </a:lnSpc>
              <a:spcBef>
                <a:spcPct val="0"/>
              </a:spcBef>
            </a:pPr>
            <a:r>
              <a:rPr lang="en-US" sz="2400" spc="-4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{{s07_text_2}}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23558" y="6186693"/>
            <a:ext cx="4126848" cy="259791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976"/>
              </a:lnSpc>
              <a:spcBef>
                <a:spcPct val="0"/>
              </a:spcBef>
            </a:pPr>
            <a:r>
              <a:rPr lang="en-US" sz="2400" spc="-4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{{s07_text_3}}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78874" y="598873"/>
            <a:ext cx="4953342" cy="4691114"/>
          </a:xfrm>
          <a:custGeom>
            <a:avLst/>
            <a:gdLst/>
            <a:ahLst/>
            <a:cxnLst/>
            <a:rect r="r" b="b" t="t" l="l"/>
            <a:pathLst>
              <a:path h="4691114" w="4953342">
                <a:moveTo>
                  <a:pt x="0" y="0"/>
                </a:moveTo>
                <a:lnTo>
                  <a:pt x="4953342" y="0"/>
                </a:lnTo>
                <a:lnTo>
                  <a:pt x="4953342" y="4691114"/>
                </a:lnTo>
                <a:lnTo>
                  <a:pt x="0" y="46911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16906" y="1989808"/>
            <a:ext cx="3431306" cy="2264662"/>
          </a:xfrm>
          <a:custGeom>
            <a:avLst/>
            <a:gdLst/>
            <a:ahLst/>
            <a:cxnLst/>
            <a:rect r="r" b="b" t="t" l="l"/>
            <a:pathLst>
              <a:path h="2264662" w="3431306">
                <a:moveTo>
                  <a:pt x="0" y="0"/>
                </a:moveTo>
                <a:lnTo>
                  <a:pt x="3431306" y="0"/>
                </a:lnTo>
                <a:lnTo>
                  <a:pt x="3431306" y="2264662"/>
                </a:lnTo>
                <a:lnTo>
                  <a:pt x="0" y="22646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391588" y="1989808"/>
            <a:ext cx="3431306" cy="2264662"/>
          </a:xfrm>
          <a:custGeom>
            <a:avLst/>
            <a:gdLst/>
            <a:ahLst/>
            <a:cxnLst/>
            <a:rect r="r" b="b" t="t" l="l"/>
            <a:pathLst>
              <a:path h="2264662" w="3431306">
                <a:moveTo>
                  <a:pt x="0" y="0"/>
                </a:moveTo>
                <a:lnTo>
                  <a:pt x="3431306" y="0"/>
                </a:lnTo>
                <a:lnTo>
                  <a:pt x="3431306" y="2264662"/>
                </a:lnTo>
                <a:lnTo>
                  <a:pt x="0" y="22646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86243" y="4364026"/>
            <a:ext cx="5092631" cy="436727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471"/>
              </a:lnSpc>
              <a:spcBef>
                <a:spcPct val="0"/>
              </a:spcBef>
            </a:pPr>
            <a:r>
              <a:rPr lang="en-US" sz="2799" spc="-5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{{s08_text_1}}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60926" y="4364026"/>
            <a:ext cx="5092631" cy="436727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471"/>
              </a:lnSpc>
              <a:spcBef>
                <a:spcPct val="0"/>
              </a:spcBef>
            </a:pPr>
            <a:r>
              <a:rPr lang="en-US" sz="2799" spc="-5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{{s08_text_2}}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26821" y="2534075"/>
            <a:ext cx="2611476" cy="89687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5567"/>
              </a:lnSpc>
            </a:pPr>
            <a:r>
              <a:rPr lang="en-US" sz="639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{{s08_title}}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27417" y="2534075"/>
            <a:ext cx="2933043" cy="89687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5567"/>
              </a:lnSpc>
            </a:pPr>
            <a:r>
              <a:rPr lang="en-US" sz="4200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{{s08_label_1}}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096" r="0" b="-1609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72928" y="1362976"/>
            <a:ext cx="6400432" cy="7427936"/>
            <a:chOff x="0" y="0"/>
            <a:chExt cx="6403896" cy="7431955"/>
          </a:xfrm>
        </p:grpSpPr>
        <p:sp>
          <p:nvSpPr>
            <p:cNvPr name="{{image_1}}" id="4" descr="{{image_1}}"/>
            <p:cNvSpPr/>
            <p:nvPr/>
          </p:nvSpPr>
          <p:spPr>
            <a:xfrm flipH="false" flipV="false" rot="0">
              <a:off x="0" y="1934"/>
              <a:ext cx="6400711" cy="7427316"/>
            </a:xfrm>
            <a:custGeom>
              <a:avLst/>
              <a:gdLst/>
              <a:ahLst/>
              <a:cxnLst/>
              <a:rect r="r" b="b" t="t" l="l"/>
              <a:pathLst>
                <a:path h="7427316" w="6400711">
                  <a:moveTo>
                    <a:pt x="6397527" y="2972012"/>
                  </a:moveTo>
                  <a:cubicBezTo>
                    <a:pt x="6397527" y="2011736"/>
                    <a:pt x="6391158" y="1051460"/>
                    <a:pt x="6368867" y="94093"/>
                  </a:cubicBezTo>
                  <a:cubicBezTo>
                    <a:pt x="5913493" y="97003"/>
                    <a:pt x="5454934" y="82454"/>
                    <a:pt x="4999561" y="64994"/>
                  </a:cubicBezTo>
                  <a:cubicBezTo>
                    <a:pt x="4512342" y="44625"/>
                    <a:pt x="4028308" y="21345"/>
                    <a:pt x="3541090" y="9706"/>
                  </a:cubicBezTo>
                  <a:cubicBezTo>
                    <a:pt x="3053872" y="-4474"/>
                    <a:pt x="2569838" y="-1934"/>
                    <a:pt x="2082620" y="9706"/>
                  </a:cubicBezTo>
                  <a:cubicBezTo>
                    <a:pt x="1388413" y="27165"/>
                    <a:pt x="694206" y="18435"/>
                    <a:pt x="0" y="12616"/>
                  </a:cubicBezTo>
                  <a:cubicBezTo>
                    <a:pt x="0" y="472384"/>
                    <a:pt x="3184" y="932153"/>
                    <a:pt x="6369" y="1391921"/>
                  </a:cubicBezTo>
                  <a:cubicBezTo>
                    <a:pt x="12738" y="2564622"/>
                    <a:pt x="25475" y="3740233"/>
                    <a:pt x="28660" y="4912934"/>
                  </a:cubicBezTo>
                  <a:cubicBezTo>
                    <a:pt x="31844" y="5718984"/>
                    <a:pt x="31844" y="6527944"/>
                    <a:pt x="31844" y="7333994"/>
                  </a:cubicBezTo>
                  <a:cubicBezTo>
                    <a:pt x="398054" y="7336903"/>
                    <a:pt x="764264" y="7342723"/>
                    <a:pt x="1130474" y="7354363"/>
                  </a:cubicBezTo>
                  <a:cubicBezTo>
                    <a:pt x="1299249" y="7360183"/>
                    <a:pt x="1464839" y="7366003"/>
                    <a:pt x="1633614" y="7371823"/>
                  </a:cubicBezTo>
                  <a:cubicBezTo>
                    <a:pt x="2120833" y="7371823"/>
                    <a:pt x="2604867" y="7406742"/>
                    <a:pt x="3092085" y="7424201"/>
                  </a:cubicBezTo>
                  <a:cubicBezTo>
                    <a:pt x="3617516" y="7435101"/>
                    <a:pt x="4146132" y="7415471"/>
                    <a:pt x="4671564" y="7395102"/>
                  </a:cubicBezTo>
                  <a:cubicBezTo>
                    <a:pt x="5247947" y="7371823"/>
                    <a:pt x="5824329" y="7342723"/>
                    <a:pt x="6400711" y="7336903"/>
                  </a:cubicBezTo>
                  <a:cubicBezTo>
                    <a:pt x="6394343" y="7048821"/>
                    <a:pt x="6384789" y="6760738"/>
                    <a:pt x="6387973" y="6472655"/>
                  </a:cubicBezTo>
                  <a:cubicBezTo>
                    <a:pt x="6391158" y="5305774"/>
                    <a:pt x="6397527" y="4138893"/>
                    <a:pt x="6397527" y="2972012"/>
                  </a:cubicBezTo>
                  <a:close/>
                </a:path>
              </a:pathLst>
            </a:custGeom>
            <a:blipFill>
              <a:blip r:embed="rId3"/>
              <a:stretch>
                <a:fillRect l="-37083" t="0" r="-37083" b="0"/>
              </a:stretch>
            </a:blipFill>
            <a:ln w="8572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9393424" y="3440106"/>
            <a:ext cx="6937612" cy="4865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1">
              <a:lnSpc>
                <a:spcPts val="4329"/>
              </a:lnSpc>
            </a:pPr>
            <a:r>
              <a:rPr lang="en-US" sz="3160" spc="-91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{{s09_text_1}}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93424" y="2066726"/>
            <a:ext cx="6937612" cy="9933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6185"/>
              </a:lnSpc>
            </a:pPr>
            <a:r>
              <a:rPr lang="en-US" sz="710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{{s09_title}}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096" r="0" b="-1609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03653" y="3224614"/>
            <a:ext cx="8808869" cy="494647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682245" indent="-341123" lvl="1">
              <a:lnSpc>
                <a:spcPts val="3918"/>
              </a:lnSpc>
              <a:buFont typeface="Arial"/>
              <a:buChar char="•"/>
            </a:pPr>
            <a:r>
              <a:rPr lang="en-US" sz="3160" spc="-91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{{s10_text_1}}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749076" y="3146617"/>
            <a:ext cx="5949258" cy="4687585"/>
          </a:xfrm>
          <a:custGeom>
            <a:avLst/>
            <a:gdLst/>
            <a:ahLst/>
            <a:cxnLst/>
            <a:rect r="r" b="b" t="t" l="l"/>
            <a:pathLst>
              <a:path h="4687585" w="5949258">
                <a:moveTo>
                  <a:pt x="0" y="0"/>
                </a:moveTo>
                <a:lnTo>
                  <a:pt x="5949258" y="0"/>
                </a:lnTo>
                <a:lnTo>
                  <a:pt x="5949258" y="4687585"/>
                </a:lnTo>
                <a:lnTo>
                  <a:pt x="0" y="46875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45510" y="1191159"/>
            <a:ext cx="8255288" cy="100660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6264"/>
              </a:lnSpc>
            </a:pPr>
            <a:r>
              <a:rPr lang="en-US" sz="7200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{{s10_title}}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096" r="0" b="-1609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4735" y="2667442"/>
            <a:ext cx="6457090" cy="2700238"/>
          </a:xfrm>
          <a:custGeom>
            <a:avLst/>
            <a:gdLst/>
            <a:ahLst/>
            <a:cxnLst/>
            <a:rect r="r" b="b" t="t" l="l"/>
            <a:pathLst>
              <a:path h="2700238" w="6457090">
                <a:moveTo>
                  <a:pt x="0" y="0"/>
                </a:moveTo>
                <a:lnTo>
                  <a:pt x="6457090" y="0"/>
                </a:lnTo>
                <a:lnTo>
                  <a:pt x="6457090" y="2700238"/>
                </a:lnTo>
                <a:lnTo>
                  <a:pt x="0" y="27002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502608" y="2667442"/>
            <a:ext cx="6457090" cy="2700238"/>
          </a:xfrm>
          <a:custGeom>
            <a:avLst/>
            <a:gdLst/>
            <a:ahLst/>
            <a:cxnLst/>
            <a:rect r="r" b="b" t="t" l="l"/>
            <a:pathLst>
              <a:path h="2700238" w="6457090">
                <a:moveTo>
                  <a:pt x="0" y="0"/>
                </a:moveTo>
                <a:lnTo>
                  <a:pt x="6457090" y="0"/>
                </a:lnTo>
                <a:lnTo>
                  <a:pt x="6457090" y="2700238"/>
                </a:lnTo>
                <a:lnTo>
                  <a:pt x="0" y="27002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424735" y="6606060"/>
            <a:ext cx="6457090" cy="2700238"/>
          </a:xfrm>
          <a:custGeom>
            <a:avLst/>
            <a:gdLst/>
            <a:ahLst/>
            <a:cxnLst/>
            <a:rect r="r" b="b" t="t" l="l"/>
            <a:pathLst>
              <a:path h="2700238" w="6457090">
                <a:moveTo>
                  <a:pt x="0" y="0"/>
                </a:moveTo>
                <a:lnTo>
                  <a:pt x="6457090" y="0"/>
                </a:lnTo>
                <a:lnTo>
                  <a:pt x="6457090" y="2700238"/>
                </a:lnTo>
                <a:lnTo>
                  <a:pt x="0" y="27002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502608" y="6606060"/>
            <a:ext cx="6457090" cy="2700238"/>
          </a:xfrm>
          <a:custGeom>
            <a:avLst/>
            <a:gdLst/>
            <a:ahLst/>
            <a:cxnLst/>
            <a:rect r="r" b="b" t="t" l="l"/>
            <a:pathLst>
              <a:path h="2700238" w="6457090">
                <a:moveTo>
                  <a:pt x="0" y="0"/>
                </a:moveTo>
                <a:lnTo>
                  <a:pt x="6457090" y="0"/>
                </a:lnTo>
                <a:lnTo>
                  <a:pt x="6457090" y="2700238"/>
                </a:lnTo>
                <a:lnTo>
                  <a:pt x="0" y="27002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3257191" y="1939864"/>
            <a:ext cx="2792178" cy="1164360"/>
            <a:chOff x="0" y="0"/>
            <a:chExt cx="605287" cy="2524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5287" cy="252409"/>
            </a:xfrm>
            <a:custGeom>
              <a:avLst/>
              <a:gdLst/>
              <a:ahLst/>
              <a:cxnLst/>
              <a:rect r="r" b="b" t="t" l="l"/>
              <a:pathLst>
                <a:path h="252409" w="605287">
                  <a:moveTo>
                    <a:pt x="302643" y="0"/>
                  </a:moveTo>
                  <a:cubicBezTo>
                    <a:pt x="135498" y="0"/>
                    <a:pt x="0" y="56504"/>
                    <a:pt x="0" y="126205"/>
                  </a:cubicBezTo>
                  <a:cubicBezTo>
                    <a:pt x="0" y="195906"/>
                    <a:pt x="135498" y="252409"/>
                    <a:pt x="302643" y="252409"/>
                  </a:cubicBezTo>
                  <a:cubicBezTo>
                    <a:pt x="469789" y="252409"/>
                    <a:pt x="605287" y="195906"/>
                    <a:pt x="605287" y="126205"/>
                  </a:cubicBezTo>
                  <a:cubicBezTo>
                    <a:pt x="605287" y="56504"/>
                    <a:pt x="469789" y="0"/>
                    <a:pt x="302643" y="0"/>
                  </a:cubicBezTo>
                  <a:close/>
                </a:path>
              </a:pathLst>
            </a:custGeom>
            <a:solidFill>
              <a:srgbClr val="FFE68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56746" y="-33487"/>
              <a:ext cx="491796" cy="262233"/>
            </a:xfrm>
            <a:prstGeom prst="rect">
              <a:avLst/>
            </a:prstGeom>
          </p:spPr>
          <p:txBody>
            <a:bodyPr anchor="ctr" rtlCol="false" tIns="69124" lIns="69124" bIns="69124" rIns="69124" wrap="square">
              <a:normAutofit/>
            </a:bodyPr>
            <a:lstStyle/>
            <a:p>
              <a:pPr algn="ctr" marL="0" indent="0" lvl="0">
                <a:lnSpc>
                  <a:spcPts val="3125"/>
                </a:lnSpc>
              </a:pPr>
              <a:r>
                <a:rPr lang="en-US" sz="2604">
                  <a:solidFill>
                    <a:srgbClr val="000000"/>
                  </a:solidFill>
                  <a:latin typeface="Handyman"/>
                  <a:ea typeface="Handyman"/>
                  <a:cs typeface="Handyman"/>
                  <a:sym typeface="Handyman"/>
                </a:rPr>
                <a:t>{{s11_label_1}}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57191" y="5842905"/>
            <a:ext cx="2792178" cy="1164360"/>
            <a:chOff x="0" y="0"/>
            <a:chExt cx="605287" cy="2524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5287" cy="252409"/>
            </a:xfrm>
            <a:custGeom>
              <a:avLst/>
              <a:gdLst/>
              <a:ahLst/>
              <a:cxnLst/>
              <a:rect r="r" b="b" t="t" l="l"/>
              <a:pathLst>
                <a:path h="252409" w="605287">
                  <a:moveTo>
                    <a:pt x="302643" y="0"/>
                  </a:moveTo>
                  <a:cubicBezTo>
                    <a:pt x="135498" y="0"/>
                    <a:pt x="0" y="56504"/>
                    <a:pt x="0" y="126205"/>
                  </a:cubicBezTo>
                  <a:cubicBezTo>
                    <a:pt x="0" y="195906"/>
                    <a:pt x="135498" y="252409"/>
                    <a:pt x="302643" y="252409"/>
                  </a:cubicBezTo>
                  <a:cubicBezTo>
                    <a:pt x="469789" y="252409"/>
                    <a:pt x="605287" y="195906"/>
                    <a:pt x="605287" y="126205"/>
                  </a:cubicBezTo>
                  <a:cubicBezTo>
                    <a:pt x="605287" y="56504"/>
                    <a:pt x="469789" y="0"/>
                    <a:pt x="302643" y="0"/>
                  </a:cubicBezTo>
                  <a:close/>
                </a:path>
              </a:pathLst>
            </a:custGeom>
            <a:solidFill>
              <a:srgbClr val="FFE68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56746" y="-33487"/>
              <a:ext cx="491796" cy="262233"/>
            </a:xfrm>
            <a:prstGeom prst="rect">
              <a:avLst/>
            </a:prstGeom>
          </p:spPr>
          <p:txBody>
            <a:bodyPr anchor="ctr" rtlCol="false" tIns="69124" lIns="69124" bIns="69124" rIns="69124" wrap="square">
              <a:normAutofit/>
            </a:bodyPr>
            <a:lstStyle/>
            <a:p>
              <a:pPr algn="ctr" marL="0" indent="0" lvl="0">
                <a:lnSpc>
                  <a:spcPts val="3125"/>
                </a:lnSpc>
              </a:pPr>
              <a:r>
                <a:rPr lang="en-US" sz="2604">
                  <a:solidFill>
                    <a:srgbClr val="000000"/>
                  </a:solidFill>
                  <a:latin typeface="Handyman"/>
                  <a:ea typeface="Handyman"/>
                  <a:cs typeface="Handyman"/>
                  <a:sym typeface="Handyman"/>
                </a:rPr>
                <a:t>{{s11_label_2}}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35064" y="1939864"/>
            <a:ext cx="2792178" cy="1164360"/>
            <a:chOff x="0" y="0"/>
            <a:chExt cx="605287" cy="25240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5287" cy="252409"/>
            </a:xfrm>
            <a:custGeom>
              <a:avLst/>
              <a:gdLst/>
              <a:ahLst/>
              <a:cxnLst/>
              <a:rect r="r" b="b" t="t" l="l"/>
              <a:pathLst>
                <a:path h="252409" w="605287">
                  <a:moveTo>
                    <a:pt x="302643" y="0"/>
                  </a:moveTo>
                  <a:cubicBezTo>
                    <a:pt x="135498" y="0"/>
                    <a:pt x="0" y="56504"/>
                    <a:pt x="0" y="126205"/>
                  </a:cubicBezTo>
                  <a:cubicBezTo>
                    <a:pt x="0" y="195906"/>
                    <a:pt x="135498" y="252409"/>
                    <a:pt x="302643" y="252409"/>
                  </a:cubicBezTo>
                  <a:cubicBezTo>
                    <a:pt x="469789" y="252409"/>
                    <a:pt x="605287" y="195906"/>
                    <a:pt x="605287" y="126205"/>
                  </a:cubicBezTo>
                  <a:cubicBezTo>
                    <a:pt x="605287" y="56504"/>
                    <a:pt x="469789" y="0"/>
                    <a:pt x="302643" y="0"/>
                  </a:cubicBezTo>
                  <a:close/>
                </a:path>
              </a:pathLst>
            </a:custGeom>
            <a:solidFill>
              <a:srgbClr val="FFE68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56746" y="-33487"/>
              <a:ext cx="491796" cy="262233"/>
            </a:xfrm>
            <a:prstGeom prst="rect">
              <a:avLst/>
            </a:prstGeom>
          </p:spPr>
          <p:txBody>
            <a:bodyPr anchor="ctr" rtlCol="false" tIns="69124" lIns="69124" bIns="69124" rIns="69124" wrap="square">
              <a:normAutofit/>
            </a:bodyPr>
            <a:lstStyle/>
            <a:p>
              <a:pPr algn="ctr" marL="0" indent="0" lvl="0">
                <a:lnSpc>
                  <a:spcPts val="3125"/>
                </a:lnSpc>
              </a:pPr>
              <a:r>
                <a:rPr lang="en-US" sz="2604">
                  <a:solidFill>
                    <a:srgbClr val="000000"/>
                  </a:solidFill>
                  <a:latin typeface="Handyman"/>
                  <a:ea typeface="Handyman"/>
                  <a:cs typeface="Handyman"/>
                  <a:sym typeface="Handyman"/>
                </a:rPr>
                <a:t>{{s11_label_3}}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35064" y="5842905"/>
            <a:ext cx="2792178" cy="1164360"/>
            <a:chOff x="0" y="0"/>
            <a:chExt cx="605287" cy="2524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5287" cy="252409"/>
            </a:xfrm>
            <a:custGeom>
              <a:avLst/>
              <a:gdLst/>
              <a:ahLst/>
              <a:cxnLst/>
              <a:rect r="r" b="b" t="t" l="l"/>
              <a:pathLst>
                <a:path h="252409" w="605287">
                  <a:moveTo>
                    <a:pt x="302643" y="0"/>
                  </a:moveTo>
                  <a:cubicBezTo>
                    <a:pt x="135498" y="0"/>
                    <a:pt x="0" y="56504"/>
                    <a:pt x="0" y="126205"/>
                  </a:cubicBezTo>
                  <a:cubicBezTo>
                    <a:pt x="0" y="195906"/>
                    <a:pt x="135498" y="252409"/>
                    <a:pt x="302643" y="252409"/>
                  </a:cubicBezTo>
                  <a:cubicBezTo>
                    <a:pt x="469789" y="252409"/>
                    <a:pt x="605287" y="195906"/>
                    <a:pt x="605287" y="126205"/>
                  </a:cubicBezTo>
                  <a:cubicBezTo>
                    <a:pt x="605287" y="56504"/>
                    <a:pt x="469789" y="0"/>
                    <a:pt x="302643" y="0"/>
                  </a:cubicBezTo>
                  <a:close/>
                </a:path>
              </a:pathLst>
            </a:custGeom>
            <a:solidFill>
              <a:srgbClr val="FFE68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56746" y="-33487"/>
              <a:ext cx="491796" cy="262233"/>
            </a:xfrm>
            <a:prstGeom prst="rect">
              <a:avLst/>
            </a:prstGeom>
          </p:spPr>
          <p:txBody>
            <a:bodyPr anchor="ctr" rtlCol="false" tIns="69124" lIns="69124" bIns="69124" rIns="69124" wrap="square">
              <a:normAutofit/>
            </a:bodyPr>
            <a:lstStyle/>
            <a:p>
              <a:pPr algn="ctr" marL="0" indent="0" lvl="0">
                <a:lnSpc>
                  <a:spcPts val="3125"/>
                </a:lnSpc>
              </a:pPr>
              <a:r>
                <a:rPr lang="en-US" sz="2604">
                  <a:solidFill>
                    <a:srgbClr val="000000"/>
                  </a:solidFill>
                  <a:latin typeface="Handyman"/>
                  <a:ea typeface="Handyman"/>
                  <a:cs typeface="Handyman"/>
                  <a:sym typeface="Handyman"/>
                </a:rPr>
                <a:t>{{s11_label_4}}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7864509" y="4454000"/>
            <a:ext cx="2558982" cy="2703991"/>
          </a:xfrm>
          <a:custGeom>
            <a:avLst/>
            <a:gdLst/>
            <a:ahLst/>
            <a:cxnLst/>
            <a:rect r="r" b="b" t="t" l="l"/>
            <a:pathLst>
              <a:path h="2703991" w="2558982">
                <a:moveTo>
                  <a:pt x="0" y="0"/>
                </a:moveTo>
                <a:lnTo>
                  <a:pt x="2558982" y="0"/>
                </a:lnTo>
                <a:lnTo>
                  <a:pt x="2558982" y="2703991"/>
                </a:lnTo>
                <a:lnTo>
                  <a:pt x="0" y="27039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1332177">
            <a:off x="9530332" y="7217022"/>
            <a:ext cx="567700" cy="1696930"/>
          </a:xfrm>
          <a:custGeom>
            <a:avLst/>
            <a:gdLst/>
            <a:ahLst/>
            <a:cxnLst/>
            <a:rect r="r" b="b" t="t" l="l"/>
            <a:pathLst>
              <a:path h="1696930" w="567700">
                <a:moveTo>
                  <a:pt x="0" y="0"/>
                </a:moveTo>
                <a:lnTo>
                  <a:pt x="567700" y="0"/>
                </a:lnTo>
                <a:lnTo>
                  <a:pt x="567700" y="1696930"/>
                </a:lnTo>
                <a:lnTo>
                  <a:pt x="0" y="16969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9467822">
            <a:off x="8284272" y="2712718"/>
            <a:ext cx="567700" cy="1696930"/>
          </a:xfrm>
          <a:custGeom>
            <a:avLst/>
            <a:gdLst/>
            <a:ahLst/>
            <a:cxnLst/>
            <a:rect r="r" b="b" t="t" l="l"/>
            <a:pathLst>
              <a:path h="1696930" w="567700">
                <a:moveTo>
                  <a:pt x="0" y="0"/>
                </a:moveTo>
                <a:lnTo>
                  <a:pt x="567700" y="0"/>
                </a:lnTo>
                <a:lnTo>
                  <a:pt x="567700" y="1696931"/>
                </a:lnTo>
                <a:lnTo>
                  <a:pt x="0" y="16969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false" rot="1267889">
            <a:off x="8271486" y="7217022"/>
            <a:ext cx="567700" cy="1696930"/>
          </a:xfrm>
          <a:custGeom>
            <a:avLst/>
            <a:gdLst/>
            <a:ahLst/>
            <a:cxnLst/>
            <a:rect r="r" b="b" t="t" l="l"/>
            <a:pathLst>
              <a:path h="1696930" w="567700">
                <a:moveTo>
                  <a:pt x="567700" y="0"/>
                </a:moveTo>
                <a:lnTo>
                  <a:pt x="0" y="0"/>
                </a:lnTo>
                <a:lnTo>
                  <a:pt x="0" y="1696930"/>
                </a:lnTo>
                <a:lnTo>
                  <a:pt x="567700" y="1696930"/>
                </a:lnTo>
                <a:lnTo>
                  <a:pt x="56770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true" flipV="false" rot="-9532110">
            <a:off x="9543118" y="2712718"/>
            <a:ext cx="567700" cy="1696930"/>
          </a:xfrm>
          <a:custGeom>
            <a:avLst/>
            <a:gdLst/>
            <a:ahLst/>
            <a:cxnLst/>
            <a:rect r="r" b="b" t="t" l="l"/>
            <a:pathLst>
              <a:path h="1696930" w="567700">
                <a:moveTo>
                  <a:pt x="567700" y="0"/>
                </a:moveTo>
                <a:lnTo>
                  <a:pt x="0" y="0"/>
                </a:lnTo>
                <a:lnTo>
                  <a:pt x="0" y="1696931"/>
                </a:lnTo>
                <a:lnTo>
                  <a:pt x="567700" y="1696931"/>
                </a:lnTo>
                <a:lnTo>
                  <a:pt x="56770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753072" y="933281"/>
            <a:ext cx="10640163" cy="9933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6185"/>
              </a:lnSpc>
            </a:pPr>
            <a:r>
              <a:rPr lang="en-US" sz="710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{{s11_title}}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82618" y="3233128"/>
            <a:ext cx="5341326" cy="156896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2539"/>
              </a:lnSpc>
              <a:spcBef>
                <a:spcPct val="0"/>
              </a:spcBef>
            </a:pPr>
            <a:r>
              <a:rPr lang="en-US" sz="2098" spc="-4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{{s11_text_1}}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82618" y="7171745"/>
            <a:ext cx="5341326" cy="156896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2539"/>
              </a:lnSpc>
              <a:spcBef>
                <a:spcPct val="0"/>
              </a:spcBef>
            </a:pPr>
            <a:r>
              <a:rPr lang="en-US" sz="2098" spc="-4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{{s11_text_2}}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060490" y="7171745"/>
            <a:ext cx="5341326" cy="156896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2539"/>
              </a:lnSpc>
              <a:spcBef>
                <a:spcPct val="0"/>
              </a:spcBef>
            </a:pPr>
            <a:r>
              <a:rPr lang="en-US" sz="2098" spc="-4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{{s11_text_3}}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060490" y="3233128"/>
            <a:ext cx="5341326" cy="156896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2539"/>
              </a:lnSpc>
              <a:spcBef>
                <a:spcPct val="0"/>
              </a:spcBef>
            </a:pPr>
            <a:r>
              <a:rPr lang="en-US" sz="2098" spc="-4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{{s11_text_4}}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096" r="0" b="-1609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01701">
            <a:off x="-916639" y="936324"/>
            <a:ext cx="20121278" cy="8414353"/>
          </a:xfrm>
          <a:custGeom>
            <a:avLst/>
            <a:gdLst/>
            <a:ahLst/>
            <a:cxnLst/>
            <a:rect r="r" b="b" t="t" l="l"/>
            <a:pathLst>
              <a:path h="8414353" w="20121278">
                <a:moveTo>
                  <a:pt x="0" y="0"/>
                </a:moveTo>
                <a:lnTo>
                  <a:pt x="20121278" y="0"/>
                </a:lnTo>
                <a:lnTo>
                  <a:pt x="20121278" y="8414352"/>
                </a:lnTo>
                <a:lnTo>
                  <a:pt x="0" y="84143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3636024" y="3619863"/>
            <a:ext cx="10874260" cy="384403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4423"/>
              </a:lnSpc>
            </a:pPr>
            <a:r>
              <a:rPr lang="en-US" sz="3159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{{s12_text_1}}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441550" y="1130477"/>
            <a:ext cx="1919476" cy="2014572"/>
          </a:xfrm>
          <a:custGeom>
            <a:avLst/>
            <a:gdLst/>
            <a:ahLst/>
            <a:cxnLst/>
            <a:rect r="r" b="b" t="t" l="l"/>
            <a:pathLst>
              <a:path h="2014572" w="1919476">
                <a:moveTo>
                  <a:pt x="0" y="0"/>
                </a:moveTo>
                <a:lnTo>
                  <a:pt x="1919475" y="0"/>
                </a:lnTo>
                <a:lnTo>
                  <a:pt x="1919475" y="2014571"/>
                </a:lnTo>
                <a:lnTo>
                  <a:pt x="0" y="20145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6063187"/>
            <a:ext cx="1875994" cy="2055371"/>
          </a:xfrm>
          <a:custGeom>
            <a:avLst/>
            <a:gdLst/>
            <a:ahLst/>
            <a:cxnLst/>
            <a:rect r="r" b="b" t="t" l="l"/>
            <a:pathLst>
              <a:path h="2055371" w="1875994">
                <a:moveTo>
                  <a:pt x="0" y="0"/>
                </a:moveTo>
                <a:lnTo>
                  <a:pt x="1875994" y="0"/>
                </a:lnTo>
                <a:lnTo>
                  <a:pt x="1875994" y="2055371"/>
                </a:lnTo>
                <a:lnTo>
                  <a:pt x="0" y="20553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945510" y="2223488"/>
            <a:ext cx="8255288" cy="9933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6185"/>
              </a:lnSpc>
            </a:pPr>
            <a:r>
              <a:rPr lang="en-US" sz="710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{{s12_title}}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78874" y="598873"/>
            <a:ext cx="4953342" cy="4691114"/>
          </a:xfrm>
          <a:custGeom>
            <a:avLst/>
            <a:gdLst/>
            <a:ahLst/>
            <a:cxnLst/>
            <a:rect r="r" b="b" t="t" l="l"/>
            <a:pathLst>
              <a:path h="4691114" w="4953342">
                <a:moveTo>
                  <a:pt x="0" y="0"/>
                </a:moveTo>
                <a:lnTo>
                  <a:pt x="4953342" y="0"/>
                </a:lnTo>
                <a:lnTo>
                  <a:pt x="4953342" y="4691114"/>
                </a:lnTo>
                <a:lnTo>
                  <a:pt x="0" y="46911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16906" y="1989808"/>
            <a:ext cx="3431306" cy="2264662"/>
          </a:xfrm>
          <a:custGeom>
            <a:avLst/>
            <a:gdLst/>
            <a:ahLst/>
            <a:cxnLst/>
            <a:rect r="r" b="b" t="t" l="l"/>
            <a:pathLst>
              <a:path h="2264662" w="3431306">
                <a:moveTo>
                  <a:pt x="0" y="0"/>
                </a:moveTo>
                <a:lnTo>
                  <a:pt x="3431306" y="0"/>
                </a:lnTo>
                <a:lnTo>
                  <a:pt x="3431306" y="2264662"/>
                </a:lnTo>
                <a:lnTo>
                  <a:pt x="0" y="22646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391588" y="1989808"/>
            <a:ext cx="3431306" cy="2264662"/>
          </a:xfrm>
          <a:custGeom>
            <a:avLst/>
            <a:gdLst/>
            <a:ahLst/>
            <a:cxnLst/>
            <a:rect r="r" b="b" t="t" l="l"/>
            <a:pathLst>
              <a:path h="2264662" w="3431306">
                <a:moveTo>
                  <a:pt x="0" y="0"/>
                </a:moveTo>
                <a:lnTo>
                  <a:pt x="3431306" y="0"/>
                </a:lnTo>
                <a:lnTo>
                  <a:pt x="3431306" y="2264662"/>
                </a:lnTo>
                <a:lnTo>
                  <a:pt x="0" y="22646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86243" y="4364026"/>
            <a:ext cx="5092631" cy="436727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471"/>
              </a:lnSpc>
              <a:spcBef>
                <a:spcPct val="0"/>
              </a:spcBef>
            </a:pPr>
            <a:r>
              <a:rPr lang="en-US" sz="2799" spc="-5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{{s13_text_1}}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60926" y="4364026"/>
            <a:ext cx="5092631" cy="436727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471"/>
              </a:lnSpc>
              <a:spcBef>
                <a:spcPct val="0"/>
              </a:spcBef>
            </a:pPr>
            <a:r>
              <a:rPr lang="en-US" sz="2799" spc="-5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{{s13_text_2}}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26821" y="2534075"/>
            <a:ext cx="2611476" cy="89687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5567"/>
              </a:lnSpc>
            </a:pPr>
            <a:r>
              <a:rPr lang="en-US" sz="639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{{s13_title}}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27417" y="2534075"/>
            <a:ext cx="2933043" cy="89687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5567"/>
              </a:lnSpc>
            </a:pPr>
            <a:r>
              <a:rPr lang="en-US" sz="4200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{{s13_label_1}}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096" r="0" b="-1609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72928" y="1362976"/>
            <a:ext cx="6400432" cy="7427936"/>
            <a:chOff x="0" y="0"/>
            <a:chExt cx="6403896" cy="7431955"/>
          </a:xfrm>
        </p:grpSpPr>
        <p:sp>
          <p:nvSpPr>
            <p:cNvPr name="{{image_1}}" id="4" descr="{{image_1}}"/>
            <p:cNvSpPr/>
            <p:nvPr/>
          </p:nvSpPr>
          <p:spPr>
            <a:xfrm flipH="false" flipV="false" rot="0">
              <a:off x="0" y="1934"/>
              <a:ext cx="6400711" cy="7427316"/>
            </a:xfrm>
            <a:custGeom>
              <a:avLst/>
              <a:gdLst/>
              <a:ahLst/>
              <a:cxnLst/>
              <a:rect r="r" b="b" t="t" l="l"/>
              <a:pathLst>
                <a:path h="7427316" w="6400711">
                  <a:moveTo>
                    <a:pt x="6397527" y="2972012"/>
                  </a:moveTo>
                  <a:cubicBezTo>
                    <a:pt x="6397527" y="2011736"/>
                    <a:pt x="6391158" y="1051460"/>
                    <a:pt x="6368867" y="94093"/>
                  </a:cubicBezTo>
                  <a:cubicBezTo>
                    <a:pt x="5913493" y="97003"/>
                    <a:pt x="5454934" y="82454"/>
                    <a:pt x="4999561" y="64994"/>
                  </a:cubicBezTo>
                  <a:cubicBezTo>
                    <a:pt x="4512342" y="44625"/>
                    <a:pt x="4028308" y="21345"/>
                    <a:pt x="3541090" y="9706"/>
                  </a:cubicBezTo>
                  <a:cubicBezTo>
                    <a:pt x="3053872" y="-4474"/>
                    <a:pt x="2569838" y="-1934"/>
                    <a:pt x="2082620" y="9706"/>
                  </a:cubicBezTo>
                  <a:cubicBezTo>
                    <a:pt x="1388413" y="27165"/>
                    <a:pt x="694206" y="18435"/>
                    <a:pt x="0" y="12616"/>
                  </a:cubicBezTo>
                  <a:cubicBezTo>
                    <a:pt x="0" y="472384"/>
                    <a:pt x="3184" y="932153"/>
                    <a:pt x="6369" y="1391921"/>
                  </a:cubicBezTo>
                  <a:cubicBezTo>
                    <a:pt x="12738" y="2564622"/>
                    <a:pt x="25475" y="3740233"/>
                    <a:pt x="28660" y="4912934"/>
                  </a:cubicBezTo>
                  <a:cubicBezTo>
                    <a:pt x="31844" y="5718984"/>
                    <a:pt x="31844" y="6527944"/>
                    <a:pt x="31844" y="7333994"/>
                  </a:cubicBezTo>
                  <a:cubicBezTo>
                    <a:pt x="398054" y="7336903"/>
                    <a:pt x="764264" y="7342723"/>
                    <a:pt x="1130474" y="7354363"/>
                  </a:cubicBezTo>
                  <a:cubicBezTo>
                    <a:pt x="1299249" y="7360183"/>
                    <a:pt x="1464839" y="7366003"/>
                    <a:pt x="1633614" y="7371823"/>
                  </a:cubicBezTo>
                  <a:cubicBezTo>
                    <a:pt x="2120833" y="7371823"/>
                    <a:pt x="2604867" y="7406742"/>
                    <a:pt x="3092085" y="7424201"/>
                  </a:cubicBezTo>
                  <a:cubicBezTo>
                    <a:pt x="3617516" y="7435101"/>
                    <a:pt x="4146132" y="7415471"/>
                    <a:pt x="4671564" y="7395102"/>
                  </a:cubicBezTo>
                  <a:cubicBezTo>
                    <a:pt x="5247947" y="7371823"/>
                    <a:pt x="5824329" y="7342723"/>
                    <a:pt x="6400711" y="7336903"/>
                  </a:cubicBezTo>
                  <a:cubicBezTo>
                    <a:pt x="6394343" y="7048821"/>
                    <a:pt x="6384789" y="6760738"/>
                    <a:pt x="6387973" y="6472655"/>
                  </a:cubicBezTo>
                  <a:cubicBezTo>
                    <a:pt x="6391158" y="5305774"/>
                    <a:pt x="6397527" y="4138893"/>
                    <a:pt x="6397527" y="2972012"/>
                  </a:cubicBezTo>
                  <a:close/>
                </a:path>
              </a:pathLst>
            </a:custGeom>
            <a:blipFill>
              <a:blip r:embed="rId3"/>
              <a:stretch>
                <a:fillRect l="-37083" t="0" r="-37083" b="0"/>
              </a:stretch>
            </a:blipFill>
            <a:ln w="8572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9393424" y="3440106"/>
            <a:ext cx="6937612" cy="4865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1">
              <a:lnSpc>
                <a:spcPts val="4329"/>
              </a:lnSpc>
            </a:pPr>
            <a:r>
              <a:rPr lang="en-US" sz="3160" spc="-91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{{s14_text_1}}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93424" y="2066726"/>
            <a:ext cx="6937612" cy="9933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6185"/>
              </a:lnSpc>
            </a:pPr>
            <a:r>
              <a:rPr lang="en-US" sz="710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{{s14_title}}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096" r="0" b="-1609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03653" y="3224614"/>
            <a:ext cx="8808869" cy="494647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682245" indent="-341123" lvl="1">
              <a:lnSpc>
                <a:spcPts val="3918"/>
              </a:lnSpc>
              <a:buFont typeface="Arial"/>
              <a:buChar char="•"/>
            </a:pPr>
            <a:r>
              <a:rPr lang="en-US" sz="3160" spc="-91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{{s15_text_1}}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749076" y="3146617"/>
            <a:ext cx="5949258" cy="4687585"/>
          </a:xfrm>
          <a:custGeom>
            <a:avLst/>
            <a:gdLst/>
            <a:ahLst/>
            <a:cxnLst/>
            <a:rect r="r" b="b" t="t" l="l"/>
            <a:pathLst>
              <a:path h="4687585" w="5949258">
                <a:moveTo>
                  <a:pt x="0" y="0"/>
                </a:moveTo>
                <a:lnTo>
                  <a:pt x="5949258" y="0"/>
                </a:lnTo>
                <a:lnTo>
                  <a:pt x="5949258" y="4687585"/>
                </a:lnTo>
                <a:lnTo>
                  <a:pt x="0" y="46875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45510" y="1191159"/>
            <a:ext cx="8255288" cy="100660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6264"/>
              </a:lnSpc>
            </a:pPr>
            <a:r>
              <a:rPr lang="en-US" sz="7200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{{s15_title}}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096" r="0" b="-1609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4735" y="2667442"/>
            <a:ext cx="6457090" cy="2700238"/>
          </a:xfrm>
          <a:custGeom>
            <a:avLst/>
            <a:gdLst/>
            <a:ahLst/>
            <a:cxnLst/>
            <a:rect r="r" b="b" t="t" l="l"/>
            <a:pathLst>
              <a:path h="2700238" w="6457090">
                <a:moveTo>
                  <a:pt x="0" y="0"/>
                </a:moveTo>
                <a:lnTo>
                  <a:pt x="6457090" y="0"/>
                </a:lnTo>
                <a:lnTo>
                  <a:pt x="6457090" y="2700238"/>
                </a:lnTo>
                <a:lnTo>
                  <a:pt x="0" y="27002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502608" y="2667442"/>
            <a:ext cx="6457090" cy="2700238"/>
          </a:xfrm>
          <a:custGeom>
            <a:avLst/>
            <a:gdLst/>
            <a:ahLst/>
            <a:cxnLst/>
            <a:rect r="r" b="b" t="t" l="l"/>
            <a:pathLst>
              <a:path h="2700238" w="6457090">
                <a:moveTo>
                  <a:pt x="0" y="0"/>
                </a:moveTo>
                <a:lnTo>
                  <a:pt x="6457090" y="0"/>
                </a:lnTo>
                <a:lnTo>
                  <a:pt x="6457090" y="2700238"/>
                </a:lnTo>
                <a:lnTo>
                  <a:pt x="0" y="27002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424735" y="6606060"/>
            <a:ext cx="6457090" cy="2700238"/>
          </a:xfrm>
          <a:custGeom>
            <a:avLst/>
            <a:gdLst/>
            <a:ahLst/>
            <a:cxnLst/>
            <a:rect r="r" b="b" t="t" l="l"/>
            <a:pathLst>
              <a:path h="2700238" w="6457090">
                <a:moveTo>
                  <a:pt x="0" y="0"/>
                </a:moveTo>
                <a:lnTo>
                  <a:pt x="6457090" y="0"/>
                </a:lnTo>
                <a:lnTo>
                  <a:pt x="6457090" y="2700238"/>
                </a:lnTo>
                <a:lnTo>
                  <a:pt x="0" y="27002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502608" y="6606060"/>
            <a:ext cx="6457090" cy="2700238"/>
          </a:xfrm>
          <a:custGeom>
            <a:avLst/>
            <a:gdLst/>
            <a:ahLst/>
            <a:cxnLst/>
            <a:rect r="r" b="b" t="t" l="l"/>
            <a:pathLst>
              <a:path h="2700238" w="6457090">
                <a:moveTo>
                  <a:pt x="0" y="0"/>
                </a:moveTo>
                <a:lnTo>
                  <a:pt x="6457090" y="0"/>
                </a:lnTo>
                <a:lnTo>
                  <a:pt x="6457090" y="2700238"/>
                </a:lnTo>
                <a:lnTo>
                  <a:pt x="0" y="27002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3257191" y="1939864"/>
            <a:ext cx="2792178" cy="1164360"/>
            <a:chOff x="0" y="0"/>
            <a:chExt cx="605287" cy="2524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5287" cy="252409"/>
            </a:xfrm>
            <a:custGeom>
              <a:avLst/>
              <a:gdLst/>
              <a:ahLst/>
              <a:cxnLst/>
              <a:rect r="r" b="b" t="t" l="l"/>
              <a:pathLst>
                <a:path h="252409" w="605287">
                  <a:moveTo>
                    <a:pt x="302643" y="0"/>
                  </a:moveTo>
                  <a:cubicBezTo>
                    <a:pt x="135498" y="0"/>
                    <a:pt x="0" y="56504"/>
                    <a:pt x="0" y="126205"/>
                  </a:cubicBezTo>
                  <a:cubicBezTo>
                    <a:pt x="0" y="195906"/>
                    <a:pt x="135498" y="252409"/>
                    <a:pt x="302643" y="252409"/>
                  </a:cubicBezTo>
                  <a:cubicBezTo>
                    <a:pt x="469789" y="252409"/>
                    <a:pt x="605287" y="195906"/>
                    <a:pt x="605287" y="126205"/>
                  </a:cubicBezTo>
                  <a:cubicBezTo>
                    <a:pt x="605287" y="56504"/>
                    <a:pt x="469789" y="0"/>
                    <a:pt x="302643" y="0"/>
                  </a:cubicBezTo>
                  <a:close/>
                </a:path>
              </a:pathLst>
            </a:custGeom>
            <a:solidFill>
              <a:srgbClr val="FFE68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56746" y="-33487"/>
              <a:ext cx="491796" cy="262233"/>
            </a:xfrm>
            <a:prstGeom prst="rect">
              <a:avLst/>
            </a:prstGeom>
          </p:spPr>
          <p:txBody>
            <a:bodyPr anchor="ctr" rtlCol="false" tIns="69124" lIns="69124" bIns="69124" rIns="69124" wrap="square">
              <a:normAutofit/>
            </a:bodyPr>
            <a:lstStyle/>
            <a:p>
              <a:pPr algn="ctr" marL="0" indent="0" lvl="0">
                <a:lnSpc>
                  <a:spcPts val="3125"/>
                </a:lnSpc>
              </a:pPr>
              <a:r>
                <a:rPr lang="en-US" sz="2604">
                  <a:solidFill>
                    <a:srgbClr val="000000"/>
                  </a:solidFill>
                  <a:latin typeface="Handyman"/>
                  <a:ea typeface="Handyman"/>
                  <a:cs typeface="Handyman"/>
                  <a:sym typeface="Handyman"/>
                </a:rPr>
                <a:t>{{s16_label_1}}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57191" y="5842905"/>
            <a:ext cx="2792178" cy="1164360"/>
            <a:chOff x="0" y="0"/>
            <a:chExt cx="605287" cy="2524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5287" cy="252409"/>
            </a:xfrm>
            <a:custGeom>
              <a:avLst/>
              <a:gdLst/>
              <a:ahLst/>
              <a:cxnLst/>
              <a:rect r="r" b="b" t="t" l="l"/>
              <a:pathLst>
                <a:path h="252409" w="605287">
                  <a:moveTo>
                    <a:pt x="302643" y="0"/>
                  </a:moveTo>
                  <a:cubicBezTo>
                    <a:pt x="135498" y="0"/>
                    <a:pt x="0" y="56504"/>
                    <a:pt x="0" y="126205"/>
                  </a:cubicBezTo>
                  <a:cubicBezTo>
                    <a:pt x="0" y="195906"/>
                    <a:pt x="135498" y="252409"/>
                    <a:pt x="302643" y="252409"/>
                  </a:cubicBezTo>
                  <a:cubicBezTo>
                    <a:pt x="469789" y="252409"/>
                    <a:pt x="605287" y="195906"/>
                    <a:pt x="605287" y="126205"/>
                  </a:cubicBezTo>
                  <a:cubicBezTo>
                    <a:pt x="605287" y="56504"/>
                    <a:pt x="469789" y="0"/>
                    <a:pt x="302643" y="0"/>
                  </a:cubicBezTo>
                  <a:close/>
                </a:path>
              </a:pathLst>
            </a:custGeom>
            <a:solidFill>
              <a:srgbClr val="FFE68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56746" y="-33487"/>
              <a:ext cx="491796" cy="262233"/>
            </a:xfrm>
            <a:prstGeom prst="rect">
              <a:avLst/>
            </a:prstGeom>
          </p:spPr>
          <p:txBody>
            <a:bodyPr anchor="ctr" rtlCol="false" tIns="69124" lIns="69124" bIns="69124" rIns="69124" wrap="square">
              <a:normAutofit/>
            </a:bodyPr>
            <a:lstStyle/>
            <a:p>
              <a:pPr algn="ctr" marL="0" indent="0" lvl="0">
                <a:lnSpc>
                  <a:spcPts val="3125"/>
                </a:lnSpc>
              </a:pPr>
              <a:r>
                <a:rPr lang="en-US" sz="2604">
                  <a:solidFill>
                    <a:srgbClr val="000000"/>
                  </a:solidFill>
                  <a:latin typeface="Handyman"/>
                  <a:ea typeface="Handyman"/>
                  <a:cs typeface="Handyman"/>
                  <a:sym typeface="Handyman"/>
                </a:rPr>
                <a:t>{{s16_label_2}}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35064" y="1939864"/>
            <a:ext cx="2792178" cy="1164360"/>
            <a:chOff x="0" y="0"/>
            <a:chExt cx="605287" cy="25240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5287" cy="252409"/>
            </a:xfrm>
            <a:custGeom>
              <a:avLst/>
              <a:gdLst/>
              <a:ahLst/>
              <a:cxnLst/>
              <a:rect r="r" b="b" t="t" l="l"/>
              <a:pathLst>
                <a:path h="252409" w="605287">
                  <a:moveTo>
                    <a:pt x="302643" y="0"/>
                  </a:moveTo>
                  <a:cubicBezTo>
                    <a:pt x="135498" y="0"/>
                    <a:pt x="0" y="56504"/>
                    <a:pt x="0" y="126205"/>
                  </a:cubicBezTo>
                  <a:cubicBezTo>
                    <a:pt x="0" y="195906"/>
                    <a:pt x="135498" y="252409"/>
                    <a:pt x="302643" y="252409"/>
                  </a:cubicBezTo>
                  <a:cubicBezTo>
                    <a:pt x="469789" y="252409"/>
                    <a:pt x="605287" y="195906"/>
                    <a:pt x="605287" y="126205"/>
                  </a:cubicBezTo>
                  <a:cubicBezTo>
                    <a:pt x="605287" y="56504"/>
                    <a:pt x="469789" y="0"/>
                    <a:pt x="302643" y="0"/>
                  </a:cubicBezTo>
                  <a:close/>
                </a:path>
              </a:pathLst>
            </a:custGeom>
            <a:solidFill>
              <a:srgbClr val="FFE68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56746" y="-33487"/>
              <a:ext cx="491796" cy="262233"/>
            </a:xfrm>
            <a:prstGeom prst="rect">
              <a:avLst/>
            </a:prstGeom>
          </p:spPr>
          <p:txBody>
            <a:bodyPr anchor="ctr" rtlCol="false" tIns="69124" lIns="69124" bIns="69124" rIns="69124" wrap="square">
              <a:normAutofit/>
            </a:bodyPr>
            <a:lstStyle/>
            <a:p>
              <a:pPr algn="ctr" marL="0" indent="0" lvl="0">
                <a:lnSpc>
                  <a:spcPts val="3125"/>
                </a:lnSpc>
              </a:pPr>
              <a:r>
                <a:rPr lang="en-US" sz="2604">
                  <a:solidFill>
                    <a:srgbClr val="000000"/>
                  </a:solidFill>
                  <a:latin typeface="Handyman"/>
                  <a:ea typeface="Handyman"/>
                  <a:cs typeface="Handyman"/>
                  <a:sym typeface="Handyman"/>
                </a:rPr>
                <a:t>{{s16_label_3}}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35064" y="5842905"/>
            <a:ext cx="2792178" cy="1164360"/>
            <a:chOff x="0" y="0"/>
            <a:chExt cx="605287" cy="2524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5287" cy="252409"/>
            </a:xfrm>
            <a:custGeom>
              <a:avLst/>
              <a:gdLst/>
              <a:ahLst/>
              <a:cxnLst/>
              <a:rect r="r" b="b" t="t" l="l"/>
              <a:pathLst>
                <a:path h="252409" w="605287">
                  <a:moveTo>
                    <a:pt x="302643" y="0"/>
                  </a:moveTo>
                  <a:cubicBezTo>
                    <a:pt x="135498" y="0"/>
                    <a:pt x="0" y="56504"/>
                    <a:pt x="0" y="126205"/>
                  </a:cubicBezTo>
                  <a:cubicBezTo>
                    <a:pt x="0" y="195906"/>
                    <a:pt x="135498" y="252409"/>
                    <a:pt x="302643" y="252409"/>
                  </a:cubicBezTo>
                  <a:cubicBezTo>
                    <a:pt x="469789" y="252409"/>
                    <a:pt x="605287" y="195906"/>
                    <a:pt x="605287" y="126205"/>
                  </a:cubicBezTo>
                  <a:cubicBezTo>
                    <a:pt x="605287" y="56504"/>
                    <a:pt x="469789" y="0"/>
                    <a:pt x="302643" y="0"/>
                  </a:cubicBezTo>
                  <a:close/>
                </a:path>
              </a:pathLst>
            </a:custGeom>
            <a:solidFill>
              <a:srgbClr val="FFE68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56746" y="-33487"/>
              <a:ext cx="491796" cy="262233"/>
            </a:xfrm>
            <a:prstGeom prst="rect">
              <a:avLst/>
            </a:prstGeom>
          </p:spPr>
          <p:txBody>
            <a:bodyPr anchor="ctr" rtlCol="false" tIns="69124" lIns="69124" bIns="69124" rIns="69124" wrap="square">
              <a:normAutofit/>
            </a:bodyPr>
            <a:lstStyle/>
            <a:p>
              <a:pPr algn="ctr" marL="0" indent="0" lvl="0">
                <a:lnSpc>
                  <a:spcPts val="3125"/>
                </a:lnSpc>
              </a:pPr>
              <a:r>
                <a:rPr lang="en-US" sz="2604">
                  <a:solidFill>
                    <a:srgbClr val="000000"/>
                  </a:solidFill>
                  <a:latin typeface="Handyman"/>
                  <a:ea typeface="Handyman"/>
                  <a:cs typeface="Handyman"/>
                  <a:sym typeface="Handyman"/>
                </a:rPr>
                <a:t>{{s16_label_4}}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7864509" y="4454000"/>
            <a:ext cx="2558982" cy="2703991"/>
          </a:xfrm>
          <a:custGeom>
            <a:avLst/>
            <a:gdLst/>
            <a:ahLst/>
            <a:cxnLst/>
            <a:rect r="r" b="b" t="t" l="l"/>
            <a:pathLst>
              <a:path h="2703991" w="2558982">
                <a:moveTo>
                  <a:pt x="0" y="0"/>
                </a:moveTo>
                <a:lnTo>
                  <a:pt x="2558982" y="0"/>
                </a:lnTo>
                <a:lnTo>
                  <a:pt x="2558982" y="2703991"/>
                </a:lnTo>
                <a:lnTo>
                  <a:pt x="0" y="27039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1332177">
            <a:off x="9530332" y="7217022"/>
            <a:ext cx="567700" cy="1696930"/>
          </a:xfrm>
          <a:custGeom>
            <a:avLst/>
            <a:gdLst/>
            <a:ahLst/>
            <a:cxnLst/>
            <a:rect r="r" b="b" t="t" l="l"/>
            <a:pathLst>
              <a:path h="1696930" w="567700">
                <a:moveTo>
                  <a:pt x="0" y="0"/>
                </a:moveTo>
                <a:lnTo>
                  <a:pt x="567700" y="0"/>
                </a:lnTo>
                <a:lnTo>
                  <a:pt x="567700" y="1696930"/>
                </a:lnTo>
                <a:lnTo>
                  <a:pt x="0" y="16969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9467822">
            <a:off x="8284272" y="2712718"/>
            <a:ext cx="567700" cy="1696930"/>
          </a:xfrm>
          <a:custGeom>
            <a:avLst/>
            <a:gdLst/>
            <a:ahLst/>
            <a:cxnLst/>
            <a:rect r="r" b="b" t="t" l="l"/>
            <a:pathLst>
              <a:path h="1696930" w="567700">
                <a:moveTo>
                  <a:pt x="0" y="0"/>
                </a:moveTo>
                <a:lnTo>
                  <a:pt x="567700" y="0"/>
                </a:lnTo>
                <a:lnTo>
                  <a:pt x="567700" y="1696931"/>
                </a:lnTo>
                <a:lnTo>
                  <a:pt x="0" y="16969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false" rot="1267889">
            <a:off x="8271486" y="7217022"/>
            <a:ext cx="567700" cy="1696930"/>
          </a:xfrm>
          <a:custGeom>
            <a:avLst/>
            <a:gdLst/>
            <a:ahLst/>
            <a:cxnLst/>
            <a:rect r="r" b="b" t="t" l="l"/>
            <a:pathLst>
              <a:path h="1696930" w="567700">
                <a:moveTo>
                  <a:pt x="567700" y="0"/>
                </a:moveTo>
                <a:lnTo>
                  <a:pt x="0" y="0"/>
                </a:lnTo>
                <a:lnTo>
                  <a:pt x="0" y="1696930"/>
                </a:lnTo>
                <a:lnTo>
                  <a:pt x="567700" y="1696930"/>
                </a:lnTo>
                <a:lnTo>
                  <a:pt x="56770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true" flipV="false" rot="-9532110">
            <a:off x="9543118" y="2712718"/>
            <a:ext cx="567700" cy="1696930"/>
          </a:xfrm>
          <a:custGeom>
            <a:avLst/>
            <a:gdLst/>
            <a:ahLst/>
            <a:cxnLst/>
            <a:rect r="r" b="b" t="t" l="l"/>
            <a:pathLst>
              <a:path h="1696930" w="567700">
                <a:moveTo>
                  <a:pt x="567700" y="0"/>
                </a:moveTo>
                <a:lnTo>
                  <a:pt x="0" y="0"/>
                </a:lnTo>
                <a:lnTo>
                  <a:pt x="0" y="1696931"/>
                </a:lnTo>
                <a:lnTo>
                  <a:pt x="567700" y="1696931"/>
                </a:lnTo>
                <a:lnTo>
                  <a:pt x="56770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753072" y="933281"/>
            <a:ext cx="10640163" cy="9933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6185"/>
              </a:lnSpc>
            </a:pPr>
            <a:r>
              <a:rPr lang="en-US" sz="710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{{s16_title}}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82618" y="3233128"/>
            <a:ext cx="5341326" cy="156896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2539"/>
              </a:lnSpc>
              <a:spcBef>
                <a:spcPct val="0"/>
              </a:spcBef>
            </a:pPr>
            <a:r>
              <a:rPr lang="en-US" sz="2098" spc="-4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{{s16_text_1}}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82618" y="7171745"/>
            <a:ext cx="5341326" cy="156896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2539"/>
              </a:lnSpc>
              <a:spcBef>
                <a:spcPct val="0"/>
              </a:spcBef>
            </a:pPr>
            <a:r>
              <a:rPr lang="en-US" sz="2098" spc="-4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{{s16_text_2}}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060490" y="7171745"/>
            <a:ext cx="5341326" cy="156896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2539"/>
              </a:lnSpc>
              <a:spcBef>
                <a:spcPct val="0"/>
              </a:spcBef>
            </a:pPr>
            <a:r>
              <a:rPr lang="en-US" sz="2098" spc="-4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{{s16_text_3}}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060490" y="3233128"/>
            <a:ext cx="5341326" cy="156896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2539"/>
              </a:lnSpc>
              <a:spcBef>
                <a:spcPct val="0"/>
              </a:spcBef>
            </a:pPr>
            <a:r>
              <a:rPr lang="en-US" sz="2098" spc="-4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{{s16_text_4}}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096" r="0" b="-1609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01701">
            <a:off x="-916639" y="936324"/>
            <a:ext cx="20121278" cy="8414353"/>
          </a:xfrm>
          <a:custGeom>
            <a:avLst/>
            <a:gdLst/>
            <a:ahLst/>
            <a:cxnLst/>
            <a:rect r="r" b="b" t="t" l="l"/>
            <a:pathLst>
              <a:path h="8414353" w="20121278">
                <a:moveTo>
                  <a:pt x="0" y="0"/>
                </a:moveTo>
                <a:lnTo>
                  <a:pt x="20121278" y="0"/>
                </a:lnTo>
                <a:lnTo>
                  <a:pt x="20121278" y="8414352"/>
                </a:lnTo>
                <a:lnTo>
                  <a:pt x="0" y="84143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3636024" y="3619863"/>
            <a:ext cx="10874260" cy="384403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4423"/>
              </a:lnSpc>
            </a:pPr>
            <a:r>
              <a:rPr lang="en-US" sz="3159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{{s17_text_1}}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441550" y="1130477"/>
            <a:ext cx="1919476" cy="2014572"/>
          </a:xfrm>
          <a:custGeom>
            <a:avLst/>
            <a:gdLst/>
            <a:ahLst/>
            <a:cxnLst/>
            <a:rect r="r" b="b" t="t" l="l"/>
            <a:pathLst>
              <a:path h="2014572" w="1919476">
                <a:moveTo>
                  <a:pt x="0" y="0"/>
                </a:moveTo>
                <a:lnTo>
                  <a:pt x="1919475" y="0"/>
                </a:lnTo>
                <a:lnTo>
                  <a:pt x="1919475" y="2014571"/>
                </a:lnTo>
                <a:lnTo>
                  <a:pt x="0" y="20145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6063187"/>
            <a:ext cx="1875994" cy="2055371"/>
          </a:xfrm>
          <a:custGeom>
            <a:avLst/>
            <a:gdLst/>
            <a:ahLst/>
            <a:cxnLst/>
            <a:rect r="r" b="b" t="t" l="l"/>
            <a:pathLst>
              <a:path h="2055371" w="1875994">
                <a:moveTo>
                  <a:pt x="0" y="0"/>
                </a:moveTo>
                <a:lnTo>
                  <a:pt x="1875994" y="0"/>
                </a:lnTo>
                <a:lnTo>
                  <a:pt x="1875994" y="2055371"/>
                </a:lnTo>
                <a:lnTo>
                  <a:pt x="0" y="20553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945510" y="2223488"/>
            <a:ext cx="8255288" cy="9933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6185"/>
              </a:lnSpc>
            </a:pPr>
            <a:r>
              <a:rPr lang="en-US" sz="710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{{s17_title}}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096" r="0" b="-1609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60131" y="1335554"/>
            <a:ext cx="7696449" cy="5429495"/>
          </a:xfrm>
          <a:custGeom>
            <a:avLst/>
            <a:gdLst/>
            <a:ahLst/>
            <a:cxnLst/>
            <a:rect r="r" b="b" t="t" l="l"/>
            <a:pathLst>
              <a:path h="5429495" w="7696449">
                <a:moveTo>
                  <a:pt x="0" y="0"/>
                </a:moveTo>
                <a:lnTo>
                  <a:pt x="7696449" y="0"/>
                </a:lnTo>
                <a:lnTo>
                  <a:pt x="7696449" y="5429495"/>
                </a:lnTo>
                <a:lnTo>
                  <a:pt x="0" y="54294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66298" y="505621"/>
            <a:ext cx="4897046" cy="3065474"/>
          </a:xfrm>
          <a:custGeom>
            <a:avLst/>
            <a:gdLst/>
            <a:ahLst/>
            <a:cxnLst/>
            <a:rect r="r" b="b" t="t" l="l"/>
            <a:pathLst>
              <a:path h="3065474" w="4897046">
                <a:moveTo>
                  <a:pt x="0" y="0"/>
                </a:moveTo>
                <a:lnTo>
                  <a:pt x="4897046" y="0"/>
                </a:lnTo>
                <a:lnTo>
                  <a:pt x="4897046" y="3065473"/>
                </a:lnTo>
                <a:lnTo>
                  <a:pt x="0" y="30654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985458"/>
            <a:ext cx="4137674" cy="3272524"/>
          </a:xfrm>
          <a:custGeom>
            <a:avLst/>
            <a:gdLst/>
            <a:ahLst/>
            <a:cxnLst/>
            <a:rect r="r" b="b" t="t" l="l"/>
            <a:pathLst>
              <a:path h="3272524" w="4137674">
                <a:moveTo>
                  <a:pt x="0" y="0"/>
                </a:moveTo>
                <a:lnTo>
                  <a:pt x="4137674" y="0"/>
                </a:lnTo>
                <a:lnTo>
                  <a:pt x="4137674" y="3272524"/>
                </a:lnTo>
                <a:lnTo>
                  <a:pt x="0" y="32725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028700" y="4257982"/>
            <a:ext cx="4333269" cy="4114800"/>
          </a:xfrm>
          <a:custGeom>
            <a:avLst/>
            <a:gdLst/>
            <a:ahLst/>
            <a:cxnLst/>
            <a:rect r="r" b="b" t="t" l="l"/>
            <a:pathLst>
              <a:path h="4114800" w="4333269">
                <a:moveTo>
                  <a:pt x="0" y="4114800"/>
                </a:moveTo>
                <a:lnTo>
                  <a:pt x="4333269" y="4114800"/>
                </a:lnTo>
                <a:lnTo>
                  <a:pt x="433326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451855" y="3336693"/>
            <a:ext cx="3710801" cy="4114800"/>
          </a:xfrm>
          <a:custGeom>
            <a:avLst/>
            <a:gdLst/>
            <a:ahLst/>
            <a:cxnLst/>
            <a:rect r="r" b="b" t="t" l="l"/>
            <a:pathLst>
              <a:path h="4114800" w="3710801">
                <a:moveTo>
                  <a:pt x="0" y="0"/>
                </a:moveTo>
                <a:lnTo>
                  <a:pt x="3710802" y="0"/>
                </a:lnTo>
                <a:lnTo>
                  <a:pt x="3710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9535079" y="6851803"/>
            <a:ext cx="6163633" cy="2622346"/>
          </a:xfrm>
          <a:custGeom>
            <a:avLst/>
            <a:gdLst/>
            <a:ahLst/>
            <a:cxnLst/>
            <a:rect r="r" b="b" t="t" l="l"/>
            <a:pathLst>
              <a:path h="2622346" w="6163633">
                <a:moveTo>
                  <a:pt x="0" y="0"/>
                </a:moveTo>
                <a:lnTo>
                  <a:pt x="6163633" y="0"/>
                </a:lnTo>
                <a:lnTo>
                  <a:pt x="6163633" y="2622345"/>
                </a:lnTo>
                <a:lnTo>
                  <a:pt x="0" y="262234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-6232756">
            <a:off x="5531804" y="5660363"/>
            <a:ext cx="2966733" cy="5005225"/>
          </a:xfrm>
          <a:custGeom>
            <a:avLst/>
            <a:gdLst/>
            <a:ahLst/>
            <a:cxnLst/>
            <a:rect r="r" b="b" t="t" l="l"/>
            <a:pathLst>
              <a:path h="5005225" w="2966733">
                <a:moveTo>
                  <a:pt x="0" y="0"/>
                </a:moveTo>
                <a:lnTo>
                  <a:pt x="2966733" y="0"/>
                </a:lnTo>
                <a:lnTo>
                  <a:pt x="2966733" y="5005225"/>
                </a:lnTo>
                <a:lnTo>
                  <a:pt x="0" y="500522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681930" y="3505710"/>
            <a:ext cx="4592078" cy="105108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7008"/>
              </a:lnSpc>
              <a:spcBef>
                <a:spcPct val="0"/>
              </a:spcBef>
            </a:pPr>
            <a:r>
              <a:rPr lang="en-US" sz="6675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{{s18_title}}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60624" y="1334746"/>
            <a:ext cx="3444121" cy="15026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463"/>
              </a:lnSpc>
            </a:pPr>
            <a:r>
              <a:rPr lang="en-US" sz="1599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{{s18_text_1}}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00540" y="8115351"/>
            <a:ext cx="5526209" cy="89299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463"/>
              </a:lnSpc>
            </a:pPr>
            <a:r>
              <a:rPr lang="en-US" sz="1599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{{s18_text_2}}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5477" y="1421499"/>
            <a:ext cx="3444121" cy="15026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463"/>
              </a:lnSpc>
            </a:pPr>
            <a:r>
              <a:rPr lang="en-US" sz="1599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{{s18_text_3}}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7509" y="5177934"/>
            <a:ext cx="2593934" cy="21122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463"/>
              </a:lnSpc>
            </a:pPr>
            <a:r>
              <a:rPr lang="en-US" sz="1599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{{s18_text_4}}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881792" y="7597655"/>
            <a:ext cx="3600277" cy="15026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463"/>
              </a:lnSpc>
            </a:pPr>
            <a:r>
              <a:rPr lang="en-US" sz="1599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{{s18_text_5}}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414821" y="4203450"/>
            <a:ext cx="2351024" cy="241708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463"/>
              </a:lnSpc>
            </a:pPr>
            <a:r>
              <a:rPr lang="en-US" sz="1599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{{s18_text_6}}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096" r="0" b="-1609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14218" y="8748460"/>
            <a:ext cx="6704210" cy="7434103"/>
          </a:xfrm>
          <a:custGeom>
            <a:avLst/>
            <a:gdLst/>
            <a:ahLst/>
            <a:cxnLst/>
            <a:rect r="r" b="b" t="t" l="l"/>
            <a:pathLst>
              <a:path h="7434103" w="6704210">
                <a:moveTo>
                  <a:pt x="0" y="0"/>
                </a:moveTo>
                <a:lnTo>
                  <a:pt x="6704210" y="0"/>
                </a:lnTo>
                <a:lnTo>
                  <a:pt x="6704210" y="7434103"/>
                </a:lnTo>
                <a:lnTo>
                  <a:pt x="0" y="74341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71308" y="-5661328"/>
            <a:ext cx="6704210" cy="7434103"/>
          </a:xfrm>
          <a:custGeom>
            <a:avLst/>
            <a:gdLst/>
            <a:ahLst/>
            <a:cxnLst/>
            <a:rect r="r" b="b" t="t" l="l"/>
            <a:pathLst>
              <a:path h="7434103" w="6704210">
                <a:moveTo>
                  <a:pt x="0" y="0"/>
                </a:moveTo>
                <a:lnTo>
                  <a:pt x="6704210" y="0"/>
                </a:lnTo>
                <a:lnTo>
                  <a:pt x="6704210" y="7434103"/>
                </a:lnTo>
                <a:lnTo>
                  <a:pt x="0" y="74341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14166" y="2847053"/>
            <a:ext cx="4776665" cy="4592894"/>
          </a:xfrm>
          <a:custGeom>
            <a:avLst/>
            <a:gdLst/>
            <a:ahLst/>
            <a:cxnLst/>
            <a:rect r="r" b="b" t="t" l="l"/>
            <a:pathLst>
              <a:path h="4592894" w="4776665">
                <a:moveTo>
                  <a:pt x="0" y="0"/>
                </a:moveTo>
                <a:lnTo>
                  <a:pt x="4776664" y="0"/>
                </a:lnTo>
                <a:lnTo>
                  <a:pt x="4776664" y="4592894"/>
                </a:lnTo>
                <a:lnTo>
                  <a:pt x="0" y="45928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69091" y="2283239"/>
            <a:ext cx="8145127" cy="12763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{{adabiyotlar}}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69091" y="3636612"/>
            <a:ext cx="8145127" cy="430999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4928"/>
              </a:lnSpc>
            </a:pPr>
            <a:r>
              <a:rPr lang="en-US" sz="2800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{{adabiyotlar_ro_yxati}}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096" r="0" b="-1609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74377" y="430740"/>
            <a:ext cx="5782546" cy="2386614"/>
          </a:xfrm>
          <a:custGeom>
            <a:avLst/>
            <a:gdLst/>
            <a:ahLst/>
            <a:cxnLst/>
            <a:rect r="r" b="b" t="t" l="l"/>
            <a:pathLst>
              <a:path h="2386614" w="5782546">
                <a:moveTo>
                  <a:pt x="0" y="0"/>
                </a:moveTo>
                <a:lnTo>
                  <a:pt x="5782546" y="0"/>
                </a:lnTo>
                <a:lnTo>
                  <a:pt x="5782546" y="2386614"/>
                </a:lnTo>
                <a:lnTo>
                  <a:pt x="0" y="2386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561343" y="7383992"/>
            <a:ext cx="5782546" cy="2386614"/>
          </a:xfrm>
          <a:custGeom>
            <a:avLst/>
            <a:gdLst/>
            <a:ahLst/>
            <a:cxnLst/>
            <a:rect r="r" b="b" t="t" l="l"/>
            <a:pathLst>
              <a:path h="2386614" w="5782546">
                <a:moveTo>
                  <a:pt x="0" y="0"/>
                </a:moveTo>
                <a:lnTo>
                  <a:pt x="5782546" y="0"/>
                </a:lnTo>
                <a:lnTo>
                  <a:pt x="5782546" y="2386615"/>
                </a:lnTo>
                <a:lnTo>
                  <a:pt x="0" y="23866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596550" y="7055160"/>
            <a:ext cx="2069100" cy="1873476"/>
          </a:xfrm>
          <a:custGeom>
            <a:avLst/>
            <a:gdLst/>
            <a:ahLst/>
            <a:cxnLst/>
            <a:rect r="r" b="b" t="t" l="l"/>
            <a:pathLst>
              <a:path h="1873476" w="2069100">
                <a:moveTo>
                  <a:pt x="0" y="0"/>
                </a:moveTo>
                <a:lnTo>
                  <a:pt x="2069100" y="0"/>
                </a:lnTo>
                <a:lnTo>
                  <a:pt x="2069100" y="1873476"/>
                </a:lnTo>
                <a:lnTo>
                  <a:pt x="0" y="18734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100889" y="957392"/>
            <a:ext cx="2228955" cy="1961480"/>
          </a:xfrm>
          <a:custGeom>
            <a:avLst/>
            <a:gdLst/>
            <a:ahLst/>
            <a:cxnLst/>
            <a:rect r="r" b="b" t="t" l="l"/>
            <a:pathLst>
              <a:path h="1961480" w="2228955">
                <a:moveTo>
                  <a:pt x="0" y="0"/>
                </a:moveTo>
                <a:lnTo>
                  <a:pt x="2228955" y="0"/>
                </a:lnTo>
                <a:lnTo>
                  <a:pt x="2228955" y="1961480"/>
                </a:lnTo>
                <a:lnTo>
                  <a:pt x="0" y="1961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3706886" y="3914421"/>
            <a:ext cx="1779329" cy="2555171"/>
          </a:xfrm>
          <a:custGeom>
            <a:avLst/>
            <a:gdLst/>
            <a:ahLst/>
            <a:cxnLst/>
            <a:rect r="r" b="b" t="t" l="l"/>
            <a:pathLst>
              <a:path h="2555171" w="1779329">
                <a:moveTo>
                  <a:pt x="1779328" y="0"/>
                </a:moveTo>
                <a:lnTo>
                  <a:pt x="0" y="0"/>
                </a:lnTo>
                <a:lnTo>
                  <a:pt x="0" y="2555171"/>
                </a:lnTo>
                <a:lnTo>
                  <a:pt x="1779328" y="2555171"/>
                </a:lnTo>
                <a:lnTo>
                  <a:pt x="1779328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26466" y="3914421"/>
            <a:ext cx="1779329" cy="2555171"/>
          </a:xfrm>
          <a:custGeom>
            <a:avLst/>
            <a:gdLst/>
            <a:ahLst/>
            <a:cxnLst/>
            <a:rect r="r" b="b" t="t" l="l"/>
            <a:pathLst>
              <a:path h="2555171" w="1779329">
                <a:moveTo>
                  <a:pt x="0" y="0"/>
                </a:moveTo>
                <a:lnTo>
                  <a:pt x="1779329" y="0"/>
                </a:lnTo>
                <a:lnTo>
                  <a:pt x="1779329" y="2555171"/>
                </a:lnTo>
                <a:lnTo>
                  <a:pt x="0" y="25551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513623" y="4174628"/>
            <a:ext cx="9260755" cy="18728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12970"/>
              </a:lnSpc>
              <a:spcBef>
                <a:spcPct val="0"/>
              </a:spcBef>
            </a:pPr>
            <a:r>
              <a:rPr lang="en-US" sz="10000" spc="642">
                <a:solidFill>
                  <a:srgbClr val="141414"/>
                </a:solidFill>
                <a:latin typeface="Handyman"/>
                <a:ea typeface="Handyman"/>
                <a:cs typeface="Handyman"/>
                <a:sym typeface="Handyman"/>
              </a:rPr>
              <a:t>{{yakun}}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628433" y="1482582"/>
            <a:ext cx="7315200" cy="957626"/>
          </a:xfrm>
          <a:custGeom>
            <a:avLst/>
            <a:gdLst/>
            <a:ahLst/>
            <a:cxnLst/>
            <a:rect r="r" b="b" t="t" l="l"/>
            <a:pathLst>
              <a:path h="957626" w="7315200">
                <a:moveTo>
                  <a:pt x="0" y="0"/>
                </a:moveTo>
                <a:lnTo>
                  <a:pt x="7315200" y="0"/>
                </a:lnTo>
                <a:lnTo>
                  <a:pt x="7315200" y="957626"/>
                </a:lnTo>
                <a:lnTo>
                  <a:pt x="0" y="9576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966793" y="6704687"/>
            <a:ext cx="8359977" cy="12872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5176"/>
              </a:lnSpc>
            </a:pPr>
            <a:r>
              <a:rPr lang="en-US" sz="3697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DAHXZB1siMY</dc:identifier>
  <dcterms:modified xsi:type="dcterms:W3CDTF">2011-08-01T06:04:30Z</dcterms:modified>
  <cp:revision>1</cp:revision>
  <dc:title>Yellow and Black Hand Drawn Creative Project Presentation</dc:title>
</cp:coreProperties>
</file>