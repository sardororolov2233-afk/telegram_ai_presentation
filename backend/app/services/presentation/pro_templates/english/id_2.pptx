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Baloo Chettan" charset="1" panose="03080902040302020200"/>
      <p:regular r:id="rId26"/>
    </p:embeddedFont>
    <p:embeddedFont>
      <p:font typeface="Hero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327" y="0"/>
                    </a:moveTo>
                    <a:lnTo>
                      <a:pt x="4250399" y="0"/>
                    </a:lnTo>
                    <a:cubicBezTo>
                      <a:pt x="4263834" y="0"/>
                      <a:pt x="4274726" y="10891"/>
                      <a:pt x="4274726" y="24327"/>
                    </a:cubicBezTo>
                    <a:lnTo>
                      <a:pt x="4274726" y="2143140"/>
                    </a:lnTo>
                    <a:cubicBezTo>
                      <a:pt x="4274726" y="2156575"/>
                      <a:pt x="4263834" y="2167467"/>
                      <a:pt x="4250399" y="2167467"/>
                    </a:cubicBezTo>
                    <a:lnTo>
                      <a:pt x="24327" y="2167467"/>
                    </a:lnTo>
                    <a:cubicBezTo>
                      <a:pt x="10891" y="2167467"/>
                      <a:pt x="0" y="2156575"/>
                      <a:pt x="0" y="2143140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327" y="0"/>
                    </a:moveTo>
                    <a:lnTo>
                      <a:pt x="4250399" y="0"/>
                    </a:lnTo>
                    <a:cubicBezTo>
                      <a:pt x="4263834" y="0"/>
                      <a:pt x="4274726" y="10891"/>
                      <a:pt x="4274726" y="24327"/>
                    </a:cubicBezTo>
                    <a:lnTo>
                      <a:pt x="4274726" y="2143140"/>
                    </a:lnTo>
                    <a:cubicBezTo>
                      <a:pt x="4274726" y="2156575"/>
                      <a:pt x="4263834" y="2167467"/>
                      <a:pt x="4250399" y="2167467"/>
                    </a:cubicBezTo>
                    <a:lnTo>
                      <a:pt x="24327" y="2167467"/>
                    </a:lnTo>
                    <a:cubicBezTo>
                      <a:pt x="10891" y="2167467"/>
                      <a:pt x="0" y="2156575"/>
                      <a:pt x="0" y="2143140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2723230" y="6536400"/>
            <a:ext cx="12841539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00" spc="-94" strike="noStrike" u="none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{{muallif}}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10569" y="3515291"/>
            <a:ext cx="12466862" cy="28020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49"/>
              </a:lnSpc>
            </a:pPr>
            <a:r>
              <a:rPr lang="en-US" sz="10000" spc="-285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{{topic}}</a:t>
            </a:r>
          </a:p>
        </p:txBody>
      </p:sp>
      <p:grpSp>
        <p:nvGrpSpPr>
          <p:cNvPr name="Group 13" id="13"/>
          <p:cNvGrpSpPr/>
          <p:nvPr/>
        </p:nvGrpSpPr>
        <p:grpSpPr>
          <a:xfrm rot="-1852146">
            <a:off x="13760086" y="6985989"/>
            <a:ext cx="4940785" cy="3486538"/>
            <a:chOff x="0" y="0"/>
            <a:chExt cx="6587713" cy="46487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40581" y="251886"/>
              <a:ext cx="6347132" cy="4396831"/>
            </a:xfrm>
            <a:custGeom>
              <a:avLst/>
              <a:gdLst/>
              <a:ahLst/>
              <a:cxnLst/>
              <a:rect r="r" b="b" t="t" l="l"/>
              <a:pathLst>
                <a:path h="4396831" w="6347132">
                  <a:moveTo>
                    <a:pt x="0" y="0"/>
                  </a:moveTo>
                  <a:lnTo>
                    <a:pt x="6347132" y="0"/>
                  </a:lnTo>
                  <a:lnTo>
                    <a:pt x="6347132" y="4396831"/>
                  </a:lnTo>
                  <a:lnTo>
                    <a:pt x="0" y="4396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47132" cy="4396831"/>
            </a:xfrm>
            <a:custGeom>
              <a:avLst/>
              <a:gdLst/>
              <a:ahLst/>
              <a:cxnLst/>
              <a:rect r="r" b="b" t="t" l="l"/>
              <a:pathLst>
                <a:path h="4396831" w="6347132">
                  <a:moveTo>
                    <a:pt x="0" y="0"/>
                  </a:moveTo>
                  <a:lnTo>
                    <a:pt x="6347132" y="0"/>
                  </a:lnTo>
                  <a:lnTo>
                    <a:pt x="6347132" y="4396831"/>
                  </a:lnTo>
                  <a:lnTo>
                    <a:pt x="0" y="4396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-1935986">
            <a:off x="-915939" y="548190"/>
            <a:ext cx="5612934" cy="3568749"/>
            <a:chOff x="0" y="0"/>
            <a:chExt cx="7483912" cy="47583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46254" y="257825"/>
              <a:ext cx="7237658" cy="4500508"/>
            </a:xfrm>
            <a:custGeom>
              <a:avLst/>
              <a:gdLst/>
              <a:ahLst/>
              <a:cxnLst/>
              <a:rect r="r" b="b" t="t" l="l"/>
              <a:pathLst>
                <a:path h="4500508" w="7237658">
                  <a:moveTo>
                    <a:pt x="0" y="0"/>
                  </a:moveTo>
                  <a:lnTo>
                    <a:pt x="7237658" y="0"/>
                  </a:lnTo>
                  <a:lnTo>
                    <a:pt x="7237658" y="4500508"/>
                  </a:lnTo>
                  <a:lnTo>
                    <a:pt x="0" y="4500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37658" cy="4500508"/>
            </a:xfrm>
            <a:custGeom>
              <a:avLst/>
              <a:gdLst/>
              <a:ahLst/>
              <a:cxnLst/>
              <a:rect r="r" b="b" t="t" l="l"/>
              <a:pathLst>
                <a:path h="4500508" w="7237658">
                  <a:moveTo>
                    <a:pt x="0" y="0"/>
                  </a:moveTo>
                  <a:lnTo>
                    <a:pt x="7237658" y="0"/>
                  </a:lnTo>
                  <a:lnTo>
                    <a:pt x="7237658" y="4500508"/>
                  </a:lnTo>
                  <a:lnTo>
                    <a:pt x="0" y="4500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2062780">
            <a:off x="-497309" y="6720558"/>
            <a:ext cx="4775674" cy="3751876"/>
            <a:chOff x="0" y="0"/>
            <a:chExt cx="6367565" cy="50025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8890" y="271055"/>
              <a:ext cx="6108674" cy="4731446"/>
            </a:xfrm>
            <a:custGeom>
              <a:avLst/>
              <a:gdLst/>
              <a:ahLst/>
              <a:cxnLst/>
              <a:rect r="r" b="b" t="t" l="l"/>
              <a:pathLst>
                <a:path h="4731446" w="6108674">
                  <a:moveTo>
                    <a:pt x="0" y="0"/>
                  </a:moveTo>
                  <a:lnTo>
                    <a:pt x="6108675" y="0"/>
                  </a:lnTo>
                  <a:lnTo>
                    <a:pt x="6108675" y="4731446"/>
                  </a:lnTo>
                  <a:lnTo>
                    <a:pt x="0" y="4731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08674" cy="4731446"/>
            </a:xfrm>
            <a:custGeom>
              <a:avLst/>
              <a:gdLst/>
              <a:ahLst/>
              <a:cxnLst/>
              <a:rect r="r" b="b" t="t" l="l"/>
              <a:pathLst>
                <a:path h="4731446" w="6108674">
                  <a:moveTo>
                    <a:pt x="0" y="0"/>
                  </a:moveTo>
                  <a:lnTo>
                    <a:pt x="6108674" y="0"/>
                  </a:lnTo>
                  <a:lnTo>
                    <a:pt x="6108674" y="4731446"/>
                  </a:lnTo>
                  <a:lnTo>
                    <a:pt x="0" y="4731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403366">
            <a:off x="6412243" y="-511733"/>
            <a:ext cx="5463514" cy="2782443"/>
            <a:chOff x="0" y="0"/>
            <a:chExt cx="7284686" cy="37099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17515" y="227736"/>
              <a:ext cx="7067170" cy="3482188"/>
            </a:xfrm>
            <a:custGeom>
              <a:avLst/>
              <a:gdLst/>
              <a:ahLst/>
              <a:cxnLst/>
              <a:rect r="r" b="b" t="t" l="l"/>
              <a:pathLst>
                <a:path h="3482188" w="7067170">
                  <a:moveTo>
                    <a:pt x="0" y="0"/>
                  </a:moveTo>
                  <a:lnTo>
                    <a:pt x="7067171" y="0"/>
                  </a:lnTo>
                  <a:lnTo>
                    <a:pt x="7067171" y="3482188"/>
                  </a:lnTo>
                  <a:lnTo>
                    <a:pt x="0" y="3482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7170" cy="3482188"/>
            </a:xfrm>
            <a:custGeom>
              <a:avLst/>
              <a:gdLst/>
              <a:ahLst/>
              <a:cxnLst/>
              <a:rect r="r" b="b" t="t" l="l"/>
              <a:pathLst>
                <a:path h="3482188" w="7067170">
                  <a:moveTo>
                    <a:pt x="0" y="0"/>
                  </a:moveTo>
                  <a:lnTo>
                    <a:pt x="7067170" y="0"/>
                  </a:lnTo>
                  <a:lnTo>
                    <a:pt x="7067170" y="3482188"/>
                  </a:lnTo>
                  <a:lnTo>
                    <a:pt x="0" y="3482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988059" y="7727381"/>
            <a:ext cx="4847886" cy="3765702"/>
            <a:chOff x="0" y="0"/>
            <a:chExt cx="6463848" cy="50209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9844" y="272054"/>
              <a:ext cx="6204004" cy="4748883"/>
            </a:xfrm>
            <a:custGeom>
              <a:avLst/>
              <a:gdLst/>
              <a:ahLst/>
              <a:cxnLst/>
              <a:rect r="r" b="b" t="t" l="l"/>
              <a:pathLst>
                <a:path h="4748883" w="6204004">
                  <a:moveTo>
                    <a:pt x="0" y="0"/>
                  </a:moveTo>
                  <a:lnTo>
                    <a:pt x="6204004" y="0"/>
                  </a:lnTo>
                  <a:lnTo>
                    <a:pt x="6204004" y="4748883"/>
                  </a:lnTo>
                  <a:lnTo>
                    <a:pt x="0" y="474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04004" cy="4748883"/>
            </a:xfrm>
            <a:custGeom>
              <a:avLst/>
              <a:gdLst/>
              <a:ahLst/>
              <a:cxnLst/>
              <a:rect r="r" b="b" t="t" l="l"/>
              <a:pathLst>
                <a:path h="4748883" w="6204004">
                  <a:moveTo>
                    <a:pt x="0" y="0"/>
                  </a:moveTo>
                  <a:lnTo>
                    <a:pt x="6204004" y="0"/>
                  </a:lnTo>
                  <a:lnTo>
                    <a:pt x="6204004" y="4748883"/>
                  </a:lnTo>
                  <a:lnTo>
                    <a:pt x="0" y="474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2503973">
            <a:off x="14517402" y="111088"/>
            <a:ext cx="3893746" cy="3360855"/>
            <a:chOff x="0" y="0"/>
            <a:chExt cx="5191662" cy="4481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31909" y="242806"/>
              <a:ext cx="4959753" cy="4238335"/>
            </a:xfrm>
            <a:custGeom>
              <a:avLst/>
              <a:gdLst/>
              <a:ahLst/>
              <a:cxnLst/>
              <a:rect r="r" b="b" t="t" l="l"/>
              <a:pathLst>
                <a:path h="4238335" w="4959753">
                  <a:moveTo>
                    <a:pt x="0" y="0"/>
                  </a:moveTo>
                  <a:lnTo>
                    <a:pt x="4959753" y="0"/>
                  </a:lnTo>
                  <a:lnTo>
                    <a:pt x="4959753" y="4238334"/>
                  </a:lnTo>
                  <a:lnTo>
                    <a:pt x="0" y="4238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59753" cy="4238335"/>
            </a:xfrm>
            <a:custGeom>
              <a:avLst/>
              <a:gdLst/>
              <a:ahLst/>
              <a:cxnLst/>
              <a:rect r="r" b="b" t="t" l="l"/>
              <a:pathLst>
                <a:path h="4238335" w="4959753">
                  <a:moveTo>
                    <a:pt x="0" y="0"/>
                  </a:moveTo>
                  <a:lnTo>
                    <a:pt x="4959753" y="0"/>
                  </a:lnTo>
                  <a:lnTo>
                    <a:pt x="4959753" y="4238335"/>
                  </a:lnTo>
                  <a:lnTo>
                    <a:pt x="0" y="423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13812" y="1968658"/>
            <a:ext cx="9376480" cy="122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{{reja}}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6339" y="3652331"/>
            <a:ext cx="7831427" cy="4365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{{reja_1}}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{{reja_2}}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{{reja_3}}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{{reja_4}}</a:t>
            </a:r>
          </a:p>
        </p:txBody>
      </p:sp>
      <p:grpSp>
        <p:nvGrpSpPr>
          <p:cNvPr name="Group 13" id="13"/>
          <p:cNvGrpSpPr/>
          <p:nvPr/>
        </p:nvGrpSpPr>
        <p:grpSpPr>
          <a:xfrm rot="-1018568">
            <a:off x="12464615" y="1492723"/>
            <a:ext cx="4121240" cy="3557214"/>
            <a:chOff x="0" y="0"/>
            <a:chExt cx="5494986" cy="47429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45458" y="256992"/>
              <a:ext cx="5249528" cy="4485961"/>
            </a:xfrm>
            <a:custGeom>
              <a:avLst/>
              <a:gdLst/>
              <a:ahLst/>
              <a:cxnLst/>
              <a:rect r="r" b="b" t="t" l="l"/>
              <a:pathLst>
                <a:path h="4485961" w="5249528">
                  <a:moveTo>
                    <a:pt x="0" y="0"/>
                  </a:moveTo>
                  <a:lnTo>
                    <a:pt x="5249528" y="0"/>
                  </a:lnTo>
                  <a:lnTo>
                    <a:pt x="5249528" y="4485960"/>
                  </a:lnTo>
                  <a:lnTo>
                    <a:pt x="0" y="44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9528" cy="4485961"/>
            </a:xfrm>
            <a:custGeom>
              <a:avLst/>
              <a:gdLst/>
              <a:ahLst/>
              <a:cxnLst/>
              <a:rect r="r" b="b" t="t" l="l"/>
              <a:pathLst>
                <a:path h="4485961" w="5249528">
                  <a:moveTo>
                    <a:pt x="0" y="0"/>
                  </a:moveTo>
                  <a:lnTo>
                    <a:pt x="5249528" y="0"/>
                  </a:lnTo>
                  <a:lnTo>
                    <a:pt x="5249528" y="4485961"/>
                  </a:lnTo>
                  <a:lnTo>
                    <a:pt x="0" y="4485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90293" y="4542908"/>
            <a:ext cx="5133217" cy="3987340"/>
            <a:chOff x="0" y="0"/>
            <a:chExt cx="6844289" cy="53164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75138" y="288066"/>
              <a:ext cx="6569151" cy="5028387"/>
            </a:xfrm>
            <a:custGeom>
              <a:avLst/>
              <a:gdLst/>
              <a:ahLst/>
              <a:cxnLst/>
              <a:rect r="r" b="b" t="t" l="l"/>
              <a:pathLst>
                <a:path h="5028387" w="6569151">
                  <a:moveTo>
                    <a:pt x="0" y="0"/>
                  </a:moveTo>
                  <a:lnTo>
                    <a:pt x="6569151" y="0"/>
                  </a:lnTo>
                  <a:lnTo>
                    <a:pt x="6569151" y="5028387"/>
                  </a:lnTo>
                  <a:lnTo>
                    <a:pt x="0" y="502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69151" cy="5028387"/>
            </a:xfrm>
            <a:custGeom>
              <a:avLst/>
              <a:gdLst/>
              <a:ahLst/>
              <a:cxnLst/>
              <a:rect r="r" b="b" t="t" l="l"/>
              <a:pathLst>
                <a:path h="5028387" w="6569151">
                  <a:moveTo>
                    <a:pt x="0" y="0"/>
                  </a:moveTo>
                  <a:lnTo>
                    <a:pt x="6569151" y="0"/>
                  </a:lnTo>
                  <a:lnTo>
                    <a:pt x="6569151" y="5028387"/>
                  </a:lnTo>
                  <a:lnTo>
                    <a:pt x="0" y="502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13812" y="1968658"/>
            <a:ext cx="9376480" cy="122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{{s03_title}}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6339" y="3652331"/>
            <a:ext cx="7831427" cy="4365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{{s03_text_1}}</a:t>
            </a:r>
          </a:p>
        </p:txBody>
      </p:sp>
      <p:grpSp>
        <p:nvGrpSpPr>
          <p:cNvPr name="Group 13" id="13"/>
          <p:cNvGrpSpPr/>
          <p:nvPr/>
        </p:nvGrpSpPr>
        <p:grpSpPr>
          <a:xfrm rot="-1018568">
            <a:off x="12464615" y="1492723"/>
            <a:ext cx="4121240" cy="3557214"/>
            <a:chOff x="0" y="0"/>
            <a:chExt cx="5494986" cy="47429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45458" y="256992"/>
              <a:ext cx="5249528" cy="4485961"/>
            </a:xfrm>
            <a:custGeom>
              <a:avLst/>
              <a:gdLst/>
              <a:ahLst/>
              <a:cxnLst/>
              <a:rect r="r" b="b" t="t" l="l"/>
              <a:pathLst>
                <a:path h="4485961" w="5249528">
                  <a:moveTo>
                    <a:pt x="0" y="0"/>
                  </a:moveTo>
                  <a:lnTo>
                    <a:pt x="5249528" y="0"/>
                  </a:lnTo>
                  <a:lnTo>
                    <a:pt x="5249528" y="4485960"/>
                  </a:lnTo>
                  <a:lnTo>
                    <a:pt x="0" y="44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9528" cy="4485961"/>
            </a:xfrm>
            <a:custGeom>
              <a:avLst/>
              <a:gdLst/>
              <a:ahLst/>
              <a:cxnLst/>
              <a:rect r="r" b="b" t="t" l="l"/>
              <a:pathLst>
                <a:path h="4485961" w="5249528">
                  <a:moveTo>
                    <a:pt x="0" y="0"/>
                  </a:moveTo>
                  <a:lnTo>
                    <a:pt x="5249528" y="0"/>
                  </a:lnTo>
                  <a:lnTo>
                    <a:pt x="5249528" y="4485961"/>
                  </a:lnTo>
                  <a:lnTo>
                    <a:pt x="0" y="4485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90293" y="4542908"/>
            <a:ext cx="5133217" cy="3987340"/>
            <a:chOff x="0" y="0"/>
            <a:chExt cx="6844289" cy="53164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75138" y="288066"/>
              <a:ext cx="6569151" cy="5028387"/>
            </a:xfrm>
            <a:custGeom>
              <a:avLst/>
              <a:gdLst/>
              <a:ahLst/>
              <a:cxnLst/>
              <a:rect r="r" b="b" t="t" l="l"/>
              <a:pathLst>
                <a:path h="5028387" w="6569151">
                  <a:moveTo>
                    <a:pt x="0" y="0"/>
                  </a:moveTo>
                  <a:lnTo>
                    <a:pt x="6569151" y="0"/>
                  </a:lnTo>
                  <a:lnTo>
                    <a:pt x="6569151" y="5028387"/>
                  </a:lnTo>
                  <a:lnTo>
                    <a:pt x="0" y="502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69151" cy="5028387"/>
            </a:xfrm>
            <a:custGeom>
              <a:avLst/>
              <a:gdLst/>
              <a:ahLst/>
              <a:cxnLst/>
              <a:rect r="r" b="b" t="t" l="l"/>
              <a:pathLst>
                <a:path h="5028387" w="6569151">
                  <a:moveTo>
                    <a:pt x="0" y="0"/>
                  </a:moveTo>
                  <a:lnTo>
                    <a:pt x="6569151" y="0"/>
                  </a:lnTo>
                  <a:lnTo>
                    <a:pt x="6569151" y="5028387"/>
                  </a:lnTo>
                  <a:lnTo>
                    <a:pt x="0" y="502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95069" y="1565735"/>
            <a:ext cx="11730077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{{s04_title}}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069" y="5015425"/>
            <a:ext cx="11683452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{{s04_text_1}}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069" y="4380938"/>
            <a:ext cx="12005482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{{s04_label_1}}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069" y="7378787"/>
            <a:ext cx="11683452" cy="12985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{{s04_text_2}}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5069" y="6744299"/>
            <a:ext cx="12005482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{{s04_label_2}}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525146" y="1492707"/>
            <a:ext cx="3028707" cy="3528829"/>
            <a:chOff x="0" y="0"/>
            <a:chExt cx="4038276" cy="47051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43499" y="254941"/>
              <a:ext cx="3794776" cy="4450164"/>
            </a:xfrm>
            <a:custGeom>
              <a:avLst/>
              <a:gdLst/>
              <a:ahLst/>
              <a:cxnLst/>
              <a:rect r="r" b="b" t="t" l="l"/>
              <a:pathLst>
                <a:path h="4450164" w="3794776">
                  <a:moveTo>
                    <a:pt x="0" y="0"/>
                  </a:moveTo>
                  <a:lnTo>
                    <a:pt x="3794777" y="0"/>
                  </a:lnTo>
                  <a:lnTo>
                    <a:pt x="3794777" y="4450164"/>
                  </a:lnTo>
                  <a:lnTo>
                    <a:pt x="0" y="4450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4776" cy="4450164"/>
            </a:xfrm>
            <a:custGeom>
              <a:avLst/>
              <a:gdLst/>
              <a:ahLst/>
              <a:cxnLst/>
              <a:rect r="r" b="b" t="t" l="l"/>
              <a:pathLst>
                <a:path h="4450164" w="3794776">
                  <a:moveTo>
                    <a:pt x="0" y="0"/>
                  </a:moveTo>
                  <a:lnTo>
                    <a:pt x="3794776" y="0"/>
                  </a:lnTo>
                  <a:lnTo>
                    <a:pt x="3794776" y="4450164"/>
                  </a:lnTo>
                  <a:lnTo>
                    <a:pt x="0" y="4450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70882" y="5304716"/>
            <a:ext cx="3337233" cy="3224022"/>
            <a:chOff x="0" y="0"/>
            <a:chExt cx="4449644" cy="42986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22467" y="232920"/>
              <a:ext cx="4227177" cy="4065776"/>
            </a:xfrm>
            <a:custGeom>
              <a:avLst/>
              <a:gdLst/>
              <a:ahLst/>
              <a:cxnLst/>
              <a:rect r="r" b="b" t="t" l="l"/>
              <a:pathLst>
                <a:path h="4065776" w="4227177">
                  <a:moveTo>
                    <a:pt x="0" y="0"/>
                  </a:moveTo>
                  <a:lnTo>
                    <a:pt x="4227177" y="0"/>
                  </a:lnTo>
                  <a:lnTo>
                    <a:pt x="4227177" y="4065776"/>
                  </a:lnTo>
                  <a:lnTo>
                    <a:pt x="0" y="406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27177" cy="4065776"/>
            </a:xfrm>
            <a:custGeom>
              <a:avLst/>
              <a:gdLst/>
              <a:ahLst/>
              <a:cxnLst/>
              <a:rect r="r" b="b" t="t" l="l"/>
              <a:pathLst>
                <a:path h="4065776" w="4227177">
                  <a:moveTo>
                    <a:pt x="0" y="0"/>
                  </a:moveTo>
                  <a:lnTo>
                    <a:pt x="4227177" y="0"/>
                  </a:lnTo>
                  <a:lnTo>
                    <a:pt x="4227177" y="4065776"/>
                  </a:lnTo>
                  <a:lnTo>
                    <a:pt x="0" y="406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95069" y="1565735"/>
            <a:ext cx="11730077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{{s05_title}}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069" y="5015425"/>
            <a:ext cx="10811704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{{s05_text_1}}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069" y="4380938"/>
            <a:ext cx="11109707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{{s05_label_1}}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069" y="7378787"/>
            <a:ext cx="10811704" cy="12985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{{s05_text_2}}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5069" y="6744299"/>
            <a:ext cx="11109707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{{s05_label_2}}</a:t>
            </a:r>
          </a:p>
        </p:txBody>
      </p:sp>
      <p:grpSp>
        <p:nvGrpSpPr>
          <p:cNvPr name="Group 16" id="16"/>
          <p:cNvGrpSpPr/>
          <p:nvPr/>
        </p:nvGrpSpPr>
        <p:grpSpPr>
          <a:xfrm rot="1816427">
            <a:off x="12456328" y="2197172"/>
            <a:ext cx="3974424" cy="2498378"/>
            <a:chOff x="0" y="0"/>
            <a:chExt cx="5299232" cy="33311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72395" y="180496"/>
              <a:ext cx="5126837" cy="3150674"/>
            </a:xfrm>
            <a:custGeom>
              <a:avLst/>
              <a:gdLst/>
              <a:ahLst/>
              <a:cxnLst/>
              <a:rect r="r" b="b" t="t" l="l"/>
              <a:pathLst>
                <a:path h="3150674" w="5126837">
                  <a:moveTo>
                    <a:pt x="0" y="0"/>
                  </a:moveTo>
                  <a:lnTo>
                    <a:pt x="5126837" y="0"/>
                  </a:lnTo>
                  <a:lnTo>
                    <a:pt x="5126837" y="3150674"/>
                  </a:lnTo>
                  <a:lnTo>
                    <a:pt x="0" y="315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6837" cy="3150674"/>
            </a:xfrm>
            <a:custGeom>
              <a:avLst/>
              <a:gdLst/>
              <a:ahLst/>
              <a:cxnLst/>
              <a:rect r="r" b="b" t="t" l="l"/>
              <a:pathLst>
                <a:path h="3150674" w="5126837">
                  <a:moveTo>
                    <a:pt x="0" y="0"/>
                  </a:moveTo>
                  <a:lnTo>
                    <a:pt x="5126837" y="0"/>
                  </a:lnTo>
                  <a:lnTo>
                    <a:pt x="5126837" y="3150674"/>
                  </a:lnTo>
                  <a:lnTo>
                    <a:pt x="0" y="315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069711">
            <a:off x="12455664" y="5154731"/>
            <a:ext cx="4262204" cy="3007687"/>
            <a:chOff x="0" y="0"/>
            <a:chExt cx="5682939" cy="40102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07539" y="217291"/>
              <a:ext cx="5475399" cy="3792958"/>
            </a:xfrm>
            <a:custGeom>
              <a:avLst/>
              <a:gdLst/>
              <a:ahLst/>
              <a:cxnLst/>
              <a:rect r="r" b="b" t="t" l="l"/>
              <a:pathLst>
                <a:path h="3792958" w="5475399">
                  <a:moveTo>
                    <a:pt x="0" y="0"/>
                  </a:moveTo>
                  <a:lnTo>
                    <a:pt x="5475400" y="0"/>
                  </a:lnTo>
                  <a:lnTo>
                    <a:pt x="5475400" y="3792958"/>
                  </a:lnTo>
                  <a:lnTo>
                    <a:pt x="0" y="3792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75399" cy="3792958"/>
            </a:xfrm>
            <a:custGeom>
              <a:avLst/>
              <a:gdLst/>
              <a:ahLst/>
              <a:cxnLst/>
              <a:rect r="r" b="b" t="t" l="l"/>
              <a:pathLst>
                <a:path h="3792958" w="5475399">
                  <a:moveTo>
                    <a:pt x="0" y="0"/>
                  </a:moveTo>
                  <a:lnTo>
                    <a:pt x="5475399" y="0"/>
                  </a:lnTo>
                  <a:lnTo>
                    <a:pt x="5475399" y="3792958"/>
                  </a:lnTo>
                  <a:lnTo>
                    <a:pt x="0" y="3792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95069" y="1565735"/>
            <a:ext cx="11730077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{{s06_title}}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069" y="5015425"/>
            <a:ext cx="11073229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{{s06_text_1}}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069" y="4380938"/>
            <a:ext cx="11378439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{{s06_label_1}}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069" y="7378787"/>
            <a:ext cx="11073229" cy="12985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{{s06_text_2}}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5069" y="6744299"/>
            <a:ext cx="11378439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{{s06_label_2}}</a:t>
            </a:r>
          </a:p>
        </p:txBody>
      </p:sp>
      <p:grpSp>
        <p:nvGrpSpPr>
          <p:cNvPr name="Group 16" id="16"/>
          <p:cNvGrpSpPr/>
          <p:nvPr/>
        </p:nvGrpSpPr>
        <p:grpSpPr>
          <a:xfrm rot="-843512">
            <a:off x="12313583" y="1843055"/>
            <a:ext cx="4351723" cy="3418811"/>
            <a:chOff x="0" y="0"/>
            <a:chExt cx="5802298" cy="45584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35908" y="246993"/>
              <a:ext cx="5566390" cy="4311422"/>
            </a:xfrm>
            <a:custGeom>
              <a:avLst/>
              <a:gdLst/>
              <a:ahLst/>
              <a:cxnLst/>
              <a:rect r="r" b="b" t="t" l="l"/>
              <a:pathLst>
                <a:path h="4311422" w="5566390">
                  <a:moveTo>
                    <a:pt x="0" y="0"/>
                  </a:moveTo>
                  <a:lnTo>
                    <a:pt x="5566390" y="0"/>
                  </a:lnTo>
                  <a:lnTo>
                    <a:pt x="5566390" y="4311422"/>
                  </a:lnTo>
                  <a:lnTo>
                    <a:pt x="0" y="431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66390" cy="4311422"/>
            </a:xfrm>
            <a:custGeom>
              <a:avLst/>
              <a:gdLst/>
              <a:ahLst/>
              <a:cxnLst/>
              <a:rect r="r" b="b" t="t" l="l"/>
              <a:pathLst>
                <a:path h="4311422" w="5566390">
                  <a:moveTo>
                    <a:pt x="0" y="0"/>
                  </a:moveTo>
                  <a:lnTo>
                    <a:pt x="5566390" y="0"/>
                  </a:lnTo>
                  <a:lnTo>
                    <a:pt x="5566390" y="4311422"/>
                  </a:lnTo>
                  <a:lnTo>
                    <a:pt x="0" y="431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672021">
            <a:off x="13006123" y="5603379"/>
            <a:ext cx="3835067" cy="2740474"/>
            <a:chOff x="0" y="0"/>
            <a:chExt cx="5113423" cy="36539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89101" y="197986"/>
              <a:ext cx="4924322" cy="3455979"/>
            </a:xfrm>
            <a:custGeom>
              <a:avLst/>
              <a:gdLst/>
              <a:ahLst/>
              <a:cxnLst/>
              <a:rect r="r" b="b" t="t" l="l"/>
              <a:pathLst>
                <a:path h="3455979" w="4924322">
                  <a:moveTo>
                    <a:pt x="0" y="0"/>
                  </a:moveTo>
                  <a:lnTo>
                    <a:pt x="4924322" y="0"/>
                  </a:lnTo>
                  <a:lnTo>
                    <a:pt x="4924322" y="3455979"/>
                  </a:lnTo>
                  <a:lnTo>
                    <a:pt x="0" y="3455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24322" cy="3455979"/>
            </a:xfrm>
            <a:custGeom>
              <a:avLst/>
              <a:gdLst/>
              <a:ahLst/>
              <a:cxnLst/>
              <a:rect r="r" b="b" t="t" l="l"/>
              <a:pathLst>
                <a:path h="3455979" w="4924322">
                  <a:moveTo>
                    <a:pt x="0" y="0"/>
                  </a:moveTo>
                  <a:lnTo>
                    <a:pt x="4924322" y="0"/>
                  </a:lnTo>
                  <a:lnTo>
                    <a:pt x="4924322" y="3455979"/>
                  </a:lnTo>
                  <a:lnTo>
                    <a:pt x="0" y="3455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530604"/>
            <a:ext cx="14596558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3757" y="4358091"/>
            <a:ext cx="10685059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{{s07_text_1}}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3757" y="6537400"/>
            <a:ext cx="10685059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491" strike="noStrike" u="none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{{s07_text_2}}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846954" y="4405716"/>
            <a:ext cx="3473361" cy="3868627"/>
            <a:chOff x="0" y="0"/>
            <a:chExt cx="4631147" cy="51581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66946" y="279490"/>
              <a:ext cx="4364201" cy="4878680"/>
            </a:xfrm>
            <a:custGeom>
              <a:avLst/>
              <a:gdLst/>
              <a:ahLst/>
              <a:cxnLst/>
              <a:rect r="r" b="b" t="t" l="l"/>
              <a:pathLst>
                <a:path h="4878680" w="4364201">
                  <a:moveTo>
                    <a:pt x="0" y="0"/>
                  </a:moveTo>
                  <a:lnTo>
                    <a:pt x="4364201" y="0"/>
                  </a:lnTo>
                  <a:lnTo>
                    <a:pt x="4364201" y="4878680"/>
                  </a:lnTo>
                  <a:lnTo>
                    <a:pt x="0" y="4878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64201" cy="4878680"/>
            </a:xfrm>
            <a:custGeom>
              <a:avLst/>
              <a:gdLst/>
              <a:ahLst/>
              <a:cxnLst/>
              <a:rect r="r" b="b" t="t" l="l"/>
              <a:pathLst>
                <a:path h="4878680" w="4364201">
                  <a:moveTo>
                    <a:pt x="0" y="0"/>
                  </a:moveTo>
                  <a:lnTo>
                    <a:pt x="4364201" y="0"/>
                  </a:lnTo>
                  <a:lnTo>
                    <a:pt x="4364201" y="4878680"/>
                  </a:lnTo>
                  <a:lnTo>
                    <a:pt x="0" y="4878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2021836" y="2322421"/>
            <a:ext cx="3866784" cy="6118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{{s08_text_1}}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1836" y="1687933"/>
            <a:ext cx="3973364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{{s08_title}}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8872" y="2322421"/>
            <a:ext cx="3866784" cy="6118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{{s08_text_2}}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8872" y="1687933"/>
            <a:ext cx="3973364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{{s08_label_1}}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5354" y="2322421"/>
            <a:ext cx="3866784" cy="56802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{{s08_text_3}}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35354" y="1687933"/>
            <a:ext cx="3973364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{{s08_label_2}}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530604"/>
            <a:ext cx="14596558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{{s09_title}}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3757" y="4358091"/>
            <a:ext cx="10685059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{{s09_text_1}}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3757" y="6537400"/>
            <a:ext cx="10685059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{{s09_text_2}}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84931" y="4644589"/>
            <a:ext cx="3804221" cy="3283582"/>
            <a:chOff x="0" y="0"/>
            <a:chExt cx="5072295" cy="437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26577" y="237223"/>
              <a:ext cx="4845719" cy="4140887"/>
            </a:xfrm>
            <a:custGeom>
              <a:avLst/>
              <a:gdLst/>
              <a:ahLst/>
              <a:cxnLst/>
              <a:rect r="r" b="b" t="t" l="l"/>
              <a:pathLst>
                <a:path h="4140887" w="4845719">
                  <a:moveTo>
                    <a:pt x="0" y="0"/>
                  </a:moveTo>
                  <a:lnTo>
                    <a:pt x="4845718" y="0"/>
                  </a:lnTo>
                  <a:lnTo>
                    <a:pt x="4845718" y="4140887"/>
                  </a:lnTo>
                  <a:lnTo>
                    <a:pt x="0" y="4140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45719" cy="4140887"/>
            </a:xfrm>
            <a:custGeom>
              <a:avLst/>
              <a:gdLst/>
              <a:ahLst/>
              <a:cxnLst/>
              <a:rect r="r" b="b" t="t" l="l"/>
              <a:pathLst>
                <a:path h="4140887" w="4845719">
                  <a:moveTo>
                    <a:pt x="0" y="0"/>
                  </a:moveTo>
                  <a:lnTo>
                    <a:pt x="4845719" y="0"/>
                  </a:lnTo>
                  <a:lnTo>
                    <a:pt x="4845719" y="4140887"/>
                  </a:lnTo>
                  <a:lnTo>
                    <a:pt x="0" y="4140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95069" y="1565735"/>
            <a:ext cx="11730077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{{s10_title}}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069" y="5015425"/>
            <a:ext cx="11683452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{{s10_text_1}}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069" y="4380938"/>
            <a:ext cx="12005482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{{s10_label_1}}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069" y="7378787"/>
            <a:ext cx="11683452" cy="12985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{{s10_text_2}}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5069" y="6744299"/>
            <a:ext cx="12005482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{{s10_label_2}}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525146" y="1492707"/>
            <a:ext cx="3028707" cy="3528829"/>
            <a:chOff x="0" y="0"/>
            <a:chExt cx="4038276" cy="47051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43499" y="254941"/>
              <a:ext cx="3794776" cy="4450164"/>
            </a:xfrm>
            <a:custGeom>
              <a:avLst/>
              <a:gdLst/>
              <a:ahLst/>
              <a:cxnLst/>
              <a:rect r="r" b="b" t="t" l="l"/>
              <a:pathLst>
                <a:path h="4450164" w="3794776">
                  <a:moveTo>
                    <a:pt x="0" y="0"/>
                  </a:moveTo>
                  <a:lnTo>
                    <a:pt x="3794777" y="0"/>
                  </a:lnTo>
                  <a:lnTo>
                    <a:pt x="3794777" y="4450164"/>
                  </a:lnTo>
                  <a:lnTo>
                    <a:pt x="0" y="4450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4776" cy="4450164"/>
            </a:xfrm>
            <a:custGeom>
              <a:avLst/>
              <a:gdLst/>
              <a:ahLst/>
              <a:cxnLst/>
              <a:rect r="r" b="b" t="t" l="l"/>
              <a:pathLst>
                <a:path h="4450164" w="3794776">
                  <a:moveTo>
                    <a:pt x="0" y="0"/>
                  </a:moveTo>
                  <a:lnTo>
                    <a:pt x="3794776" y="0"/>
                  </a:lnTo>
                  <a:lnTo>
                    <a:pt x="3794776" y="4450164"/>
                  </a:lnTo>
                  <a:lnTo>
                    <a:pt x="0" y="4450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70882" y="5304716"/>
            <a:ext cx="3337233" cy="3224022"/>
            <a:chOff x="0" y="0"/>
            <a:chExt cx="4449644" cy="42986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22467" y="232920"/>
              <a:ext cx="4227177" cy="4065776"/>
            </a:xfrm>
            <a:custGeom>
              <a:avLst/>
              <a:gdLst/>
              <a:ahLst/>
              <a:cxnLst/>
              <a:rect r="r" b="b" t="t" l="l"/>
              <a:pathLst>
                <a:path h="4065776" w="4227177">
                  <a:moveTo>
                    <a:pt x="0" y="0"/>
                  </a:moveTo>
                  <a:lnTo>
                    <a:pt x="4227177" y="0"/>
                  </a:lnTo>
                  <a:lnTo>
                    <a:pt x="4227177" y="4065776"/>
                  </a:lnTo>
                  <a:lnTo>
                    <a:pt x="0" y="406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27177" cy="4065776"/>
            </a:xfrm>
            <a:custGeom>
              <a:avLst/>
              <a:gdLst/>
              <a:ahLst/>
              <a:cxnLst/>
              <a:rect r="r" b="b" t="t" l="l"/>
              <a:pathLst>
                <a:path h="4065776" w="4227177">
                  <a:moveTo>
                    <a:pt x="0" y="0"/>
                  </a:moveTo>
                  <a:lnTo>
                    <a:pt x="4227177" y="0"/>
                  </a:lnTo>
                  <a:lnTo>
                    <a:pt x="4227177" y="4065776"/>
                  </a:lnTo>
                  <a:lnTo>
                    <a:pt x="0" y="406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95069" y="1565735"/>
            <a:ext cx="12357120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{{s11_title}}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069" y="5015425"/>
            <a:ext cx="10811704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{{s11_text_1}}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069" y="4380938"/>
            <a:ext cx="11109707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{{s11_label_1}}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069" y="7378787"/>
            <a:ext cx="10811704" cy="12985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{{s11_text_2}}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5069" y="6744299"/>
            <a:ext cx="11109707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{{s11_label_2}}</a:t>
            </a:r>
          </a:p>
        </p:txBody>
      </p:sp>
      <p:grpSp>
        <p:nvGrpSpPr>
          <p:cNvPr name="Group 16" id="16"/>
          <p:cNvGrpSpPr/>
          <p:nvPr/>
        </p:nvGrpSpPr>
        <p:grpSpPr>
          <a:xfrm rot="-1069711">
            <a:off x="12455664" y="5154731"/>
            <a:ext cx="4262204" cy="3007687"/>
            <a:chOff x="0" y="0"/>
            <a:chExt cx="5682939" cy="40102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07539" y="217291"/>
              <a:ext cx="5475399" cy="3792958"/>
            </a:xfrm>
            <a:custGeom>
              <a:avLst/>
              <a:gdLst/>
              <a:ahLst/>
              <a:cxnLst/>
              <a:rect r="r" b="b" t="t" l="l"/>
              <a:pathLst>
                <a:path h="3792958" w="5475399">
                  <a:moveTo>
                    <a:pt x="0" y="0"/>
                  </a:moveTo>
                  <a:lnTo>
                    <a:pt x="5475400" y="0"/>
                  </a:lnTo>
                  <a:lnTo>
                    <a:pt x="5475400" y="3792958"/>
                  </a:lnTo>
                  <a:lnTo>
                    <a:pt x="0" y="3792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75399" cy="3792958"/>
            </a:xfrm>
            <a:custGeom>
              <a:avLst/>
              <a:gdLst/>
              <a:ahLst/>
              <a:cxnLst/>
              <a:rect r="r" b="b" t="t" l="l"/>
              <a:pathLst>
                <a:path h="3792958" w="5475399">
                  <a:moveTo>
                    <a:pt x="0" y="0"/>
                  </a:moveTo>
                  <a:lnTo>
                    <a:pt x="5475399" y="0"/>
                  </a:lnTo>
                  <a:lnTo>
                    <a:pt x="5475399" y="3792958"/>
                  </a:lnTo>
                  <a:lnTo>
                    <a:pt x="0" y="3792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089551">
            <a:off x="14261377" y="1625954"/>
            <a:ext cx="2131736" cy="2888928"/>
            <a:chOff x="0" y="0"/>
            <a:chExt cx="2842315" cy="38519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9344" y="208711"/>
              <a:ext cx="2642970" cy="3643192"/>
            </a:xfrm>
            <a:custGeom>
              <a:avLst/>
              <a:gdLst/>
              <a:ahLst/>
              <a:cxnLst/>
              <a:rect r="r" b="b" t="t" l="l"/>
              <a:pathLst>
                <a:path h="3643192" w="2642970">
                  <a:moveTo>
                    <a:pt x="0" y="0"/>
                  </a:moveTo>
                  <a:lnTo>
                    <a:pt x="2642971" y="0"/>
                  </a:lnTo>
                  <a:lnTo>
                    <a:pt x="2642971" y="3643192"/>
                  </a:lnTo>
                  <a:lnTo>
                    <a:pt x="0" y="3643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42970" cy="3643192"/>
            </a:xfrm>
            <a:custGeom>
              <a:avLst/>
              <a:gdLst/>
              <a:ahLst/>
              <a:cxnLst/>
              <a:rect r="r" b="b" t="t" l="l"/>
              <a:pathLst>
                <a:path h="3643192" w="2642970">
                  <a:moveTo>
                    <a:pt x="0" y="0"/>
                  </a:moveTo>
                  <a:lnTo>
                    <a:pt x="2642970" y="0"/>
                  </a:lnTo>
                  <a:lnTo>
                    <a:pt x="2642970" y="3643192"/>
                  </a:lnTo>
                  <a:lnTo>
                    <a:pt x="0" y="3643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530604"/>
            <a:ext cx="14596558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{{s12_title}}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81197" y="4168875"/>
            <a:ext cx="9281678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{{s12_text_1}}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1197" y="6348184"/>
            <a:ext cx="9281678" cy="21750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{{s12_text_2}}</a:t>
            </a:r>
          </a:p>
        </p:txBody>
      </p:sp>
      <p:grpSp>
        <p:nvGrpSpPr>
          <p:cNvPr name="Group 14" id="14"/>
          <p:cNvGrpSpPr/>
          <p:nvPr/>
        </p:nvGrpSpPr>
        <p:grpSpPr>
          <a:xfrm rot="-1493273">
            <a:off x="13298933" y="4250725"/>
            <a:ext cx="3574059" cy="3980786"/>
            <a:chOff x="0" y="0"/>
            <a:chExt cx="4765413" cy="53077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74686" y="287593"/>
              <a:ext cx="4490727" cy="5020121"/>
            </a:xfrm>
            <a:custGeom>
              <a:avLst/>
              <a:gdLst/>
              <a:ahLst/>
              <a:cxnLst/>
              <a:rect r="r" b="b" t="t" l="l"/>
              <a:pathLst>
                <a:path h="5020121" w="4490727">
                  <a:moveTo>
                    <a:pt x="0" y="0"/>
                  </a:moveTo>
                  <a:lnTo>
                    <a:pt x="4490727" y="0"/>
                  </a:lnTo>
                  <a:lnTo>
                    <a:pt x="4490727" y="5020121"/>
                  </a:lnTo>
                  <a:lnTo>
                    <a:pt x="0" y="5020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0727" cy="5020121"/>
            </a:xfrm>
            <a:custGeom>
              <a:avLst/>
              <a:gdLst/>
              <a:ahLst/>
              <a:cxnLst/>
              <a:rect r="r" b="b" t="t" l="l"/>
              <a:pathLst>
                <a:path h="5020121" w="4490727">
                  <a:moveTo>
                    <a:pt x="0" y="0"/>
                  </a:moveTo>
                  <a:lnTo>
                    <a:pt x="4490727" y="0"/>
                  </a:lnTo>
                  <a:lnTo>
                    <a:pt x="4490727" y="5020121"/>
                  </a:lnTo>
                  <a:lnTo>
                    <a:pt x="0" y="5020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23757" y="4242420"/>
            <a:ext cx="2170720" cy="4306777"/>
            <a:chOff x="0" y="0"/>
            <a:chExt cx="2894293" cy="5742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97180" y="311144"/>
              <a:ext cx="2597113" cy="5431226"/>
            </a:xfrm>
            <a:custGeom>
              <a:avLst/>
              <a:gdLst/>
              <a:ahLst/>
              <a:cxnLst/>
              <a:rect r="r" b="b" t="t" l="l"/>
              <a:pathLst>
                <a:path h="5431226" w="2597113">
                  <a:moveTo>
                    <a:pt x="0" y="0"/>
                  </a:moveTo>
                  <a:lnTo>
                    <a:pt x="2597113" y="0"/>
                  </a:lnTo>
                  <a:lnTo>
                    <a:pt x="2597113" y="5431226"/>
                  </a:lnTo>
                  <a:lnTo>
                    <a:pt x="0" y="5431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97113" cy="5431226"/>
            </a:xfrm>
            <a:custGeom>
              <a:avLst/>
              <a:gdLst/>
              <a:ahLst/>
              <a:cxnLst/>
              <a:rect r="r" b="b" t="t" l="l"/>
              <a:pathLst>
                <a:path h="5431226" w="2597113">
                  <a:moveTo>
                    <a:pt x="0" y="0"/>
                  </a:moveTo>
                  <a:lnTo>
                    <a:pt x="2597113" y="0"/>
                  </a:lnTo>
                  <a:lnTo>
                    <a:pt x="2597113" y="5431226"/>
                  </a:lnTo>
                  <a:lnTo>
                    <a:pt x="0" y="5431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624802"/>
            <a:ext cx="14596558" cy="12230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{{s13_title}}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3757" y="3938561"/>
            <a:ext cx="10499065" cy="4224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{{s13_label_1}}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3757" y="3303783"/>
            <a:ext cx="10499065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{{s13_label_2}}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67753" y="4653366"/>
            <a:ext cx="9509096" cy="8606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{{s13_text_1}}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3757" y="4665273"/>
            <a:ext cx="192168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{{s13_label_3}}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3757" y="6604696"/>
            <a:ext cx="10499065" cy="4224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{{s13_label_4}}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3757" y="5969918"/>
            <a:ext cx="10499065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{{s13_label_5}}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7753" y="7319502"/>
            <a:ext cx="9509096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{{s13_text_2}}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3757" y="7331409"/>
            <a:ext cx="192168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{{s13_label_6}}</a:t>
            </a:r>
          </a:p>
        </p:txBody>
      </p:sp>
      <p:grpSp>
        <p:nvGrpSpPr>
          <p:cNvPr name="Group 20" id="20"/>
          <p:cNvGrpSpPr/>
          <p:nvPr/>
        </p:nvGrpSpPr>
        <p:grpSpPr>
          <a:xfrm rot="-3026274">
            <a:off x="12561405" y="3808140"/>
            <a:ext cx="4677022" cy="3674373"/>
            <a:chOff x="0" y="0"/>
            <a:chExt cx="6236029" cy="4899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3542" y="265456"/>
              <a:ext cx="5982486" cy="4633708"/>
            </a:xfrm>
            <a:custGeom>
              <a:avLst/>
              <a:gdLst/>
              <a:ahLst/>
              <a:cxnLst/>
              <a:rect r="r" b="b" t="t" l="l"/>
              <a:pathLst>
                <a:path h="4633708" w="5982486">
                  <a:moveTo>
                    <a:pt x="0" y="0"/>
                  </a:moveTo>
                  <a:lnTo>
                    <a:pt x="5982487" y="0"/>
                  </a:lnTo>
                  <a:lnTo>
                    <a:pt x="5982487" y="4633707"/>
                  </a:lnTo>
                  <a:lnTo>
                    <a:pt x="0" y="4633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82486" cy="4633708"/>
            </a:xfrm>
            <a:custGeom>
              <a:avLst/>
              <a:gdLst/>
              <a:ahLst/>
              <a:cxnLst/>
              <a:rect r="r" b="b" t="t" l="l"/>
              <a:pathLst>
                <a:path h="4633708" w="5982486">
                  <a:moveTo>
                    <a:pt x="0" y="0"/>
                  </a:moveTo>
                  <a:lnTo>
                    <a:pt x="5982486" y="0"/>
                  </a:lnTo>
                  <a:lnTo>
                    <a:pt x="5982486" y="4633708"/>
                  </a:lnTo>
                  <a:lnTo>
                    <a:pt x="0" y="4633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624802"/>
            <a:ext cx="14596558" cy="12230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{{s14_title}}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3757" y="3719486"/>
            <a:ext cx="10499065" cy="4224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{{s14_label_1}}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3757" y="3084708"/>
            <a:ext cx="10499065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{{s14_label_2}}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67753" y="4434291"/>
            <a:ext cx="9509096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{{s14_text_1}}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3757" y="4446198"/>
            <a:ext cx="192168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{{s14_label_3}}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3757" y="6604696"/>
            <a:ext cx="10499065" cy="4224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{{s14_label_4}}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3757" y="5969918"/>
            <a:ext cx="10499065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{{s14_label_5}}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7753" y="7319502"/>
            <a:ext cx="9509096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{{s14_text_2}}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3757" y="7331409"/>
            <a:ext cx="192168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{{s14_label_6}}</a:t>
            </a:r>
          </a:p>
        </p:txBody>
      </p:sp>
      <p:grpSp>
        <p:nvGrpSpPr>
          <p:cNvPr name="Group 20" id="20"/>
          <p:cNvGrpSpPr/>
          <p:nvPr/>
        </p:nvGrpSpPr>
        <p:grpSpPr>
          <a:xfrm rot="6722532">
            <a:off x="12857002" y="4534804"/>
            <a:ext cx="4262204" cy="3007687"/>
            <a:chOff x="0" y="0"/>
            <a:chExt cx="5682939" cy="40102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07539" y="217291"/>
              <a:ext cx="5475399" cy="3792958"/>
            </a:xfrm>
            <a:custGeom>
              <a:avLst/>
              <a:gdLst/>
              <a:ahLst/>
              <a:cxnLst/>
              <a:rect r="r" b="b" t="t" l="l"/>
              <a:pathLst>
                <a:path h="3792958" w="5475399">
                  <a:moveTo>
                    <a:pt x="0" y="0"/>
                  </a:moveTo>
                  <a:lnTo>
                    <a:pt x="5475400" y="0"/>
                  </a:lnTo>
                  <a:lnTo>
                    <a:pt x="5475400" y="3792958"/>
                  </a:lnTo>
                  <a:lnTo>
                    <a:pt x="0" y="3792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75399" cy="3792958"/>
            </a:xfrm>
            <a:custGeom>
              <a:avLst/>
              <a:gdLst/>
              <a:ahLst/>
              <a:cxnLst/>
              <a:rect r="r" b="b" t="t" l="l"/>
              <a:pathLst>
                <a:path h="3792958" w="5475399">
                  <a:moveTo>
                    <a:pt x="0" y="0"/>
                  </a:moveTo>
                  <a:lnTo>
                    <a:pt x="5475399" y="0"/>
                  </a:lnTo>
                  <a:lnTo>
                    <a:pt x="5475399" y="3792958"/>
                  </a:lnTo>
                  <a:lnTo>
                    <a:pt x="0" y="3792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95069" y="1565735"/>
            <a:ext cx="11730077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{{s15_title}}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069" y="5015425"/>
            <a:ext cx="11683452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{{s15_text_1}}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069" y="4380938"/>
            <a:ext cx="12005482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{{s15_label_1}}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069" y="7378787"/>
            <a:ext cx="11683452" cy="12985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{{s15_text_2}}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5069" y="6744299"/>
            <a:ext cx="12005482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{{s15_label_2}}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525146" y="1492707"/>
            <a:ext cx="3028707" cy="3528829"/>
            <a:chOff x="0" y="0"/>
            <a:chExt cx="4038276" cy="47051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43499" y="254941"/>
              <a:ext cx="3794776" cy="4450164"/>
            </a:xfrm>
            <a:custGeom>
              <a:avLst/>
              <a:gdLst/>
              <a:ahLst/>
              <a:cxnLst/>
              <a:rect r="r" b="b" t="t" l="l"/>
              <a:pathLst>
                <a:path h="4450164" w="3794776">
                  <a:moveTo>
                    <a:pt x="0" y="0"/>
                  </a:moveTo>
                  <a:lnTo>
                    <a:pt x="3794777" y="0"/>
                  </a:lnTo>
                  <a:lnTo>
                    <a:pt x="3794777" y="4450164"/>
                  </a:lnTo>
                  <a:lnTo>
                    <a:pt x="0" y="4450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4776" cy="4450164"/>
            </a:xfrm>
            <a:custGeom>
              <a:avLst/>
              <a:gdLst/>
              <a:ahLst/>
              <a:cxnLst/>
              <a:rect r="r" b="b" t="t" l="l"/>
              <a:pathLst>
                <a:path h="4450164" w="3794776">
                  <a:moveTo>
                    <a:pt x="0" y="0"/>
                  </a:moveTo>
                  <a:lnTo>
                    <a:pt x="3794776" y="0"/>
                  </a:lnTo>
                  <a:lnTo>
                    <a:pt x="3794776" y="4450164"/>
                  </a:lnTo>
                  <a:lnTo>
                    <a:pt x="0" y="4450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1121135">
            <a:off x="13076567" y="5471151"/>
            <a:ext cx="3337233" cy="3224022"/>
            <a:chOff x="0" y="0"/>
            <a:chExt cx="4449644" cy="42986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22467" y="232920"/>
              <a:ext cx="4227177" cy="4065776"/>
            </a:xfrm>
            <a:custGeom>
              <a:avLst/>
              <a:gdLst/>
              <a:ahLst/>
              <a:cxnLst/>
              <a:rect r="r" b="b" t="t" l="l"/>
              <a:pathLst>
                <a:path h="4065776" w="4227177">
                  <a:moveTo>
                    <a:pt x="0" y="0"/>
                  </a:moveTo>
                  <a:lnTo>
                    <a:pt x="4227177" y="0"/>
                  </a:lnTo>
                  <a:lnTo>
                    <a:pt x="4227177" y="4065776"/>
                  </a:lnTo>
                  <a:lnTo>
                    <a:pt x="0" y="406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27177" cy="4065776"/>
            </a:xfrm>
            <a:custGeom>
              <a:avLst/>
              <a:gdLst/>
              <a:ahLst/>
              <a:cxnLst/>
              <a:rect r="r" b="b" t="t" l="l"/>
              <a:pathLst>
                <a:path h="4065776" w="4227177">
                  <a:moveTo>
                    <a:pt x="0" y="0"/>
                  </a:moveTo>
                  <a:lnTo>
                    <a:pt x="4227177" y="0"/>
                  </a:lnTo>
                  <a:lnTo>
                    <a:pt x="4227177" y="4065776"/>
                  </a:lnTo>
                  <a:lnTo>
                    <a:pt x="0" y="406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823534"/>
            <a:ext cx="14596558" cy="12230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{{s16_title}}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1598" y="4215216"/>
            <a:ext cx="6939294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{{s16_text_1}}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1598" y="3580729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{{s16_label_1}}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1913" y="4215216"/>
            <a:ext cx="6939294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{{s16_text_2}}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41913" y="3580729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{{s16_label_2}}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1598" y="7120770"/>
            <a:ext cx="6939294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{{s16_text_3}}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1598" y="6486282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{{s16_label_3}}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1913" y="7120770"/>
            <a:ext cx="6939294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{{s16_text_4}}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1913" y="6486282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{{s16_label_4}}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638536"/>
            <a:ext cx="14596558" cy="23851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0372" y="4358091"/>
            <a:ext cx="14163328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{{s17_text_1}}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0372" y="6429467"/>
            <a:ext cx="14163328" cy="21750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{{s17_text_2}}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23757" y="1823534"/>
            <a:ext cx="14596558" cy="12230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{{s18_title}}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1598" y="4215216"/>
            <a:ext cx="6939294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{{s18_text_1}}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1598" y="3580729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{{s18_label_1}}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1913" y="4215216"/>
            <a:ext cx="6939294" cy="17369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{{s18_text_2}}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41913" y="3580729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{{s18_label_2}}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1598" y="7120770"/>
            <a:ext cx="6939294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{{s18_text_3}}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1598" y="6486282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{{s18_label_3}}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1913" y="7120770"/>
            <a:ext cx="6939294" cy="1298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{{s18_text_4}}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1913" y="6486282"/>
            <a:ext cx="7130561" cy="4639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76"/>
              </a:lnSpc>
              <a:spcBef>
                <a:spcPct val="0"/>
              </a:spcBef>
            </a:pPr>
            <a:r>
              <a:rPr lang="en-US" sz="3649" spc="-94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{{s18_label_4}}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698" y="0"/>
                    </a:moveTo>
                    <a:lnTo>
                      <a:pt x="4250028" y="0"/>
                    </a:lnTo>
                    <a:cubicBezTo>
                      <a:pt x="4256578" y="0"/>
                      <a:pt x="4262860" y="2602"/>
                      <a:pt x="4267492" y="7234"/>
                    </a:cubicBezTo>
                    <a:cubicBezTo>
                      <a:pt x="4272124" y="11866"/>
                      <a:pt x="4274726" y="18148"/>
                      <a:pt x="4274726" y="24698"/>
                    </a:cubicBezTo>
                    <a:lnTo>
                      <a:pt x="4274726" y="2142769"/>
                    </a:lnTo>
                    <a:cubicBezTo>
                      <a:pt x="4274726" y="2149319"/>
                      <a:pt x="4272124" y="2155601"/>
                      <a:pt x="4267492" y="2160233"/>
                    </a:cubicBezTo>
                    <a:cubicBezTo>
                      <a:pt x="4262860" y="2164865"/>
                      <a:pt x="4256578" y="2167467"/>
                      <a:pt x="4250028" y="2167467"/>
                    </a:cubicBezTo>
                    <a:lnTo>
                      <a:pt x="24698" y="2167467"/>
                    </a:lnTo>
                    <a:cubicBezTo>
                      <a:pt x="18148" y="2167467"/>
                      <a:pt x="11866" y="2164865"/>
                      <a:pt x="7234" y="2160233"/>
                    </a:cubicBezTo>
                    <a:cubicBezTo>
                      <a:pt x="2602" y="2155601"/>
                      <a:pt x="0" y="2149319"/>
                      <a:pt x="0" y="2142769"/>
                    </a:cubicBezTo>
                    <a:lnTo>
                      <a:pt x="0" y="24698"/>
                    </a:lnTo>
                    <a:cubicBezTo>
                      <a:pt x="0" y="18148"/>
                      <a:pt x="2602" y="11866"/>
                      <a:pt x="7234" y="7234"/>
                    </a:cubicBezTo>
                    <a:cubicBezTo>
                      <a:pt x="11866" y="2602"/>
                      <a:pt x="18148" y="0"/>
                      <a:pt x="24698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037" lIns="50037" bIns="50037" rIns="50037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1713812" y="1968658"/>
            <a:ext cx="9376480" cy="122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56"/>
              </a:lnSpc>
            </a:pPr>
            <a:r>
              <a:rPr lang="en-US" sz="7200" spc="-242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{{adabiyotlar}}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6339" y="3652331"/>
            <a:ext cx="7831427" cy="4365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{{adabiyotlar_ro_yxati}}</a:t>
            </a:r>
          </a:p>
        </p:txBody>
      </p:sp>
      <p:grpSp>
        <p:nvGrpSpPr>
          <p:cNvPr name="Group 13" id="13"/>
          <p:cNvGrpSpPr/>
          <p:nvPr/>
        </p:nvGrpSpPr>
        <p:grpSpPr>
          <a:xfrm rot="-1018568">
            <a:off x="12464615" y="1492723"/>
            <a:ext cx="4121240" cy="3557214"/>
            <a:chOff x="0" y="0"/>
            <a:chExt cx="5494986" cy="47429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45458" y="256992"/>
              <a:ext cx="5249528" cy="4485961"/>
            </a:xfrm>
            <a:custGeom>
              <a:avLst/>
              <a:gdLst/>
              <a:ahLst/>
              <a:cxnLst/>
              <a:rect r="r" b="b" t="t" l="l"/>
              <a:pathLst>
                <a:path h="4485961" w="5249528">
                  <a:moveTo>
                    <a:pt x="0" y="0"/>
                  </a:moveTo>
                  <a:lnTo>
                    <a:pt x="5249528" y="0"/>
                  </a:lnTo>
                  <a:lnTo>
                    <a:pt x="5249528" y="4485960"/>
                  </a:lnTo>
                  <a:lnTo>
                    <a:pt x="0" y="44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9528" cy="4485961"/>
            </a:xfrm>
            <a:custGeom>
              <a:avLst/>
              <a:gdLst/>
              <a:ahLst/>
              <a:cxnLst/>
              <a:rect r="r" b="b" t="t" l="l"/>
              <a:pathLst>
                <a:path h="4485961" w="5249528">
                  <a:moveTo>
                    <a:pt x="0" y="0"/>
                  </a:moveTo>
                  <a:lnTo>
                    <a:pt x="5249528" y="0"/>
                  </a:lnTo>
                  <a:lnTo>
                    <a:pt x="5249528" y="4485961"/>
                  </a:lnTo>
                  <a:lnTo>
                    <a:pt x="0" y="4485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90293" y="4542908"/>
            <a:ext cx="5133217" cy="3987340"/>
            <a:chOff x="0" y="0"/>
            <a:chExt cx="6844289" cy="53164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75138" y="288066"/>
              <a:ext cx="6569151" cy="5028387"/>
            </a:xfrm>
            <a:custGeom>
              <a:avLst/>
              <a:gdLst/>
              <a:ahLst/>
              <a:cxnLst/>
              <a:rect r="r" b="b" t="t" l="l"/>
              <a:pathLst>
                <a:path h="5028387" w="6569151">
                  <a:moveTo>
                    <a:pt x="0" y="0"/>
                  </a:moveTo>
                  <a:lnTo>
                    <a:pt x="6569151" y="0"/>
                  </a:lnTo>
                  <a:lnTo>
                    <a:pt x="6569151" y="5028387"/>
                  </a:lnTo>
                  <a:lnTo>
                    <a:pt x="0" y="502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69151" cy="5028387"/>
            </a:xfrm>
            <a:custGeom>
              <a:avLst/>
              <a:gdLst/>
              <a:ahLst/>
              <a:cxnLst/>
              <a:rect r="r" b="b" t="t" l="l"/>
              <a:pathLst>
                <a:path h="5028387" w="6569151">
                  <a:moveTo>
                    <a:pt x="0" y="0"/>
                  </a:moveTo>
                  <a:lnTo>
                    <a:pt x="6569151" y="0"/>
                  </a:lnTo>
                  <a:lnTo>
                    <a:pt x="6569151" y="5028387"/>
                  </a:lnTo>
                  <a:lnTo>
                    <a:pt x="0" y="502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4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201" y="-674510"/>
            <a:ext cx="19470402" cy="1163602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86153" cy="7999915"/>
            </a:xfrm>
            <a:custGeom>
              <a:avLst/>
              <a:gdLst/>
              <a:ahLst/>
              <a:cxnLst/>
              <a:rect r="r" b="b" t="t" l="l"/>
              <a:pathLst>
                <a:path h="7999915" w="13386153">
                  <a:moveTo>
                    <a:pt x="13386153" y="88397"/>
                  </a:moveTo>
                  <a:lnTo>
                    <a:pt x="13386153" y="0"/>
                  </a:lnTo>
                  <a:lnTo>
                    <a:pt x="73957" y="0"/>
                  </a:lnTo>
                  <a:lnTo>
                    <a:pt x="73957" y="44198"/>
                  </a:lnTo>
                  <a:lnTo>
                    <a:pt x="0" y="44198"/>
                  </a:lnTo>
                  <a:lnTo>
                    <a:pt x="0" y="7999915"/>
                  </a:lnTo>
                  <a:lnTo>
                    <a:pt x="147913" y="7999915"/>
                  </a:lnTo>
                  <a:lnTo>
                    <a:pt x="147913" y="6452970"/>
                  </a:lnTo>
                  <a:lnTo>
                    <a:pt x="2662439" y="6452970"/>
                  </a:lnTo>
                  <a:lnTo>
                    <a:pt x="2662439" y="7999915"/>
                  </a:lnTo>
                  <a:lnTo>
                    <a:pt x="2810353" y="7999915"/>
                  </a:lnTo>
                  <a:lnTo>
                    <a:pt x="2810353" y="6452970"/>
                  </a:lnTo>
                  <a:lnTo>
                    <a:pt x="5324879" y="6452970"/>
                  </a:lnTo>
                  <a:lnTo>
                    <a:pt x="5324879" y="7999915"/>
                  </a:lnTo>
                  <a:lnTo>
                    <a:pt x="5472792" y="7999915"/>
                  </a:lnTo>
                  <a:lnTo>
                    <a:pt x="5472792" y="6452970"/>
                  </a:lnTo>
                  <a:lnTo>
                    <a:pt x="7987318" y="6452970"/>
                  </a:lnTo>
                  <a:lnTo>
                    <a:pt x="7987318" y="7999915"/>
                  </a:lnTo>
                  <a:lnTo>
                    <a:pt x="8135231" y="7999915"/>
                  </a:lnTo>
                  <a:lnTo>
                    <a:pt x="8135231" y="6452970"/>
                  </a:lnTo>
                  <a:lnTo>
                    <a:pt x="10649758" y="6452970"/>
                  </a:lnTo>
                  <a:lnTo>
                    <a:pt x="10649758" y="7999915"/>
                  </a:lnTo>
                  <a:lnTo>
                    <a:pt x="10797670" y="7999915"/>
                  </a:lnTo>
                  <a:lnTo>
                    <a:pt x="10797670" y="6452970"/>
                  </a:lnTo>
                  <a:lnTo>
                    <a:pt x="13386153" y="6452970"/>
                  </a:lnTo>
                  <a:lnTo>
                    <a:pt x="13386153" y="6364573"/>
                  </a:lnTo>
                  <a:lnTo>
                    <a:pt x="10797670" y="6364573"/>
                  </a:lnTo>
                  <a:lnTo>
                    <a:pt x="10797670" y="4861826"/>
                  </a:lnTo>
                  <a:lnTo>
                    <a:pt x="13386153" y="4861826"/>
                  </a:lnTo>
                  <a:lnTo>
                    <a:pt x="13386153" y="4773430"/>
                  </a:lnTo>
                  <a:lnTo>
                    <a:pt x="10797670" y="4773430"/>
                  </a:lnTo>
                  <a:lnTo>
                    <a:pt x="10797670" y="3270683"/>
                  </a:lnTo>
                  <a:lnTo>
                    <a:pt x="13386153" y="3270683"/>
                  </a:lnTo>
                  <a:lnTo>
                    <a:pt x="13386153" y="3182286"/>
                  </a:lnTo>
                  <a:lnTo>
                    <a:pt x="10797670" y="3182286"/>
                  </a:lnTo>
                  <a:lnTo>
                    <a:pt x="10797670" y="1679540"/>
                  </a:lnTo>
                  <a:lnTo>
                    <a:pt x="13386153" y="1679540"/>
                  </a:lnTo>
                  <a:lnTo>
                    <a:pt x="13386153" y="1591143"/>
                  </a:lnTo>
                  <a:lnTo>
                    <a:pt x="10797670" y="1591143"/>
                  </a:lnTo>
                  <a:lnTo>
                    <a:pt x="10797670" y="88397"/>
                  </a:lnTo>
                  <a:lnTo>
                    <a:pt x="13386153" y="88397"/>
                  </a:lnTo>
                  <a:close/>
                  <a:moveTo>
                    <a:pt x="2810353" y="1591143"/>
                  </a:moveTo>
                  <a:lnTo>
                    <a:pt x="2810353" y="88397"/>
                  </a:lnTo>
                  <a:lnTo>
                    <a:pt x="5324879" y="88397"/>
                  </a:lnTo>
                  <a:lnTo>
                    <a:pt x="5324879" y="1591143"/>
                  </a:lnTo>
                  <a:lnTo>
                    <a:pt x="2810353" y="1591143"/>
                  </a:lnTo>
                  <a:close/>
                  <a:moveTo>
                    <a:pt x="5324879" y="1679540"/>
                  </a:moveTo>
                  <a:lnTo>
                    <a:pt x="5324879" y="3182286"/>
                  </a:lnTo>
                  <a:lnTo>
                    <a:pt x="2810353" y="3182286"/>
                  </a:lnTo>
                  <a:lnTo>
                    <a:pt x="2810353" y="1679540"/>
                  </a:lnTo>
                  <a:lnTo>
                    <a:pt x="5324879" y="1679540"/>
                  </a:lnTo>
                  <a:close/>
                  <a:moveTo>
                    <a:pt x="2662439" y="1591143"/>
                  </a:moveTo>
                  <a:lnTo>
                    <a:pt x="147913" y="1591143"/>
                  </a:lnTo>
                  <a:lnTo>
                    <a:pt x="147913" y="88397"/>
                  </a:lnTo>
                  <a:lnTo>
                    <a:pt x="2662439" y="88397"/>
                  </a:lnTo>
                  <a:lnTo>
                    <a:pt x="2662439" y="1591143"/>
                  </a:lnTo>
                  <a:close/>
                  <a:moveTo>
                    <a:pt x="2662439" y="1679540"/>
                  </a:moveTo>
                  <a:lnTo>
                    <a:pt x="2662439" y="3182286"/>
                  </a:lnTo>
                  <a:lnTo>
                    <a:pt x="147913" y="3182286"/>
                  </a:lnTo>
                  <a:lnTo>
                    <a:pt x="147913" y="1679540"/>
                  </a:lnTo>
                  <a:lnTo>
                    <a:pt x="2662439" y="1679540"/>
                  </a:lnTo>
                  <a:close/>
                  <a:moveTo>
                    <a:pt x="2662439" y="3270683"/>
                  </a:moveTo>
                  <a:lnTo>
                    <a:pt x="2662439" y="4773430"/>
                  </a:lnTo>
                  <a:lnTo>
                    <a:pt x="147913" y="4773430"/>
                  </a:lnTo>
                  <a:lnTo>
                    <a:pt x="147913" y="3270683"/>
                  </a:lnTo>
                  <a:lnTo>
                    <a:pt x="2662439" y="3270683"/>
                  </a:lnTo>
                  <a:close/>
                  <a:moveTo>
                    <a:pt x="2810353" y="3270683"/>
                  </a:moveTo>
                  <a:lnTo>
                    <a:pt x="5324879" y="3270683"/>
                  </a:lnTo>
                  <a:lnTo>
                    <a:pt x="5324879" y="4773430"/>
                  </a:lnTo>
                  <a:lnTo>
                    <a:pt x="2810353" y="4773430"/>
                  </a:lnTo>
                  <a:lnTo>
                    <a:pt x="2810353" y="3270683"/>
                  </a:lnTo>
                  <a:close/>
                  <a:moveTo>
                    <a:pt x="5472792" y="3270683"/>
                  </a:moveTo>
                  <a:lnTo>
                    <a:pt x="7987318" y="3270683"/>
                  </a:lnTo>
                  <a:lnTo>
                    <a:pt x="7987318" y="4773430"/>
                  </a:lnTo>
                  <a:lnTo>
                    <a:pt x="5472792" y="4773430"/>
                  </a:lnTo>
                  <a:lnTo>
                    <a:pt x="5472792" y="3270683"/>
                  </a:lnTo>
                  <a:close/>
                  <a:moveTo>
                    <a:pt x="5472792" y="3182286"/>
                  </a:moveTo>
                  <a:lnTo>
                    <a:pt x="5472792" y="1679540"/>
                  </a:lnTo>
                  <a:lnTo>
                    <a:pt x="7987318" y="1679540"/>
                  </a:lnTo>
                  <a:lnTo>
                    <a:pt x="7987318" y="3182286"/>
                  </a:lnTo>
                  <a:lnTo>
                    <a:pt x="5472792" y="3182286"/>
                  </a:lnTo>
                  <a:close/>
                  <a:moveTo>
                    <a:pt x="5472792" y="1591143"/>
                  </a:moveTo>
                  <a:lnTo>
                    <a:pt x="5472792" y="88397"/>
                  </a:lnTo>
                  <a:lnTo>
                    <a:pt x="7987318" y="88397"/>
                  </a:lnTo>
                  <a:lnTo>
                    <a:pt x="7987318" y="1591143"/>
                  </a:lnTo>
                  <a:lnTo>
                    <a:pt x="5472792" y="1591143"/>
                  </a:lnTo>
                  <a:close/>
                  <a:moveTo>
                    <a:pt x="147913" y="6364573"/>
                  </a:moveTo>
                  <a:lnTo>
                    <a:pt x="147913" y="4861826"/>
                  </a:lnTo>
                  <a:lnTo>
                    <a:pt x="2662439" y="4861826"/>
                  </a:lnTo>
                  <a:lnTo>
                    <a:pt x="2662439" y="6364573"/>
                  </a:lnTo>
                  <a:lnTo>
                    <a:pt x="147913" y="6364573"/>
                  </a:lnTo>
                  <a:close/>
                  <a:moveTo>
                    <a:pt x="2810353" y="6364573"/>
                  </a:moveTo>
                  <a:lnTo>
                    <a:pt x="2810353" y="4861826"/>
                  </a:lnTo>
                  <a:lnTo>
                    <a:pt x="5324879" y="4861826"/>
                  </a:lnTo>
                  <a:lnTo>
                    <a:pt x="5324879" y="6364573"/>
                  </a:lnTo>
                  <a:lnTo>
                    <a:pt x="2810353" y="6364573"/>
                  </a:lnTo>
                  <a:close/>
                  <a:moveTo>
                    <a:pt x="5472792" y="6364573"/>
                  </a:moveTo>
                  <a:lnTo>
                    <a:pt x="5472792" y="4861826"/>
                  </a:lnTo>
                  <a:lnTo>
                    <a:pt x="7987318" y="4861826"/>
                  </a:lnTo>
                  <a:lnTo>
                    <a:pt x="7987318" y="6364573"/>
                  </a:lnTo>
                  <a:lnTo>
                    <a:pt x="5472792" y="6364573"/>
                  </a:lnTo>
                  <a:close/>
                  <a:moveTo>
                    <a:pt x="10649758" y="6364573"/>
                  </a:moveTo>
                  <a:lnTo>
                    <a:pt x="8135231" y="6364573"/>
                  </a:lnTo>
                  <a:lnTo>
                    <a:pt x="8135231" y="4861826"/>
                  </a:lnTo>
                  <a:lnTo>
                    <a:pt x="10649758" y="4861826"/>
                  </a:lnTo>
                  <a:lnTo>
                    <a:pt x="10649758" y="6364573"/>
                  </a:lnTo>
                  <a:close/>
                  <a:moveTo>
                    <a:pt x="10649758" y="4773430"/>
                  </a:moveTo>
                  <a:lnTo>
                    <a:pt x="8135231" y="4773430"/>
                  </a:lnTo>
                  <a:lnTo>
                    <a:pt x="8135231" y="3270683"/>
                  </a:lnTo>
                  <a:lnTo>
                    <a:pt x="10649758" y="3270683"/>
                  </a:lnTo>
                  <a:lnTo>
                    <a:pt x="10649758" y="4773430"/>
                  </a:lnTo>
                  <a:close/>
                  <a:moveTo>
                    <a:pt x="10649758" y="3182286"/>
                  </a:moveTo>
                  <a:lnTo>
                    <a:pt x="8135231" y="3182286"/>
                  </a:lnTo>
                  <a:lnTo>
                    <a:pt x="8135231" y="1679540"/>
                  </a:lnTo>
                  <a:lnTo>
                    <a:pt x="10649758" y="1679540"/>
                  </a:lnTo>
                  <a:lnTo>
                    <a:pt x="10649758" y="3182286"/>
                  </a:lnTo>
                  <a:close/>
                  <a:moveTo>
                    <a:pt x="10649758" y="1591143"/>
                  </a:moveTo>
                  <a:lnTo>
                    <a:pt x="8135231" y="1591143"/>
                  </a:lnTo>
                  <a:lnTo>
                    <a:pt x="8135231" y="88397"/>
                  </a:lnTo>
                  <a:lnTo>
                    <a:pt x="10649758" y="88397"/>
                  </a:lnTo>
                  <a:lnTo>
                    <a:pt x="10649758" y="1591143"/>
                  </a:lnTo>
                  <a:close/>
                </a:path>
              </a:pathLst>
            </a:custGeom>
            <a:solidFill>
              <a:srgbClr val="000000">
                <a:alpha val="2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68577"/>
            <a:ext cx="16230600" cy="8349846"/>
            <a:chOff x="0" y="0"/>
            <a:chExt cx="21640800" cy="111331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25237" y="325237"/>
              <a:ext cx="21315563" cy="10807891"/>
              <a:chOff x="0" y="0"/>
              <a:chExt cx="4274726" cy="216746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327" y="0"/>
                    </a:moveTo>
                    <a:lnTo>
                      <a:pt x="4250399" y="0"/>
                    </a:lnTo>
                    <a:cubicBezTo>
                      <a:pt x="4263834" y="0"/>
                      <a:pt x="4274726" y="10891"/>
                      <a:pt x="4274726" y="24327"/>
                    </a:cubicBezTo>
                    <a:lnTo>
                      <a:pt x="4274726" y="2143140"/>
                    </a:lnTo>
                    <a:cubicBezTo>
                      <a:pt x="4274726" y="2156575"/>
                      <a:pt x="4263834" y="2167467"/>
                      <a:pt x="4250399" y="2167467"/>
                    </a:cubicBezTo>
                    <a:lnTo>
                      <a:pt x="24327" y="2167467"/>
                    </a:lnTo>
                    <a:cubicBezTo>
                      <a:pt x="10891" y="2167467"/>
                      <a:pt x="0" y="2156575"/>
                      <a:pt x="0" y="2143140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272727"/>
              </a:solidFill>
              <a:ln w="66675" cap="rnd">
                <a:solidFill>
                  <a:srgbClr val="272727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315563" cy="10807891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4327" y="0"/>
                    </a:moveTo>
                    <a:lnTo>
                      <a:pt x="4250399" y="0"/>
                    </a:lnTo>
                    <a:cubicBezTo>
                      <a:pt x="4263834" y="0"/>
                      <a:pt x="4274726" y="10891"/>
                      <a:pt x="4274726" y="24327"/>
                    </a:cubicBezTo>
                    <a:lnTo>
                      <a:pt x="4274726" y="2143140"/>
                    </a:lnTo>
                    <a:cubicBezTo>
                      <a:pt x="4274726" y="2156575"/>
                      <a:pt x="4263834" y="2167467"/>
                      <a:pt x="4250399" y="2167467"/>
                    </a:cubicBezTo>
                    <a:lnTo>
                      <a:pt x="24327" y="2167467"/>
                    </a:lnTo>
                    <a:cubicBezTo>
                      <a:pt x="10891" y="2167467"/>
                      <a:pt x="0" y="2156575"/>
                      <a:pt x="0" y="2143140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FFE5C8"/>
              </a:solidFill>
              <a:ln w="66675" cap="rnd">
                <a:solidFill>
                  <a:srgbClr val="1F244A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2910569" y="3856783"/>
            <a:ext cx="12466862" cy="28020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49"/>
              </a:lnSpc>
            </a:pPr>
            <a:r>
              <a:rPr lang="en-US" sz="10000" spc="-285">
                <a:solidFill>
                  <a:srgbClr val="272727"/>
                </a:solidFill>
                <a:latin typeface="Baloo Chettan"/>
                <a:ea typeface="Baloo Chettan"/>
                <a:cs typeface="Baloo Chettan"/>
                <a:sym typeface="Baloo Chettan"/>
              </a:rPr>
              <a:t>{{yakun}}</a:t>
            </a:r>
          </a:p>
        </p:txBody>
      </p:sp>
      <p:grpSp>
        <p:nvGrpSpPr>
          <p:cNvPr name="Group 12" id="12"/>
          <p:cNvGrpSpPr/>
          <p:nvPr/>
        </p:nvGrpSpPr>
        <p:grpSpPr>
          <a:xfrm rot="-1852146">
            <a:off x="13760086" y="6985989"/>
            <a:ext cx="4940785" cy="3486538"/>
            <a:chOff x="0" y="0"/>
            <a:chExt cx="6587713" cy="46487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40581" y="251886"/>
              <a:ext cx="6347132" cy="4396831"/>
            </a:xfrm>
            <a:custGeom>
              <a:avLst/>
              <a:gdLst/>
              <a:ahLst/>
              <a:cxnLst/>
              <a:rect r="r" b="b" t="t" l="l"/>
              <a:pathLst>
                <a:path h="4396831" w="6347132">
                  <a:moveTo>
                    <a:pt x="0" y="0"/>
                  </a:moveTo>
                  <a:lnTo>
                    <a:pt x="6347132" y="0"/>
                  </a:lnTo>
                  <a:lnTo>
                    <a:pt x="6347132" y="4396831"/>
                  </a:lnTo>
                  <a:lnTo>
                    <a:pt x="0" y="4396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47132" cy="4396831"/>
            </a:xfrm>
            <a:custGeom>
              <a:avLst/>
              <a:gdLst/>
              <a:ahLst/>
              <a:cxnLst/>
              <a:rect r="r" b="b" t="t" l="l"/>
              <a:pathLst>
                <a:path h="4396831" w="6347132">
                  <a:moveTo>
                    <a:pt x="0" y="0"/>
                  </a:moveTo>
                  <a:lnTo>
                    <a:pt x="6347132" y="0"/>
                  </a:lnTo>
                  <a:lnTo>
                    <a:pt x="6347132" y="4396831"/>
                  </a:lnTo>
                  <a:lnTo>
                    <a:pt x="0" y="4396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935986">
            <a:off x="-915939" y="548190"/>
            <a:ext cx="5612934" cy="3568749"/>
            <a:chOff x="0" y="0"/>
            <a:chExt cx="7483912" cy="47583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46254" y="257825"/>
              <a:ext cx="7237658" cy="4500508"/>
            </a:xfrm>
            <a:custGeom>
              <a:avLst/>
              <a:gdLst/>
              <a:ahLst/>
              <a:cxnLst/>
              <a:rect r="r" b="b" t="t" l="l"/>
              <a:pathLst>
                <a:path h="4500508" w="7237658">
                  <a:moveTo>
                    <a:pt x="0" y="0"/>
                  </a:moveTo>
                  <a:lnTo>
                    <a:pt x="7237658" y="0"/>
                  </a:lnTo>
                  <a:lnTo>
                    <a:pt x="7237658" y="4500508"/>
                  </a:lnTo>
                  <a:lnTo>
                    <a:pt x="0" y="4500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37658" cy="4500508"/>
            </a:xfrm>
            <a:custGeom>
              <a:avLst/>
              <a:gdLst/>
              <a:ahLst/>
              <a:cxnLst/>
              <a:rect r="r" b="b" t="t" l="l"/>
              <a:pathLst>
                <a:path h="4500508" w="7237658">
                  <a:moveTo>
                    <a:pt x="0" y="0"/>
                  </a:moveTo>
                  <a:lnTo>
                    <a:pt x="7237658" y="0"/>
                  </a:lnTo>
                  <a:lnTo>
                    <a:pt x="7237658" y="4500508"/>
                  </a:lnTo>
                  <a:lnTo>
                    <a:pt x="0" y="4500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2062780">
            <a:off x="-497309" y="6720558"/>
            <a:ext cx="4775674" cy="3751876"/>
            <a:chOff x="0" y="0"/>
            <a:chExt cx="6367565" cy="50025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8890" y="271055"/>
              <a:ext cx="6108674" cy="4731446"/>
            </a:xfrm>
            <a:custGeom>
              <a:avLst/>
              <a:gdLst/>
              <a:ahLst/>
              <a:cxnLst/>
              <a:rect r="r" b="b" t="t" l="l"/>
              <a:pathLst>
                <a:path h="4731446" w="6108674">
                  <a:moveTo>
                    <a:pt x="0" y="0"/>
                  </a:moveTo>
                  <a:lnTo>
                    <a:pt x="6108675" y="0"/>
                  </a:lnTo>
                  <a:lnTo>
                    <a:pt x="6108675" y="4731446"/>
                  </a:lnTo>
                  <a:lnTo>
                    <a:pt x="0" y="4731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08674" cy="4731446"/>
            </a:xfrm>
            <a:custGeom>
              <a:avLst/>
              <a:gdLst/>
              <a:ahLst/>
              <a:cxnLst/>
              <a:rect r="r" b="b" t="t" l="l"/>
              <a:pathLst>
                <a:path h="4731446" w="6108674">
                  <a:moveTo>
                    <a:pt x="0" y="0"/>
                  </a:moveTo>
                  <a:lnTo>
                    <a:pt x="6108674" y="0"/>
                  </a:lnTo>
                  <a:lnTo>
                    <a:pt x="6108674" y="4731446"/>
                  </a:lnTo>
                  <a:lnTo>
                    <a:pt x="0" y="4731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403366">
            <a:off x="6412243" y="-511733"/>
            <a:ext cx="5463514" cy="2782443"/>
            <a:chOff x="0" y="0"/>
            <a:chExt cx="7284686" cy="37099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17515" y="227736"/>
              <a:ext cx="7067170" cy="3482188"/>
            </a:xfrm>
            <a:custGeom>
              <a:avLst/>
              <a:gdLst/>
              <a:ahLst/>
              <a:cxnLst/>
              <a:rect r="r" b="b" t="t" l="l"/>
              <a:pathLst>
                <a:path h="3482188" w="7067170">
                  <a:moveTo>
                    <a:pt x="0" y="0"/>
                  </a:moveTo>
                  <a:lnTo>
                    <a:pt x="7067171" y="0"/>
                  </a:lnTo>
                  <a:lnTo>
                    <a:pt x="7067171" y="3482188"/>
                  </a:lnTo>
                  <a:lnTo>
                    <a:pt x="0" y="3482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7170" cy="3482188"/>
            </a:xfrm>
            <a:custGeom>
              <a:avLst/>
              <a:gdLst/>
              <a:ahLst/>
              <a:cxnLst/>
              <a:rect r="r" b="b" t="t" l="l"/>
              <a:pathLst>
                <a:path h="3482188" w="7067170">
                  <a:moveTo>
                    <a:pt x="0" y="0"/>
                  </a:moveTo>
                  <a:lnTo>
                    <a:pt x="7067170" y="0"/>
                  </a:lnTo>
                  <a:lnTo>
                    <a:pt x="7067170" y="3482188"/>
                  </a:lnTo>
                  <a:lnTo>
                    <a:pt x="0" y="3482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88059" y="7727381"/>
            <a:ext cx="4847886" cy="3765702"/>
            <a:chOff x="0" y="0"/>
            <a:chExt cx="6463848" cy="50209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9844" y="272054"/>
              <a:ext cx="6204004" cy="4748883"/>
            </a:xfrm>
            <a:custGeom>
              <a:avLst/>
              <a:gdLst/>
              <a:ahLst/>
              <a:cxnLst/>
              <a:rect r="r" b="b" t="t" l="l"/>
              <a:pathLst>
                <a:path h="4748883" w="6204004">
                  <a:moveTo>
                    <a:pt x="0" y="0"/>
                  </a:moveTo>
                  <a:lnTo>
                    <a:pt x="6204004" y="0"/>
                  </a:lnTo>
                  <a:lnTo>
                    <a:pt x="6204004" y="4748883"/>
                  </a:lnTo>
                  <a:lnTo>
                    <a:pt x="0" y="474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04004" cy="4748883"/>
            </a:xfrm>
            <a:custGeom>
              <a:avLst/>
              <a:gdLst/>
              <a:ahLst/>
              <a:cxnLst/>
              <a:rect r="r" b="b" t="t" l="l"/>
              <a:pathLst>
                <a:path h="4748883" w="6204004">
                  <a:moveTo>
                    <a:pt x="0" y="0"/>
                  </a:moveTo>
                  <a:lnTo>
                    <a:pt x="6204004" y="0"/>
                  </a:lnTo>
                  <a:lnTo>
                    <a:pt x="6204004" y="4748883"/>
                  </a:lnTo>
                  <a:lnTo>
                    <a:pt x="0" y="474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2503973">
            <a:off x="14517402" y="111088"/>
            <a:ext cx="3893746" cy="3360855"/>
            <a:chOff x="0" y="0"/>
            <a:chExt cx="5191662" cy="4481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31909" y="242806"/>
              <a:ext cx="4959753" cy="4238335"/>
            </a:xfrm>
            <a:custGeom>
              <a:avLst/>
              <a:gdLst/>
              <a:ahLst/>
              <a:cxnLst/>
              <a:rect r="r" b="b" t="t" l="l"/>
              <a:pathLst>
                <a:path h="4238335" w="4959753">
                  <a:moveTo>
                    <a:pt x="0" y="0"/>
                  </a:moveTo>
                  <a:lnTo>
                    <a:pt x="4959753" y="0"/>
                  </a:lnTo>
                  <a:lnTo>
                    <a:pt x="4959753" y="4238334"/>
                  </a:lnTo>
                  <a:lnTo>
                    <a:pt x="0" y="4238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59753" cy="4238335"/>
            </a:xfrm>
            <a:custGeom>
              <a:avLst/>
              <a:gdLst/>
              <a:ahLst/>
              <a:cxnLst/>
              <a:rect r="r" b="b" t="t" l="l"/>
              <a:pathLst>
                <a:path h="4238335" w="4959753">
                  <a:moveTo>
                    <a:pt x="0" y="0"/>
                  </a:moveTo>
                  <a:lnTo>
                    <a:pt x="4959753" y="0"/>
                  </a:lnTo>
                  <a:lnTo>
                    <a:pt x="4959753" y="4238335"/>
                  </a:lnTo>
                  <a:lnTo>
                    <a:pt x="0" y="423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DAHXZI22T7w</dc:identifier>
  <dcterms:modified xsi:type="dcterms:W3CDTF">2011-08-01T06:04:30Z</dcterms:modified>
  <cp:revision>1</cp:revision>
  <dc:title>Writing Informative Texts Presentation</dc:title>
</cp:coreProperties>
</file>