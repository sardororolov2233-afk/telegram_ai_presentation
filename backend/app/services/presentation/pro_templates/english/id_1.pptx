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Funtastic" charset="1" panose="00000000000000000000"/>
      <p:regular r:id="rId21"/>
    </p:embeddedFont>
    <p:embeddedFont>
      <p:font typeface="Dreaming Outloud Sa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26990"/>
            <a:ext cx="16230600" cy="7033020"/>
            <a:chOff x="0" y="0"/>
            <a:chExt cx="4274726" cy="18523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852318"/>
            </a:xfrm>
            <a:custGeom>
              <a:avLst/>
              <a:gdLst/>
              <a:ahLst/>
              <a:cxnLst/>
              <a:rect r="r" b="b" t="t" l="l"/>
              <a:pathLst>
                <a:path h="1852318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827991"/>
                  </a:lnTo>
                  <a:cubicBezTo>
                    <a:pt x="4274726" y="1834443"/>
                    <a:pt x="4272163" y="1840631"/>
                    <a:pt x="4267601" y="1845193"/>
                  </a:cubicBezTo>
                  <a:cubicBezTo>
                    <a:pt x="4263039" y="1849755"/>
                    <a:pt x="4256851" y="1852318"/>
                    <a:pt x="4250399" y="1852318"/>
                  </a:cubicBezTo>
                  <a:lnTo>
                    <a:pt x="24327" y="1852318"/>
                  </a:lnTo>
                  <a:cubicBezTo>
                    <a:pt x="10891" y="1852318"/>
                    <a:pt x="0" y="1841427"/>
                    <a:pt x="0" y="1827991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6CD47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1890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8929" y="2612885"/>
            <a:ext cx="15630142" cy="41529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4850"/>
              </a:lnSpc>
            </a:pPr>
            <a:r>
              <a:rPr lang="en-US" sz="100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{{topic}}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995087" y="5388880"/>
            <a:ext cx="3606061" cy="4114800"/>
          </a:xfrm>
          <a:custGeom>
            <a:avLst/>
            <a:gdLst/>
            <a:ahLst/>
            <a:cxnLst/>
            <a:rect r="r" b="b" t="t" l="l"/>
            <a:pathLst>
              <a:path h="4114800" w="3606061">
                <a:moveTo>
                  <a:pt x="0" y="0"/>
                </a:moveTo>
                <a:lnTo>
                  <a:pt x="3606061" y="0"/>
                </a:lnTo>
                <a:lnTo>
                  <a:pt x="360606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81292" y="6872263"/>
            <a:ext cx="6525416" cy="98610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122"/>
              </a:lnSpc>
            </a:pPr>
            <a:r>
              <a:rPr lang="en-US" sz="3600">
                <a:solidFill>
                  <a:srgbClr val="00004D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487" y="7106679"/>
            <a:ext cx="3925061" cy="3760922"/>
          </a:xfrm>
          <a:custGeom>
            <a:avLst/>
            <a:gdLst/>
            <a:ahLst/>
            <a:cxnLst/>
            <a:rect r="r" b="b" t="t" l="l"/>
            <a:pathLst>
              <a:path h="3760922" w="3925061">
                <a:moveTo>
                  <a:pt x="0" y="0"/>
                </a:moveTo>
                <a:lnTo>
                  <a:pt x="3925061" y="0"/>
                </a:lnTo>
                <a:lnTo>
                  <a:pt x="3925061" y="3760923"/>
                </a:lnTo>
                <a:lnTo>
                  <a:pt x="0" y="376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97624"/>
            <a:ext cx="16230600" cy="3288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38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{{reja}}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494" y="5342828"/>
            <a:ext cx="14837011" cy="28906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{{reja_1}}</a:t>
            </a:r>
          </a:p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{{reja_2}}</a:t>
            </a:r>
          </a:p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{{reja_3}}</a:t>
            </a:r>
          </a:p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487" y="7106679"/>
            <a:ext cx="3925061" cy="3760922"/>
          </a:xfrm>
          <a:custGeom>
            <a:avLst/>
            <a:gdLst/>
            <a:ahLst/>
            <a:cxnLst/>
            <a:rect r="r" b="b" t="t" l="l"/>
            <a:pathLst>
              <a:path h="3760922" w="3925061">
                <a:moveTo>
                  <a:pt x="0" y="0"/>
                </a:moveTo>
                <a:lnTo>
                  <a:pt x="3925061" y="0"/>
                </a:lnTo>
                <a:lnTo>
                  <a:pt x="3925061" y="3760923"/>
                </a:lnTo>
                <a:lnTo>
                  <a:pt x="0" y="376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97624"/>
            <a:ext cx="16230600" cy="3288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38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{{s03_title}}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494" y="5342828"/>
            <a:ext cx="14837011" cy="28906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5496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879" y="4910760"/>
            <a:ext cx="16340389" cy="4066932"/>
            <a:chOff x="0" y="0"/>
            <a:chExt cx="3899704" cy="970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970591"/>
            </a:xfrm>
            <a:custGeom>
              <a:avLst/>
              <a:gdLst/>
              <a:ahLst/>
              <a:cxnLst/>
              <a:rect r="r" b="b" t="t" l="l"/>
              <a:pathLst>
                <a:path h="970591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952587"/>
                  </a:lnTo>
                  <a:cubicBezTo>
                    <a:pt x="3899704" y="957362"/>
                    <a:pt x="3897807" y="961941"/>
                    <a:pt x="3894431" y="965317"/>
                  </a:cubicBezTo>
                  <a:cubicBezTo>
                    <a:pt x="3891054" y="968694"/>
                    <a:pt x="3886475" y="970591"/>
                    <a:pt x="3881700" y="970591"/>
                  </a:cubicBezTo>
                  <a:lnTo>
                    <a:pt x="18004" y="970591"/>
                  </a:lnTo>
                  <a:cubicBezTo>
                    <a:pt x="13229" y="970591"/>
                    <a:pt x="8650" y="968694"/>
                    <a:pt x="5273" y="965317"/>
                  </a:cubicBezTo>
                  <a:cubicBezTo>
                    <a:pt x="1897" y="961941"/>
                    <a:pt x="0" y="957362"/>
                    <a:pt x="0" y="952587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999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731" y="2624595"/>
            <a:ext cx="9446416" cy="1648137"/>
            <a:chOff x="0" y="0"/>
            <a:chExt cx="1438752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4752" y="0"/>
                  </a:moveTo>
                  <a:lnTo>
                    <a:pt x="1424000" y="0"/>
                  </a:lnTo>
                  <a:cubicBezTo>
                    <a:pt x="1432147" y="0"/>
                    <a:pt x="1438752" y="6605"/>
                    <a:pt x="1438752" y="14752"/>
                  </a:cubicBezTo>
                  <a:lnTo>
                    <a:pt x="1438752" y="236270"/>
                  </a:lnTo>
                  <a:cubicBezTo>
                    <a:pt x="1438752" y="244418"/>
                    <a:pt x="1432147" y="251022"/>
                    <a:pt x="1424000" y="251022"/>
                  </a:cubicBezTo>
                  <a:lnTo>
                    <a:pt x="14752" y="251022"/>
                  </a:lnTo>
                  <a:cubicBezTo>
                    <a:pt x="6605" y="251022"/>
                    <a:pt x="0" y="244418"/>
                    <a:pt x="0" y="236270"/>
                  </a:cubicBezTo>
                  <a:lnTo>
                    <a:pt x="0" y="14752"/>
                  </a:lnTo>
                  <a:cubicBezTo>
                    <a:pt x="0" y="6605"/>
                    <a:pt x="6605" y="0"/>
                    <a:pt x="14752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63169" y="3253090"/>
            <a:ext cx="4806864" cy="2543632"/>
          </a:xfrm>
          <a:custGeom>
            <a:avLst/>
            <a:gdLst/>
            <a:ahLst/>
            <a:cxnLst/>
            <a:rect r="r" b="b" t="t" l="l"/>
            <a:pathLst>
              <a:path h="2543632" w="4806864">
                <a:moveTo>
                  <a:pt x="0" y="0"/>
                </a:moveTo>
                <a:lnTo>
                  <a:pt x="4806864" y="0"/>
                </a:lnTo>
                <a:lnTo>
                  <a:pt x="4806864" y="2543632"/>
                </a:lnTo>
                <a:lnTo>
                  <a:pt x="0" y="254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0830" y="3167365"/>
            <a:ext cx="8974219" cy="7456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117"/>
              </a:lnSpc>
            </a:pPr>
            <a:r>
              <a:rPr lang="en-US" sz="42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{{s04_label_1}}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879" y="6606449"/>
            <a:ext cx="16050530" cy="17487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{{s04_text_1}}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254" y="1047750"/>
            <a:ext cx="8396991" cy="2412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862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{{s04_title}}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390" y="5234411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{{s04_label_2}}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2306"/>
            <a:ext cx="16301171" cy="5713555"/>
            <a:chOff x="0" y="0"/>
            <a:chExt cx="3890344" cy="1363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0344" cy="1363564"/>
            </a:xfrm>
            <a:custGeom>
              <a:avLst/>
              <a:gdLst/>
              <a:ahLst/>
              <a:cxnLst/>
              <a:rect r="r" b="b" t="t" l="l"/>
              <a:pathLst>
                <a:path h="1363564" w="3890344">
                  <a:moveTo>
                    <a:pt x="18047" y="0"/>
                  </a:moveTo>
                  <a:lnTo>
                    <a:pt x="3872297" y="0"/>
                  </a:lnTo>
                  <a:cubicBezTo>
                    <a:pt x="3877083" y="0"/>
                    <a:pt x="3881674" y="1901"/>
                    <a:pt x="3885058" y="5286"/>
                  </a:cubicBezTo>
                  <a:cubicBezTo>
                    <a:pt x="3888442" y="8670"/>
                    <a:pt x="3890344" y="13261"/>
                    <a:pt x="3890344" y="18047"/>
                  </a:cubicBezTo>
                  <a:lnTo>
                    <a:pt x="3890344" y="1345517"/>
                  </a:lnTo>
                  <a:cubicBezTo>
                    <a:pt x="3890344" y="1355484"/>
                    <a:pt x="3882264" y="1363564"/>
                    <a:pt x="3872297" y="1363564"/>
                  </a:cubicBezTo>
                  <a:lnTo>
                    <a:pt x="18047" y="1363564"/>
                  </a:lnTo>
                  <a:cubicBezTo>
                    <a:pt x="8080" y="1363564"/>
                    <a:pt x="0" y="1355484"/>
                    <a:pt x="0" y="1345517"/>
                  </a:cubicBezTo>
                  <a:lnTo>
                    <a:pt x="0" y="18047"/>
                  </a:lnTo>
                  <a:cubicBezTo>
                    <a:pt x="0" y="8080"/>
                    <a:pt x="8080" y="0"/>
                    <a:pt x="1804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0344" cy="1392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8447" y="2470590"/>
            <a:ext cx="7170998" cy="1251140"/>
            <a:chOff x="0" y="0"/>
            <a:chExt cx="1438752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9433" y="0"/>
                  </a:moveTo>
                  <a:lnTo>
                    <a:pt x="1419319" y="0"/>
                  </a:lnTo>
                  <a:cubicBezTo>
                    <a:pt x="1430052" y="0"/>
                    <a:pt x="1438752" y="8700"/>
                    <a:pt x="1438752" y="19433"/>
                  </a:cubicBezTo>
                  <a:lnTo>
                    <a:pt x="1438752" y="231589"/>
                  </a:lnTo>
                  <a:cubicBezTo>
                    <a:pt x="1438752" y="242322"/>
                    <a:pt x="1430052" y="251022"/>
                    <a:pt x="1419319" y="251022"/>
                  </a:cubicBezTo>
                  <a:lnTo>
                    <a:pt x="19433" y="251022"/>
                  </a:lnTo>
                  <a:cubicBezTo>
                    <a:pt x="8700" y="251022"/>
                    <a:pt x="0" y="242322"/>
                    <a:pt x="0" y="231589"/>
                  </a:cubicBezTo>
                  <a:lnTo>
                    <a:pt x="0" y="19433"/>
                  </a:lnTo>
                  <a:cubicBezTo>
                    <a:pt x="0" y="8700"/>
                    <a:pt x="8700" y="0"/>
                    <a:pt x="19433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97675" y="2890545"/>
            <a:ext cx="6812543" cy="558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{{s05_label_1}}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271" y="4653284"/>
            <a:ext cx="16104263" cy="3558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{{s05_text_1}}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6769" y="1257300"/>
            <a:ext cx="6374355" cy="18388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04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{{s05_title}}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210" y="3395957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{{s05_label_2}}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8890" y="7764226"/>
            <a:ext cx="14314342" cy="1166968"/>
            <a:chOff x="0" y="0"/>
            <a:chExt cx="3920852" cy="3196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20852" cy="319645"/>
            </a:xfrm>
            <a:custGeom>
              <a:avLst/>
              <a:gdLst/>
              <a:ahLst/>
              <a:cxnLst/>
              <a:rect r="r" b="b" t="t" l="l"/>
              <a:pathLst>
                <a:path h="319645" w="3920852">
                  <a:moveTo>
                    <a:pt x="20552" y="0"/>
                  </a:moveTo>
                  <a:lnTo>
                    <a:pt x="3900300" y="0"/>
                  </a:lnTo>
                  <a:cubicBezTo>
                    <a:pt x="3905751" y="0"/>
                    <a:pt x="3910978" y="2165"/>
                    <a:pt x="3914832" y="6020"/>
                  </a:cubicBezTo>
                  <a:cubicBezTo>
                    <a:pt x="3918687" y="9874"/>
                    <a:pt x="3920852" y="15102"/>
                    <a:pt x="3920852" y="20552"/>
                  </a:cubicBezTo>
                  <a:lnTo>
                    <a:pt x="3920852" y="299093"/>
                  </a:lnTo>
                  <a:cubicBezTo>
                    <a:pt x="3920852" y="304544"/>
                    <a:pt x="3918687" y="309771"/>
                    <a:pt x="3914832" y="313625"/>
                  </a:cubicBezTo>
                  <a:cubicBezTo>
                    <a:pt x="3910978" y="317480"/>
                    <a:pt x="3905751" y="319645"/>
                    <a:pt x="3900300" y="319645"/>
                  </a:cubicBezTo>
                  <a:lnTo>
                    <a:pt x="20552" y="319645"/>
                  </a:lnTo>
                  <a:cubicBezTo>
                    <a:pt x="15102" y="319645"/>
                    <a:pt x="9874" y="317480"/>
                    <a:pt x="6020" y="313625"/>
                  </a:cubicBezTo>
                  <a:cubicBezTo>
                    <a:pt x="2165" y="309771"/>
                    <a:pt x="0" y="304544"/>
                    <a:pt x="0" y="299093"/>
                  </a:cubicBezTo>
                  <a:lnTo>
                    <a:pt x="0" y="20552"/>
                  </a:lnTo>
                  <a:cubicBezTo>
                    <a:pt x="0" y="15102"/>
                    <a:pt x="2165" y="9874"/>
                    <a:pt x="6020" y="6020"/>
                  </a:cubicBezTo>
                  <a:cubicBezTo>
                    <a:pt x="9874" y="2165"/>
                    <a:pt x="15102" y="0"/>
                    <a:pt x="2055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20852" cy="348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824202" y="4384238"/>
            <a:ext cx="5224329" cy="1518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89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{{s06_title}}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8539" y="8091642"/>
            <a:ext cx="13721176" cy="5247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4870" y="7006542"/>
            <a:ext cx="6262138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{{s06_label_1}}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13410" y="2033912"/>
            <a:ext cx="14345890" cy="1765784"/>
            <a:chOff x="0" y="0"/>
            <a:chExt cx="3929494" cy="483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9493" cy="483667"/>
            </a:xfrm>
            <a:custGeom>
              <a:avLst/>
              <a:gdLst/>
              <a:ahLst/>
              <a:cxnLst/>
              <a:rect r="r" b="b" t="t" l="l"/>
              <a:pathLst>
                <a:path h="483667" w="3929493">
                  <a:moveTo>
                    <a:pt x="20507" y="0"/>
                  </a:moveTo>
                  <a:lnTo>
                    <a:pt x="3908986" y="0"/>
                  </a:lnTo>
                  <a:cubicBezTo>
                    <a:pt x="3914425" y="0"/>
                    <a:pt x="3919641" y="2161"/>
                    <a:pt x="3923487" y="6006"/>
                  </a:cubicBezTo>
                  <a:cubicBezTo>
                    <a:pt x="3927333" y="9852"/>
                    <a:pt x="3929493" y="15068"/>
                    <a:pt x="3929493" y="20507"/>
                  </a:cubicBezTo>
                  <a:lnTo>
                    <a:pt x="3929493" y="463160"/>
                  </a:lnTo>
                  <a:cubicBezTo>
                    <a:pt x="3929493" y="474486"/>
                    <a:pt x="3920312" y="483667"/>
                    <a:pt x="3908986" y="483667"/>
                  </a:cubicBezTo>
                  <a:lnTo>
                    <a:pt x="20507" y="483667"/>
                  </a:lnTo>
                  <a:cubicBezTo>
                    <a:pt x="15068" y="483667"/>
                    <a:pt x="9852" y="481507"/>
                    <a:pt x="6006" y="477661"/>
                  </a:cubicBezTo>
                  <a:cubicBezTo>
                    <a:pt x="2161" y="473815"/>
                    <a:pt x="0" y="468599"/>
                    <a:pt x="0" y="463160"/>
                  </a:cubicBezTo>
                  <a:lnTo>
                    <a:pt x="0" y="20507"/>
                  </a:lnTo>
                  <a:cubicBezTo>
                    <a:pt x="0" y="15068"/>
                    <a:pt x="2161" y="9852"/>
                    <a:pt x="6006" y="6006"/>
                  </a:cubicBezTo>
                  <a:cubicBezTo>
                    <a:pt x="9852" y="2161"/>
                    <a:pt x="15068" y="0"/>
                    <a:pt x="2050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929494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43244" y="2348661"/>
            <a:ext cx="137425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{{s06_text_2}}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9390" y="1289131"/>
            <a:ext cx="5259623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{{s06_label_2}}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13410" y="4877228"/>
            <a:ext cx="14251246" cy="1771365"/>
            <a:chOff x="0" y="0"/>
            <a:chExt cx="3903570" cy="485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3569" cy="485196"/>
            </a:xfrm>
            <a:custGeom>
              <a:avLst/>
              <a:gdLst/>
              <a:ahLst/>
              <a:cxnLst/>
              <a:rect r="r" b="b" t="t" l="l"/>
              <a:pathLst>
                <a:path h="485196" w="3903569">
                  <a:moveTo>
                    <a:pt x="20643" y="0"/>
                  </a:moveTo>
                  <a:lnTo>
                    <a:pt x="3882926" y="0"/>
                  </a:lnTo>
                  <a:cubicBezTo>
                    <a:pt x="3894327" y="0"/>
                    <a:pt x="3903569" y="9242"/>
                    <a:pt x="3903569" y="20643"/>
                  </a:cubicBezTo>
                  <a:lnTo>
                    <a:pt x="3903569" y="464553"/>
                  </a:lnTo>
                  <a:cubicBezTo>
                    <a:pt x="3903569" y="475954"/>
                    <a:pt x="3894327" y="485196"/>
                    <a:pt x="3882926" y="485196"/>
                  </a:cubicBezTo>
                  <a:lnTo>
                    <a:pt x="20643" y="485196"/>
                  </a:lnTo>
                  <a:cubicBezTo>
                    <a:pt x="9242" y="485196"/>
                    <a:pt x="0" y="475954"/>
                    <a:pt x="0" y="464553"/>
                  </a:cubicBezTo>
                  <a:lnTo>
                    <a:pt x="0" y="20643"/>
                  </a:lnTo>
                  <a:cubicBezTo>
                    <a:pt x="0" y="9242"/>
                    <a:pt x="9242" y="0"/>
                    <a:pt x="2064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903570" cy="51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203000" y="5190308"/>
            <a:ext cx="136881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79390" y="4138594"/>
            <a:ext cx="3696138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{{s06_label_3}}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879" y="4512866"/>
            <a:ext cx="16340389" cy="4857579"/>
            <a:chOff x="0" y="0"/>
            <a:chExt cx="3899704" cy="115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1159282"/>
            </a:xfrm>
            <a:custGeom>
              <a:avLst/>
              <a:gdLst/>
              <a:ahLst/>
              <a:cxnLst/>
              <a:rect r="r" b="b" t="t" l="l"/>
              <a:pathLst>
                <a:path h="1159282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1141278"/>
                  </a:lnTo>
                  <a:cubicBezTo>
                    <a:pt x="3899704" y="1146053"/>
                    <a:pt x="3897807" y="1150632"/>
                    <a:pt x="3894431" y="1154009"/>
                  </a:cubicBezTo>
                  <a:cubicBezTo>
                    <a:pt x="3891054" y="1157385"/>
                    <a:pt x="3886475" y="1159282"/>
                    <a:pt x="3881700" y="1159282"/>
                  </a:cubicBezTo>
                  <a:lnTo>
                    <a:pt x="18004" y="1159282"/>
                  </a:lnTo>
                  <a:cubicBezTo>
                    <a:pt x="13229" y="1159282"/>
                    <a:pt x="8650" y="1157385"/>
                    <a:pt x="5273" y="1154009"/>
                  </a:cubicBezTo>
                  <a:cubicBezTo>
                    <a:pt x="1897" y="1150632"/>
                    <a:pt x="0" y="1146053"/>
                    <a:pt x="0" y="1141278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1187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2879" y="6208554"/>
            <a:ext cx="16050530" cy="265366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{{s07_text_1}}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4731" y="2226700"/>
            <a:ext cx="9446416" cy="1648137"/>
            <a:chOff x="0" y="0"/>
            <a:chExt cx="1438752" cy="2510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4752" y="0"/>
                  </a:moveTo>
                  <a:lnTo>
                    <a:pt x="1424000" y="0"/>
                  </a:lnTo>
                  <a:cubicBezTo>
                    <a:pt x="1432147" y="0"/>
                    <a:pt x="1438752" y="6605"/>
                    <a:pt x="1438752" y="14752"/>
                  </a:cubicBezTo>
                  <a:lnTo>
                    <a:pt x="1438752" y="236270"/>
                  </a:lnTo>
                  <a:cubicBezTo>
                    <a:pt x="1438752" y="244418"/>
                    <a:pt x="1432147" y="251022"/>
                    <a:pt x="1424000" y="251022"/>
                  </a:cubicBezTo>
                  <a:lnTo>
                    <a:pt x="14752" y="251022"/>
                  </a:lnTo>
                  <a:cubicBezTo>
                    <a:pt x="6605" y="251022"/>
                    <a:pt x="0" y="244418"/>
                    <a:pt x="0" y="236270"/>
                  </a:cubicBezTo>
                  <a:lnTo>
                    <a:pt x="0" y="14752"/>
                  </a:lnTo>
                  <a:cubicBezTo>
                    <a:pt x="0" y="6605"/>
                    <a:pt x="6605" y="0"/>
                    <a:pt x="14752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59341" y="2396501"/>
            <a:ext cx="3679809" cy="3083865"/>
          </a:xfrm>
          <a:custGeom>
            <a:avLst/>
            <a:gdLst/>
            <a:ahLst/>
            <a:cxnLst/>
            <a:rect r="r" b="b" t="t" l="l"/>
            <a:pathLst>
              <a:path h="3083865" w="3679809">
                <a:moveTo>
                  <a:pt x="0" y="0"/>
                </a:moveTo>
                <a:lnTo>
                  <a:pt x="3679809" y="0"/>
                </a:lnTo>
                <a:lnTo>
                  <a:pt x="3679809" y="3083865"/>
                </a:lnTo>
                <a:lnTo>
                  <a:pt x="0" y="308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0830" y="2769470"/>
            <a:ext cx="8974219" cy="7456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117"/>
              </a:lnSpc>
            </a:pPr>
            <a:r>
              <a:rPr lang="en-US" sz="42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{{s07_label_1}}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254" y="649856"/>
            <a:ext cx="8396991" cy="2412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862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390" y="4836517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{{s07_label_2}}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2306"/>
            <a:ext cx="16301171" cy="5713555"/>
            <a:chOff x="0" y="0"/>
            <a:chExt cx="3890344" cy="1363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0344" cy="1363564"/>
            </a:xfrm>
            <a:custGeom>
              <a:avLst/>
              <a:gdLst/>
              <a:ahLst/>
              <a:cxnLst/>
              <a:rect r="r" b="b" t="t" l="l"/>
              <a:pathLst>
                <a:path h="1363564" w="3890344">
                  <a:moveTo>
                    <a:pt x="18047" y="0"/>
                  </a:moveTo>
                  <a:lnTo>
                    <a:pt x="3872297" y="0"/>
                  </a:lnTo>
                  <a:cubicBezTo>
                    <a:pt x="3877083" y="0"/>
                    <a:pt x="3881674" y="1901"/>
                    <a:pt x="3885058" y="5286"/>
                  </a:cubicBezTo>
                  <a:cubicBezTo>
                    <a:pt x="3888442" y="8670"/>
                    <a:pt x="3890344" y="13261"/>
                    <a:pt x="3890344" y="18047"/>
                  </a:cubicBezTo>
                  <a:lnTo>
                    <a:pt x="3890344" y="1345517"/>
                  </a:lnTo>
                  <a:cubicBezTo>
                    <a:pt x="3890344" y="1355484"/>
                    <a:pt x="3882264" y="1363564"/>
                    <a:pt x="3872297" y="1363564"/>
                  </a:cubicBezTo>
                  <a:lnTo>
                    <a:pt x="18047" y="1363564"/>
                  </a:lnTo>
                  <a:cubicBezTo>
                    <a:pt x="8080" y="1363564"/>
                    <a:pt x="0" y="1355484"/>
                    <a:pt x="0" y="1345517"/>
                  </a:cubicBezTo>
                  <a:lnTo>
                    <a:pt x="0" y="18047"/>
                  </a:lnTo>
                  <a:cubicBezTo>
                    <a:pt x="0" y="8080"/>
                    <a:pt x="8080" y="0"/>
                    <a:pt x="1804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0344" cy="1392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8447" y="2470590"/>
            <a:ext cx="7170998" cy="1251140"/>
            <a:chOff x="0" y="0"/>
            <a:chExt cx="1438752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9433" y="0"/>
                  </a:moveTo>
                  <a:lnTo>
                    <a:pt x="1419319" y="0"/>
                  </a:lnTo>
                  <a:cubicBezTo>
                    <a:pt x="1430052" y="0"/>
                    <a:pt x="1438752" y="8700"/>
                    <a:pt x="1438752" y="19433"/>
                  </a:cubicBezTo>
                  <a:lnTo>
                    <a:pt x="1438752" y="231589"/>
                  </a:lnTo>
                  <a:cubicBezTo>
                    <a:pt x="1438752" y="242322"/>
                    <a:pt x="1430052" y="251022"/>
                    <a:pt x="1419319" y="251022"/>
                  </a:cubicBezTo>
                  <a:lnTo>
                    <a:pt x="19433" y="251022"/>
                  </a:lnTo>
                  <a:cubicBezTo>
                    <a:pt x="8700" y="251022"/>
                    <a:pt x="0" y="242322"/>
                    <a:pt x="0" y="231589"/>
                  </a:cubicBezTo>
                  <a:lnTo>
                    <a:pt x="0" y="19433"/>
                  </a:lnTo>
                  <a:cubicBezTo>
                    <a:pt x="0" y="8700"/>
                    <a:pt x="8700" y="0"/>
                    <a:pt x="19433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97675" y="2890545"/>
            <a:ext cx="6812543" cy="558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{{s08_label_1}}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271" y="4653284"/>
            <a:ext cx="16104263" cy="3558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{{s08_text_1}}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6769" y="1257300"/>
            <a:ext cx="6374355" cy="18388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04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{{s08_title}}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210" y="3395957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{{s08_label_2}}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4958" y="4889398"/>
            <a:ext cx="14314342" cy="1765784"/>
            <a:chOff x="0" y="0"/>
            <a:chExt cx="3920852" cy="483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20852" cy="483667"/>
            </a:xfrm>
            <a:custGeom>
              <a:avLst/>
              <a:gdLst/>
              <a:ahLst/>
              <a:cxnLst/>
              <a:rect r="r" b="b" t="t" l="l"/>
              <a:pathLst>
                <a:path h="483667" w="3920852">
                  <a:moveTo>
                    <a:pt x="20552" y="0"/>
                  </a:moveTo>
                  <a:lnTo>
                    <a:pt x="3900300" y="0"/>
                  </a:lnTo>
                  <a:cubicBezTo>
                    <a:pt x="3905751" y="0"/>
                    <a:pt x="3910978" y="2165"/>
                    <a:pt x="3914832" y="6020"/>
                  </a:cubicBezTo>
                  <a:cubicBezTo>
                    <a:pt x="3918687" y="9874"/>
                    <a:pt x="3920852" y="15102"/>
                    <a:pt x="3920852" y="20552"/>
                  </a:cubicBezTo>
                  <a:lnTo>
                    <a:pt x="3920852" y="463115"/>
                  </a:lnTo>
                  <a:cubicBezTo>
                    <a:pt x="3920852" y="468566"/>
                    <a:pt x="3918687" y="473793"/>
                    <a:pt x="3914832" y="477648"/>
                  </a:cubicBezTo>
                  <a:cubicBezTo>
                    <a:pt x="3910978" y="481502"/>
                    <a:pt x="3905751" y="483667"/>
                    <a:pt x="3900300" y="483667"/>
                  </a:cubicBezTo>
                  <a:lnTo>
                    <a:pt x="20552" y="483667"/>
                  </a:lnTo>
                  <a:cubicBezTo>
                    <a:pt x="15102" y="483667"/>
                    <a:pt x="9874" y="481502"/>
                    <a:pt x="6020" y="477648"/>
                  </a:cubicBezTo>
                  <a:cubicBezTo>
                    <a:pt x="2165" y="473793"/>
                    <a:pt x="0" y="468566"/>
                    <a:pt x="0" y="463115"/>
                  </a:cubicBezTo>
                  <a:lnTo>
                    <a:pt x="0" y="20552"/>
                  </a:lnTo>
                  <a:cubicBezTo>
                    <a:pt x="0" y="15102"/>
                    <a:pt x="2165" y="9874"/>
                    <a:pt x="6020" y="6020"/>
                  </a:cubicBezTo>
                  <a:cubicBezTo>
                    <a:pt x="9874" y="2165"/>
                    <a:pt x="15102" y="0"/>
                    <a:pt x="2055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20852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824202" y="4384238"/>
            <a:ext cx="5224329" cy="1518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89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{{s09_title}}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4607" y="5216813"/>
            <a:ext cx="13721176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7642" y="4152426"/>
            <a:ext cx="9415721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{{s09_label_1}}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13410" y="2080218"/>
            <a:ext cx="14345890" cy="1765784"/>
            <a:chOff x="0" y="0"/>
            <a:chExt cx="3929494" cy="483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9493" cy="483667"/>
            </a:xfrm>
            <a:custGeom>
              <a:avLst/>
              <a:gdLst/>
              <a:ahLst/>
              <a:cxnLst/>
              <a:rect r="r" b="b" t="t" l="l"/>
              <a:pathLst>
                <a:path h="483667" w="3929493">
                  <a:moveTo>
                    <a:pt x="20507" y="0"/>
                  </a:moveTo>
                  <a:lnTo>
                    <a:pt x="3908986" y="0"/>
                  </a:lnTo>
                  <a:cubicBezTo>
                    <a:pt x="3914425" y="0"/>
                    <a:pt x="3919641" y="2161"/>
                    <a:pt x="3923487" y="6006"/>
                  </a:cubicBezTo>
                  <a:cubicBezTo>
                    <a:pt x="3927333" y="9852"/>
                    <a:pt x="3929493" y="15068"/>
                    <a:pt x="3929493" y="20507"/>
                  </a:cubicBezTo>
                  <a:lnTo>
                    <a:pt x="3929493" y="463160"/>
                  </a:lnTo>
                  <a:cubicBezTo>
                    <a:pt x="3929493" y="474486"/>
                    <a:pt x="3920312" y="483667"/>
                    <a:pt x="3908986" y="483667"/>
                  </a:cubicBezTo>
                  <a:lnTo>
                    <a:pt x="20507" y="483667"/>
                  </a:lnTo>
                  <a:cubicBezTo>
                    <a:pt x="15068" y="483667"/>
                    <a:pt x="9852" y="481507"/>
                    <a:pt x="6006" y="477661"/>
                  </a:cubicBezTo>
                  <a:cubicBezTo>
                    <a:pt x="2161" y="473815"/>
                    <a:pt x="0" y="468599"/>
                    <a:pt x="0" y="463160"/>
                  </a:cubicBezTo>
                  <a:lnTo>
                    <a:pt x="0" y="20507"/>
                  </a:lnTo>
                  <a:cubicBezTo>
                    <a:pt x="0" y="15068"/>
                    <a:pt x="2161" y="9852"/>
                    <a:pt x="6006" y="6006"/>
                  </a:cubicBezTo>
                  <a:cubicBezTo>
                    <a:pt x="9852" y="2161"/>
                    <a:pt x="15068" y="0"/>
                    <a:pt x="2050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929494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43244" y="2394967"/>
            <a:ext cx="137425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{{s09_text_2}}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6094" y="1337100"/>
            <a:ext cx="7264199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{{s09_label_2}}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08054" y="7699217"/>
            <a:ext cx="14251246" cy="1185671"/>
            <a:chOff x="0" y="0"/>
            <a:chExt cx="3903570" cy="3247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3569" cy="324768"/>
            </a:xfrm>
            <a:custGeom>
              <a:avLst/>
              <a:gdLst/>
              <a:ahLst/>
              <a:cxnLst/>
              <a:rect r="r" b="b" t="t" l="l"/>
              <a:pathLst>
                <a:path h="324768" w="3903569">
                  <a:moveTo>
                    <a:pt x="20643" y="0"/>
                  </a:moveTo>
                  <a:lnTo>
                    <a:pt x="3882926" y="0"/>
                  </a:lnTo>
                  <a:cubicBezTo>
                    <a:pt x="3894327" y="0"/>
                    <a:pt x="3903569" y="9242"/>
                    <a:pt x="3903569" y="20643"/>
                  </a:cubicBezTo>
                  <a:lnTo>
                    <a:pt x="3903569" y="304125"/>
                  </a:lnTo>
                  <a:cubicBezTo>
                    <a:pt x="3903569" y="309600"/>
                    <a:pt x="3901394" y="314850"/>
                    <a:pt x="3897523" y="318722"/>
                  </a:cubicBezTo>
                  <a:cubicBezTo>
                    <a:pt x="3893652" y="322593"/>
                    <a:pt x="3888401" y="324768"/>
                    <a:pt x="3882926" y="324768"/>
                  </a:cubicBezTo>
                  <a:lnTo>
                    <a:pt x="20643" y="324768"/>
                  </a:lnTo>
                  <a:cubicBezTo>
                    <a:pt x="9242" y="324768"/>
                    <a:pt x="0" y="315526"/>
                    <a:pt x="0" y="304125"/>
                  </a:cubicBezTo>
                  <a:lnTo>
                    <a:pt x="0" y="20643"/>
                  </a:lnTo>
                  <a:cubicBezTo>
                    <a:pt x="0" y="9242"/>
                    <a:pt x="9242" y="0"/>
                    <a:pt x="2064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903570" cy="353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297644" y="8012297"/>
            <a:ext cx="13688139" cy="5247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80737" y="6962245"/>
            <a:ext cx="7731478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{{s09_label_3}}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879" y="4910760"/>
            <a:ext cx="16340389" cy="4066932"/>
            <a:chOff x="0" y="0"/>
            <a:chExt cx="3899704" cy="970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970591"/>
            </a:xfrm>
            <a:custGeom>
              <a:avLst/>
              <a:gdLst/>
              <a:ahLst/>
              <a:cxnLst/>
              <a:rect r="r" b="b" t="t" l="l"/>
              <a:pathLst>
                <a:path h="970591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952587"/>
                  </a:lnTo>
                  <a:cubicBezTo>
                    <a:pt x="3899704" y="957362"/>
                    <a:pt x="3897807" y="961941"/>
                    <a:pt x="3894431" y="965317"/>
                  </a:cubicBezTo>
                  <a:cubicBezTo>
                    <a:pt x="3891054" y="968694"/>
                    <a:pt x="3886475" y="970591"/>
                    <a:pt x="3881700" y="970591"/>
                  </a:cubicBezTo>
                  <a:lnTo>
                    <a:pt x="18004" y="970591"/>
                  </a:lnTo>
                  <a:cubicBezTo>
                    <a:pt x="13229" y="970591"/>
                    <a:pt x="8650" y="968694"/>
                    <a:pt x="5273" y="965317"/>
                  </a:cubicBezTo>
                  <a:cubicBezTo>
                    <a:pt x="1897" y="961941"/>
                    <a:pt x="0" y="957362"/>
                    <a:pt x="0" y="952587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999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731" y="2624595"/>
            <a:ext cx="6932256" cy="1648137"/>
            <a:chOff x="0" y="0"/>
            <a:chExt cx="1055829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5829" cy="251022"/>
            </a:xfrm>
            <a:custGeom>
              <a:avLst/>
              <a:gdLst/>
              <a:ahLst/>
              <a:cxnLst/>
              <a:rect r="r" b="b" t="t" l="l"/>
              <a:pathLst>
                <a:path h="251022" w="1055829">
                  <a:moveTo>
                    <a:pt x="20102" y="0"/>
                  </a:moveTo>
                  <a:lnTo>
                    <a:pt x="1035726" y="0"/>
                  </a:lnTo>
                  <a:cubicBezTo>
                    <a:pt x="1041058" y="0"/>
                    <a:pt x="1046171" y="2118"/>
                    <a:pt x="1049941" y="5888"/>
                  </a:cubicBezTo>
                  <a:cubicBezTo>
                    <a:pt x="1053711" y="9658"/>
                    <a:pt x="1055829" y="14771"/>
                    <a:pt x="1055829" y="20102"/>
                  </a:cubicBezTo>
                  <a:lnTo>
                    <a:pt x="1055829" y="230920"/>
                  </a:lnTo>
                  <a:cubicBezTo>
                    <a:pt x="1055829" y="242022"/>
                    <a:pt x="1046829" y="251022"/>
                    <a:pt x="1035726" y="251022"/>
                  </a:cubicBezTo>
                  <a:lnTo>
                    <a:pt x="20102" y="251022"/>
                  </a:lnTo>
                  <a:cubicBezTo>
                    <a:pt x="14771" y="251022"/>
                    <a:pt x="9658" y="248904"/>
                    <a:pt x="5888" y="245134"/>
                  </a:cubicBezTo>
                  <a:cubicBezTo>
                    <a:pt x="2118" y="241364"/>
                    <a:pt x="0" y="236251"/>
                    <a:pt x="0" y="230920"/>
                  </a:cubicBezTo>
                  <a:lnTo>
                    <a:pt x="0" y="20102"/>
                  </a:lnTo>
                  <a:cubicBezTo>
                    <a:pt x="0" y="14771"/>
                    <a:pt x="2118" y="9658"/>
                    <a:pt x="5888" y="5888"/>
                  </a:cubicBezTo>
                  <a:cubicBezTo>
                    <a:pt x="9658" y="2118"/>
                    <a:pt x="14771" y="0"/>
                    <a:pt x="20102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55829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642825">
            <a:off x="11128050" y="2413587"/>
            <a:ext cx="4105433" cy="3110176"/>
          </a:xfrm>
          <a:custGeom>
            <a:avLst/>
            <a:gdLst/>
            <a:ahLst/>
            <a:cxnLst/>
            <a:rect r="r" b="b" t="t" l="l"/>
            <a:pathLst>
              <a:path h="3110176" w="4105433">
                <a:moveTo>
                  <a:pt x="0" y="0"/>
                </a:moveTo>
                <a:lnTo>
                  <a:pt x="4105433" y="0"/>
                </a:lnTo>
                <a:lnTo>
                  <a:pt x="4105433" y="3110176"/>
                </a:lnTo>
                <a:lnTo>
                  <a:pt x="0" y="3110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72164" y="3139738"/>
            <a:ext cx="6297391" cy="74626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6117"/>
              </a:lnSpc>
            </a:pPr>
            <a:r>
              <a:rPr lang="en-US" sz="42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{{s10_label_1}}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879" y="6606449"/>
            <a:ext cx="16050530" cy="17487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{{s10_text_1}}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4454" y="1047750"/>
            <a:ext cx="8396991" cy="2412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862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{{s10_title}}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390" y="5234411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{{s10_label_2}}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2306"/>
            <a:ext cx="16301171" cy="5713555"/>
            <a:chOff x="0" y="0"/>
            <a:chExt cx="3890344" cy="1363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0344" cy="1363564"/>
            </a:xfrm>
            <a:custGeom>
              <a:avLst/>
              <a:gdLst/>
              <a:ahLst/>
              <a:cxnLst/>
              <a:rect r="r" b="b" t="t" l="l"/>
              <a:pathLst>
                <a:path h="1363564" w="3890344">
                  <a:moveTo>
                    <a:pt x="18047" y="0"/>
                  </a:moveTo>
                  <a:lnTo>
                    <a:pt x="3872297" y="0"/>
                  </a:lnTo>
                  <a:cubicBezTo>
                    <a:pt x="3877083" y="0"/>
                    <a:pt x="3881674" y="1901"/>
                    <a:pt x="3885058" y="5286"/>
                  </a:cubicBezTo>
                  <a:cubicBezTo>
                    <a:pt x="3888442" y="8670"/>
                    <a:pt x="3890344" y="13261"/>
                    <a:pt x="3890344" y="18047"/>
                  </a:cubicBezTo>
                  <a:lnTo>
                    <a:pt x="3890344" y="1345517"/>
                  </a:lnTo>
                  <a:cubicBezTo>
                    <a:pt x="3890344" y="1355484"/>
                    <a:pt x="3882264" y="1363564"/>
                    <a:pt x="3872297" y="1363564"/>
                  </a:cubicBezTo>
                  <a:lnTo>
                    <a:pt x="18047" y="1363564"/>
                  </a:lnTo>
                  <a:cubicBezTo>
                    <a:pt x="8080" y="1363564"/>
                    <a:pt x="0" y="1355484"/>
                    <a:pt x="0" y="1345517"/>
                  </a:cubicBezTo>
                  <a:lnTo>
                    <a:pt x="0" y="18047"/>
                  </a:lnTo>
                  <a:cubicBezTo>
                    <a:pt x="0" y="8080"/>
                    <a:pt x="8080" y="0"/>
                    <a:pt x="1804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0344" cy="1392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15358" y="2470590"/>
            <a:ext cx="5474088" cy="1251140"/>
            <a:chOff x="0" y="0"/>
            <a:chExt cx="1098293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8293" cy="251022"/>
            </a:xfrm>
            <a:custGeom>
              <a:avLst/>
              <a:gdLst/>
              <a:ahLst/>
              <a:cxnLst/>
              <a:rect r="r" b="b" t="t" l="l"/>
              <a:pathLst>
                <a:path h="251022" w="1098293">
                  <a:moveTo>
                    <a:pt x="25457" y="0"/>
                  </a:moveTo>
                  <a:lnTo>
                    <a:pt x="1072835" y="0"/>
                  </a:lnTo>
                  <a:cubicBezTo>
                    <a:pt x="1079587" y="0"/>
                    <a:pt x="1086062" y="2682"/>
                    <a:pt x="1090836" y="7456"/>
                  </a:cubicBezTo>
                  <a:cubicBezTo>
                    <a:pt x="1095611" y="12230"/>
                    <a:pt x="1098293" y="18705"/>
                    <a:pt x="1098293" y="25457"/>
                  </a:cubicBezTo>
                  <a:lnTo>
                    <a:pt x="1098293" y="225565"/>
                  </a:lnTo>
                  <a:cubicBezTo>
                    <a:pt x="1098293" y="239625"/>
                    <a:pt x="1086895" y="251022"/>
                    <a:pt x="1072835" y="251022"/>
                  </a:cubicBezTo>
                  <a:lnTo>
                    <a:pt x="25457" y="251022"/>
                  </a:lnTo>
                  <a:cubicBezTo>
                    <a:pt x="11398" y="251022"/>
                    <a:pt x="0" y="239625"/>
                    <a:pt x="0" y="225565"/>
                  </a:cubicBezTo>
                  <a:lnTo>
                    <a:pt x="0" y="25457"/>
                  </a:lnTo>
                  <a:cubicBezTo>
                    <a:pt x="0" y="11398"/>
                    <a:pt x="11398" y="0"/>
                    <a:pt x="25457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8293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515358" y="2914446"/>
            <a:ext cx="5075766" cy="55392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4643"/>
              </a:lnSpc>
            </a:pPr>
            <a:r>
              <a:rPr lang="en-US" sz="331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{{s11_label_1}}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271" y="4653284"/>
            <a:ext cx="15890175" cy="3558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{{s11_text_1}}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6769" y="1257300"/>
            <a:ext cx="6374355" cy="18388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04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{{s11_title}}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210" y="3395957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{{s11_label_2}}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4958" y="4889398"/>
            <a:ext cx="14314342" cy="1765784"/>
            <a:chOff x="0" y="0"/>
            <a:chExt cx="3920852" cy="483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20852" cy="483667"/>
            </a:xfrm>
            <a:custGeom>
              <a:avLst/>
              <a:gdLst/>
              <a:ahLst/>
              <a:cxnLst/>
              <a:rect r="r" b="b" t="t" l="l"/>
              <a:pathLst>
                <a:path h="483667" w="3920852">
                  <a:moveTo>
                    <a:pt x="20552" y="0"/>
                  </a:moveTo>
                  <a:lnTo>
                    <a:pt x="3900300" y="0"/>
                  </a:lnTo>
                  <a:cubicBezTo>
                    <a:pt x="3905751" y="0"/>
                    <a:pt x="3910978" y="2165"/>
                    <a:pt x="3914832" y="6020"/>
                  </a:cubicBezTo>
                  <a:cubicBezTo>
                    <a:pt x="3918687" y="9874"/>
                    <a:pt x="3920852" y="15102"/>
                    <a:pt x="3920852" y="20552"/>
                  </a:cubicBezTo>
                  <a:lnTo>
                    <a:pt x="3920852" y="463115"/>
                  </a:lnTo>
                  <a:cubicBezTo>
                    <a:pt x="3920852" y="468566"/>
                    <a:pt x="3918687" y="473793"/>
                    <a:pt x="3914832" y="477648"/>
                  </a:cubicBezTo>
                  <a:cubicBezTo>
                    <a:pt x="3910978" y="481502"/>
                    <a:pt x="3905751" y="483667"/>
                    <a:pt x="3900300" y="483667"/>
                  </a:cubicBezTo>
                  <a:lnTo>
                    <a:pt x="20552" y="483667"/>
                  </a:lnTo>
                  <a:cubicBezTo>
                    <a:pt x="15102" y="483667"/>
                    <a:pt x="9874" y="481502"/>
                    <a:pt x="6020" y="477648"/>
                  </a:cubicBezTo>
                  <a:cubicBezTo>
                    <a:pt x="2165" y="473793"/>
                    <a:pt x="0" y="468566"/>
                    <a:pt x="0" y="463115"/>
                  </a:cubicBezTo>
                  <a:lnTo>
                    <a:pt x="0" y="20552"/>
                  </a:lnTo>
                  <a:cubicBezTo>
                    <a:pt x="0" y="15102"/>
                    <a:pt x="2165" y="9874"/>
                    <a:pt x="6020" y="6020"/>
                  </a:cubicBezTo>
                  <a:cubicBezTo>
                    <a:pt x="9874" y="2165"/>
                    <a:pt x="15102" y="0"/>
                    <a:pt x="2055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20852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824202" y="4384238"/>
            <a:ext cx="5224329" cy="1518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89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{{s12_title}}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4607" y="5216813"/>
            <a:ext cx="13721176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8313" y="4150763"/>
            <a:ext cx="6902451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{{s12_label_1}}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13410" y="2080218"/>
            <a:ext cx="14345890" cy="1765784"/>
            <a:chOff x="0" y="0"/>
            <a:chExt cx="3929494" cy="483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9493" cy="483667"/>
            </a:xfrm>
            <a:custGeom>
              <a:avLst/>
              <a:gdLst/>
              <a:ahLst/>
              <a:cxnLst/>
              <a:rect r="r" b="b" t="t" l="l"/>
              <a:pathLst>
                <a:path h="483667" w="3929493">
                  <a:moveTo>
                    <a:pt x="20507" y="0"/>
                  </a:moveTo>
                  <a:lnTo>
                    <a:pt x="3908986" y="0"/>
                  </a:lnTo>
                  <a:cubicBezTo>
                    <a:pt x="3914425" y="0"/>
                    <a:pt x="3919641" y="2161"/>
                    <a:pt x="3923487" y="6006"/>
                  </a:cubicBezTo>
                  <a:cubicBezTo>
                    <a:pt x="3927333" y="9852"/>
                    <a:pt x="3929493" y="15068"/>
                    <a:pt x="3929493" y="20507"/>
                  </a:cubicBezTo>
                  <a:lnTo>
                    <a:pt x="3929493" y="463160"/>
                  </a:lnTo>
                  <a:cubicBezTo>
                    <a:pt x="3929493" y="474486"/>
                    <a:pt x="3920312" y="483667"/>
                    <a:pt x="3908986" y="483667"/>
                  </a:cubicBezTo>
                  <a:lnTo>
                    <a:pt x="20507" y="483667"/>
                  </a:lnTo>
                  <a:cubicBezTo>
                    <a:pt x="15068" y="483667"/>
                    <a:pt x="9852" y="481507"/>
                    <a:pt x="6006" y="477661"/>
                  </a:cubicBezTo>
                  <a:cubicBezTo>
                    <a:pt x="2161" y="473815"/>
                    <a:pt x="0" y="468599"/>
                    <a:pt x="0" y="463160"/>
                  </a:cubicBezTo>
                  <a:lnTo>
                    <a:pt x="0" y="20507"/>
                  </a:lnTo>
                  <a:cubicBezTo>
                    <a:pt x="0" y="15068"/>
                    <a:pt x="2161" y="9852"/>
                    <a:pt x="6006" y="6006"/>
                  </a:cubicBezTo>
                  <a:cubicBezTo>
                    <a:pt x="9852" y="2161"/>
                    <a:pt x="15068" y="0"/>
                    <a:pt x="2050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929494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43244" y="2394967"/>
            <a:ext cx="137425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{{s12_text_2}}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6765" y="1335437"/>
            <a:ext cx="6933999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{{s12_label_2}}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08054" y="7699217"/>
            <a:ext cx="14251246" cy="1185671"/>
            <a:chOff x="0" y="0"/>
            <a:chExt cx="3903570" cy="3247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3569" cy="324768"/>
            </a:xfrm>
            <a:custGeom>
              <a:avLst/>
              <a:gdLst/>
              <a:ahLst/>
              <a:cxnLst/>
              <a:rect r="r" b="b" t="t" l="l"/>
              <a:pathLst>
                <a:path h="324768" w="3903569">
                  <a:moveTo>
                    <a:pt x="20643" y="0"/>
                  </a:moveTo>
                  <a:lnTo>
                    <a:pt x="3882926" y="0"/>
                  </a:lnTo>
                  <a:cubicBezTo>
                    <a:pt x="3894327" y="0"/>
                    <a:pt x="3903569" y="9242"/>
                    <a:pt x="3903569" y="20643"/>
                  </a:cubicBezTo>
                  <a:lnTo>
                    <a:pt x="3903569" y="304125"/>
                  </a:lnTo>
                  <a:cubicBezTo>
                    <a:pt x="3903569" y="309600"/>
                    <a:pt x="3901394" y="314850"/>
                    <a:pt x="3897523" y="318722"/>
                  </a:cubicBezTo>
                  <a:cubicBezTo>
                    <a:pt x="3893652" y="322593"/>
                    <a:pt x="3888401" y="324768"/>
                    <a:pt x="3882926" y="324768"/>
                  </a:cubicBezTo>
                  <a:lnTo>
                    <a:pt x="20643" y="324768"/>
                  </a:lnTo>
                  <a:cubicBezTo>
                    <a:pt x="9242" y="324768"/>
                    <a:pt x="0" y="315526"/>
                    <a:pt x="0" y="304125"/>
                  </a:cubicBezTo>
                  <a:lnTo>
                    <a:pt x="0" y="20643"/>
                  </a:lnTo>
                  <a:cubicBezTo>
                    <a:pt x="0" y="9242"/>
                    <a:pt x="9242" y="0"/>
                    <a:pt x="2064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903570" cy="353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297644" y="8012297"/>
            <a:ext cx="13688139" cy="5247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26765" y="6931406"/>
            <a:ext cx="6418521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{{s12_label_3}}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879" y="4910760"/>
            <a:ext cx="16340389" cy="4066932"/>
            <a:chOff x="0" y="0"/>
            <a:chExt cx="3899704" cy="970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970591"/>
            </a:xfrm>
            <a:custGeom>
              <a:avLst/>
              <a:gdLst/>
              <a:ahLst/>
              <a:cxnLst/>
              <a:rect r="r" b="b" t="t" l="l"/>
              <a:pathLst>
                <a:path h="970591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952587"/>
                  </a:lnTo>
                  <a:cubicBezTo>
                    <a:pt x="3899704" y="957362"/>
                    <a:pt x="3897807" y="961941"/>
                    <a:pt x="3894431" y="965317"/>
                  </a:cubicBezTo>
                  <a:cubicBezTo>
                    <a:pt x="3891054" y="968694"/>
                    <a:pt x="3886475" y="970591"/>
                    <a:pt x="3881700" y="970591"/>
                  </a:cubicBezTo>
                  <a:lnTo>
                    <a:pt x="18004" y="970591"/>
                  </a:lnTo>
                  <a:cubicBezTo>
                    <a:pt x="13229" y="970591"/>
                    <a:pt x="8650" y="968694"/>
                    <a:pt x="5273" y="965317"/>
                  </a:cubicBezTo>
                  <a:cubicBezTo>
                    <a:pt x="1897" y="961941"/>
                    <a:pt x="0" y="957362"/>
                    <a:pt x="0" y="952587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9991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731" y="2624595"/>
            <a:ext cx="9446416" cy="1648137"/>
            <a:chOff x="0" y="0"/>
            <a:chExt cx="1438752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4752" y="0"/>
                  </a:moveTo>
                  <a:lnTo>
                    <a:pt x="1424000" y="0"/>
                  </a:lnTo>
                  <a:cubicBezTo>
                    <a:pt x="1432147" y="0"/>
                    <a:pt x="1438752" y="6605"/>
                    <a:pt x="1438752" y="14752"/>
                  </a:cubicBezTo>
                  <a:lnTo>
                    <a:pt x="1438752" y="236270"/>
                  </a:lnTo>
                  <a:cubicBezTo>
                    <a:pt x="1438752" y="244418"/>
                    <a:pt x="1432147" y="251022"/>
                    <a:pt x="1424000" y="251022"/>
                  </a:cubicBezTo>
                  <a:lnTo>
                    <a:pt x="14752" y="251022"/>
                  </a:lnTo>
                  <a:cubicBezTo>
                    <a:pt x="6605" y="251022"/>
                    <a:pt x="0" y="244418"/>
                    <a:pt x="0" y="236270"/>
                  </a:cubicBezTo>
                  <a:lnTo>
                    <a:pt x="0" y="14752"/>
                  </a:lnTo>
                  <a:cubicBezTo>
                    <a:pt x="0" y="6605"/>
                    <a:pt x="6605" y="0"/>
                    <a:pt x="14752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63169" y="3253090"/>
            <a:ext cx="4806864" cy="2543632"/>
          </a:xfrm>
          <a:custGeom>
            <a:avLst/>
            <a:gdLst/>
            <a:ahLst/>
            <a:cxnLst/>
            <a:rect r="r" b="b" t="t" l="l"/>
            <a:pathLst>
              <a:path h="2543632" w="4806864">
                <a:moveTo>
                  <a:pt x="0" y="0"/>
                </a:moveTo>
                <a:lnTo>
                  <a:pt x="4806864" y="0"/>
                </a:lnTo>
                <a:lnTo>
                  <a:pt x="4806864" y="2543632"/>
                </a:lnTo>
                <a:lnTo>
                  <a:pt x="0" y="254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0830" y="3167365"/>
            <a:ext cx="8974219" cy="7456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6117"/>
              </a:lnSpc>
            </a:pPr>
            <a:r>
              <a:rPr lang="en-US" sz="42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{{s13_label_1}}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879" y="6606449"/>
            <a:ext cx="16050530" cy="174879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{{s13_text_1}}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8254" y="1047750"/>
            <a:ext cx="8396991" cy="241273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5862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6390" y="5234411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{{s13_label_2}}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2306"/>
            <a:ext cx="16301171" cy="5713555"/>
            <a:chOff x="0" y="0"/>
            <a:chExt cx="3890344" cy="13635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0344" cy="1363564"/>
            </a:xfrm>
            <a:custGeom>
              <a:avLst/>
              <a:gdLst/>
              <a:ahLst/>
              <a:cxnLst/>
              <a:rect r="r" b="b" t="t" l="l"/>
              <a:pathLst>
                <a:path h="1363564" w="3890344">
                  <a:moveTo>
                    <a:pt x="18047" y="0"/>
                  </a:moveTo>
                  <a:lnTo>
                    <a:pt x="3872297" y="0"/>
                  </a:lnTo>
                  <a:cubicBezTo>
                    <a:pt x="3877083" y="0"/>
                    <a:pt x="3881674" y="1901"/>
                    <a:pt x="3885058" y="5286"/>
                  </a:cubicBezTo>
                  <a:cubicBezTo>
                    <a:pt x="3888442" y="8670"/>
                    <a:pt x="3890344" y="13261"/>
                    <a:pt x="3890344" y="18047"/>
                  </a:cubicBezTo>
                  <a:lnTo>
                    <a:pt x="3890344" y="1345517"/>
                  </a:lnTo>
                  <a:cubicBezTo>
                    <a:pt x="3890344" y="1355484"/>
                    <a:pt x="3882264" y="1363564"/>
                    <a:pt x="3872297" y="1363564"/>
                  </a:cubicBezTo>
                  <a:lnTo>
                    <a:pt x="18047" y="1363564"/>
                  </a:lnTo>
                  <a:cubicBezTo>
                    <a:pt x="8080" y="1363564"/>
                    <a:pt x="0" y="1355484"/>
                    <a:pt x="0" y="1345517"/>
                  </a:cubicBezTo>
                  <a:lnTo>
                    <a:pt x="0" y="18047"/>
                  </a:lnTo>
                  <a:cubicBezTo>
                    <a:pt x="0" y="8080"/>
                    <a:pt x="8080" y="0"/>
                    <a:pt x="1804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0344" cy="1392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8447" y="2470590"/>
            <a:ext cx="7170998" cy="1251140"/>
            <a:chOff x="0" y="0"/>
            <a:chExt cx="1438752" cy="2510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752" cy="251022"/>
            </a:xfrm>
            <a:custGeom>
              <a:avLst/>
              <a:gdLst/>
              <a:ahLst/>
              <a:cxnLst/>
              <a:rect r="r" b="b" t="t" l="l"/>
              <a:pathLst>
                <a:path h="251022" w="1438752">
                  <a:moveTo>
                    <a:pt x="19433" y="0"/>
                  </a:moveTo>
                  <a:lnTo>
                    <a:pt x="1419319" y="0"/>
                  </a:lnTo>
                  <a:cubicBezTo>
                    <a:pt x="1430052" y="0"/>
                    <a:pt x="1438752" y="8700"/>
                    <a:pt x="1438752" y="19433"/>
                  </a:cubicBezTo>
                  <a:lnTo>
                    <a:pt x="1438752" y="231589"/>
                  </a:lnTo>
                  <a:cubicBezTo>
                    <a:pt x="1438752" y="242322"/>
                    <a:pt x="1430052" y="251022"/>
                    <a:pt x="1419319" y="251022"/>
                  </a:cubicBezTo>
                  <a:lnTo>
                    <a:pt x="19433" y="251022"/>
                  </a:lnTo>
                  <a:cubicBezTo>
                    <a:pt x="8700" y="251022"/>
                    <a:pt x="0" y="242322"/>
                    <a:pt x="0" y="231589"/>
                  </a:cubicBezTo>
                  <a:lnTo>
                    <a:pt x="0" y="19433"/>
                  </a:lnTo>
                  <a:cubicBezTo>
                    <a:pt x="0" y="8700"/>
                    <a:pt x="8700" y="0"/>
                    <a:pt x="19433" y="0"/>
                  </a:cubicBezTo>
                  <a:close/>
                </a:path>
              </a:pathLst>
            </a:custGeom>
            <a:solidFill>
              <a:srgbClr val="F6CD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752" cy="28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97675" y="2890545"/>
            <a:ext cx="6812543" cy="55814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{{s14_label_1}}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271" y="4653284"/>
            <a:ext cx="16104263" cy="3558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971550" indent="-485775" lvl="1">
              <a:lnSpc>
                <a:spcPts val="7155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{{s14_text_1}}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16769" y="1257300"/>
            <a:ext cx="6374355" cy="183886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>
              <a:lnSpc>
                <a:spcPts val="1204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{{s14_title}}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210" y="3395957"/>
            <a:ext cx="9425498" cy="106862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7925"/>
              </a:lnSpc>
            </a:pPr>
            <a:r>
              <a:rPr lang="en-US" sz="4200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{{s14_label_2}}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805" y="2234792"/>
            <a:ext cx="16340389" cy="6898693"/>
            <a:chOff x="0" y="0"/>
            <a:chExt cx="3899704" cy="1646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1646403"/>
            </a:xfrm>
            <a:custGeom>
              <a:avLst/>
              <a:gdLst/>
              <a:ahLst/>
              <a:cxnLst/>
              <a:rect r="r" b="b" t="t" l="l"/>
              <a:pathLst>
                <a:path h="1646403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1628399"/>
                  </a:lnTo>
                  <a:cubicBezTo>
                    <a:pt x="3899704" y="1633174"/>
                    <a:pt x="3897807" y="1637753"/>
                    <a:pt x="3894431" y="1641129"/>
                  </a:cubicBezTo>
                  <a:cubicBezTo>
                    <a:pt x="3891054" y="1644506"/>
                    <a:pt x="3886475" y="1646403"/>
                    <a:pt x="3881700" y="1646403"/>
                  </a:cubicBezTo>
                  <a:lnTo>
                    <a:pt x="18004" y="1646403"/>
                  </a:lnTo>
                  <a:cubicBezTo>
                    <a:pt x="13229" y="1646403"/>
                    <a:pt x="8650" y="1644506"/>
                    <a:pt x="5273" y="1641129"/>
                  </a:cubicBezTo>
                  <a:cubicBezTo>
                    <a:pt x="1897" y="1637753"/>
                    <a:pt x="0" y="1633174"/>
                    <a:pt x="0" y="1628399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167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36376" y="2547193"/>
            <a:ext cx="15525037" cy="61785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{{s15_text_1}}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05" y="1153515"/>
            <a:ext cx="16230600" cy="8907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40"/>
              </a:lnSpc>
            </a:pPr>
            <a:r>
              <a:rPr lang="en-US" sz="58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{{s15_title}}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8890" y="7764226"/>
            <a:ext cx="14314342" cy="1166968"/>
            <a:chOff x="0" y="0"/>
            <a:chExt cx="3920852" cy="3196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20852" cy="319645"/>
            </a:xfrm>
            <a:custGeom>
              <a:avLst/>
              <a:gdLst/>
              <a:ahLst/>
              <a:cxnLst/>
              <a:rect r="r" b="b" t="t" l="l"/>
              <a:pathLst>
                <a:path h="319645" w="3920852">
                  <a:moveTo>
                    <a:pt x="20552" y="0"/>
                  </a:moveTo>
                  <a:lnTo>
                    <a:pt x="3900300" y="0"/>
                  </a:lnTo>
                  <a:cubicBezTo>
                    <a:pt x="3905751" y="0"/>
                    <a:pt x="3910978" y="2165"/>
                    <a:pt x="3914832" y="6020"/>
                  </a:cubicBezTo>
                  <a:cubicBezTo>
                    <a:pt x="3918687" y="9874"/>
                    <a:pt x="3920852" y="15102"/>
                    <a:pt x="3920852" y="20552"/>
                  </a:cubicBezTo>
                  <a:lnTo>
                    <a:pt x="3920852" y="299093"/>
                  </a:lnTo>
                  <a:cubicBezTo>
                    <a:pt x="3920852" y="304544"/>
                    <a:pt x="3918687" y="309771"/>
                    <a:pt x="3914832" y="313625"/>
                  </a:cubicBezTo>
                  <a:cubicBezTo>
                    <a:pt x="3910978" y="317480"/>
                    <a:pt x="3905751" y="319645"/>
                    <a:pt x="3900300" y="319645"/>
                  </a:cubicBezTo>
                  <a:lnTo>
                    <a:pt x="20552" y="319645"/>
                  </a:lnTo>
                  <a:cubicBezTo>
                    <a:pt x="15102" y="319645"/>
                    <a:pt x="9874" y="317480"/>
                    <a:pt x="6020" y="313625"/>
                  </a:cubicBezTo>
                  <a:cubicBezTo>
                    <a:pt x="2165" y="309771"/>
                    <a:pt x="0" y="304544"/>
                    <a:pt x="0" y="299093"/>
                  </a:cubicBezTo>
                  <a:lnTo>
                    <a:pt x="0" y="20552"/>
                  </a:lnTo>
                  <a:cubicBezTo>
                    <a:pt x="0" y="15102"/>
                    <a:pt x="2165" y="9874"/>
                    <a:pt x="6020" y="6020"/>
                  </a:cubicBezTo>
                  <a:cubicBezTo>
                    <a:pt x="9874" y="2165"/>
                    <a:pt x="15102" y="0"/>
                    <a:pt x="2055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20852" cy="348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-5400000">
            <a:off x="-824202" y="4384238"/>
            <a:ext cx="5224329" cy="15185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9891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{{s16_title}}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8539" y="8091642"/>
            <a:ext cx="13721176" cy="5247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{{s16_text_1}}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4870" y="7006542"/>
            <a:ext cx="6262138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{{s16_label_1}}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13410" y="2033912"/>
            <a:ext cx="14345890" cy="1765784"/>
            <a:chOff x="0" y="0"/>
            <a:chExt cx="3929494" cy="483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9493" cy="483667"/>
            </a:xfrm>
            <a:custGeom>
              <a:avLst/>
              <a:gdLst/>
              <a:ahLst/>
              <a:cxnLst/>
              <a:rect r="r" b="b" t="t" l="l"/>
              <a:pathLst>
                <a:path h="483667" w="3929493">
                  <a:moveTo>
                    <a:pt x="20507" y="0"/>
                  </a:moveTo>
                  <a:lnTo>
                    <a:pt x="3908986" y="0"/>
                  </a:lnTo>
                  <a:cubicBezTo>
                    <a:pt x="3914425" y="0"/>
                    <a:pt x="3919641" y="2161"/>
                    <a:pt x="3923487" y="6006"/>
                  </a:cubicBezTo>
                  <a:cubicBezTo>
                    <a:pt x="3927333" y="9852"/>
                    <a:pt x="3929493" y="15068"/>
                    <a:pt x="3929493" y="20507"/>
                  </a:cubicBezTo>
                  <a:lnTo>
                    <a:pt x="3929493" y="463160"/>
                  </a:lnTo>
                  <a:cubicBezTo>
                    <a:pt x="3929493" y="474486"/>
                    <a:pt x="3920312" y="483667"/>
                    <a:pt x="3908986" y="483667"/>
                  </a:cubicBezTo>
                  <a:lnTo>
                    <a:pt x="20507" y="483667"/>
                  </a:lnTo>
                  <a:cubicBezTo>
                    <a:pt x="15068" y="483667"/>
                    <a:pt x="9852" y="481507"/>
                    <a:pt x="6006" y="477661"/>
                  </a:cubicBezTo>
                  <a:cubicBezTo>
                    <a:pt x="2161" y="473815"/>
                    <a:pt x="0" y="468599"/>
                    <a:pt x="0" y="463160"/>
                  </a:cubicBezTo>
                  <a:lnTo>
                    <a:pt x="0" y="20507"/>
                  </a:lnTo>
                  <a:cubicBezTo>
                    <a:pt x="0" y="15068"/>
                    <a:pt x="2161" y="9852"/>
                    <a:pt x="6006" y="6006"/>
                  </a:cubicBezTo>
                  <a:cubicBezTo>
                    <a:pt x="9852" y="2161"/>
                    <a:pt x="15068" y="0"/>
                    <a:pt x="2050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929494" cy="512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43244" y="2348661"/>
            <a:ext cx="137425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{{s16_text_2}}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9390" y="1289131"/>
            <a:ext cx="5259623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{{s16_label_2}}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13410" y="4877228"/>
            <a:ext cx="14251246" cy="1771365"/>
            <a:chOff x="0" y="0"/>
            <a:chExt cx="3903570" cy="485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3569" cy="485196"/>
            </a:xfrm>
            <a:custGeom>
              <a:avLst/>
              <a:gdLst/>
              <a:ahLst/>
              <a:cxnLst/>
              <a:rect r="r" b="b" t="t" l="l"/>
              <a:pathLst>
                <a:path h="485196" w="3903569">
                  <a:moveTo>
                    <a:pt x="20643" y="0"/>
                  </a:moveTo>
                  <a:lnTo>
                    <a:pt x="3882926" y="0"/>
                  </a:lnTo>
                  <a:cubicBezTo>
                    <a:pt x="3894327" y="0"/>
                    <a:pt x="3903569" y="9242"/>
                    <a:pt x="3903569" y="20643"/>
                  </a:cubicBezTo>
                  <a:lnTo>
                    <a:pt x="3903569" y="464553"/>
                  </a:lnTo>
                  <a:cubicBezTo>
                    <a:pt x="3903569" y="475954"/>
                    <a:pt x="3894327" y="485196"/>
                    <a:pt x="3882926" y="485196"/>
                  </a:cubicBezTo>
                  <a:lnTo>
                    <a:pt x="20643" y="485196"/>
                  </a:lnTo>
                  <a:cubicBezTo>
                    <a:pt x="9242" y="485196"/>
                    <a:pt x="0" y="475954"/>
                    <a:pt x="0" y="464553"/>
                  </a:cubicBezTo>
                  <a:lnTo>
                    <a:pt x="0" y="20643"/>
                  </a:lnTo>
                  <a:cubicBezTo>
                    <a:pt x="0" y="9242"/>
                    <a:pt x="9242" y="0"/>
                    <a:pt x="2064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903570" cy="51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203000" y="5190308"/>
            <a:ext cx="13688139" cy="108291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61"/>
              </a:lnSpc>
              <a:spcBef>
                <a:spcPct val="0"/>
              </a:spcBef>
            </a:pPr>
            <a:r>
              <a:rPr lang="en-US" sz="3186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{{s16_text_3}}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79390" y="4138594"/>
            <a:ext cx="3696138" cy="67029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579"/>
              </a:lnSpc>
              <a:spcBef>
                <a:spcPct val="0"/>
              </a:spcBef>
            </a:pPr>
            <a:r>
              <a:rPr lang="en-US" sz="3985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{{s16_label_3}}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487" y="7106679"/>
            <a:ext cx="3925061" cy="3760922"/>
          </a:xfrm>
          <a:custGeom>
            <a:avLst/>
            <a:gdLst/>
            <a:ahLst/>
            <a:cxnLst/>
            <a:rect r="r" b="b" t="t" l="l"/>
            <a:pathLst>
              <a:path h="3760922" w="3925061">
                <a:moveTo>
                  <a:pt x="0" y="0"/>
                </a:moveTo>
                <a:lnTo>
                  <a:pt x="3925061" y="0"/>
                </a:lnTo>
                <a:lnTo>
                  <a:pt x="3925061" y="3760923"/>
                </a:lnTo>
                <a:lnTo>
                  <a:pt x="0" y="376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97624"/>
            <a:ext cx="16230600" cy="3288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38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{{s17_title}}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494" y="5342828"/>
            <a:ext cx="14837011" cy="28906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5496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805" y="2234792"/>
            <a:ext cx="16340389" cy="6898693"/>
            <a:chOff x="0" y="0"/>
            <a:chExt cx="3899704" cy="1646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99704" cy="1646403"/>
            </a:xfrm>
            <a:custGeom>
              <a:avLst/>
              <a:gdLst/>
              <a:ahLst/>
              <a:cxnLst/>
              <a:rect r="r" b="b" t="t" l="l"/>
              <a:pathLst>
                <a:path h="1646403" w="3899704">
                  <a:moveTo>
                    <a:pt x="18004" y="0"/>
                  </a:moveTo>
                  <a:lnTo>
                    <a:pt x="3881700" y="0"/>
                  </a:lnTo>
                  <a:cubicBezTo>
                    <a:pt x="3886475" y="0"/>
                    <a:pt x="3891054" y="1897"/>
                    <a:pt x="3894431" y="5273"/>
                  </a:cubicBezTo>
                  <a:cubicBezTo>
                    <a:pt x="3897807" y="8650"/>
                    <a:pt x="3899704" y="13229"/>
                    <a:pt x="3899704" y="18004"/>
                  </a:cubicBezTo>
                  <a:lnTo>
                    <a:pt x="3899704" y="1628399"/>
                  </a:lnTo>
                  <a:cubicBezTo>
                    <a:pt x="3899704" y="1633174"/>
                    <a:pt x="3897807" y="1637753"/>
                    <a:pt x="3894431" y="1641129"/>
                  </a:cubicBezTo>
                  <a:cubicBezTo>
                    <a:pt x="3891054" y="1644506"/>
                    <a:pt x="3886475" y="1646403"/>
                    <a:pt x="3881700" y="1646403"/>
                  </a:cubicBezTo>
                  <a:lnTo>
                    <a:pt x="18004" y="1646403"/>
                  </a:lnTo>
                  <a:cubicBezTo>
                    <a:pt x="13229" y="1646403"/>
                    <a:pt x="8650" y="1644506"/>
                    <a:pt x="5273" y="1641129"/>
                  </a:cubicBezTo>
                  <a:cubicBezTo>
                    <a:pt x="1897" y="1637753"/>
                    <a:pt x="0" y="1633174"/>
                    <a:pt x="0" y="1628399"/>
                  </a:cubicBezTo>
                  <a:lnTo>
                    <a:pt x="0" y="18004"/>
                  </a:lnTo>
                  <a:cubicBezTo>
                    <a:pt x="0" y="13229"/>
                    <a:pt x="1897" y="8650"/>
                    <a:pt x="5273" y="5273"/>
                  </a:cubicBezTo>
                  <a:cubicBezTo>
                    <a:pt x="8650" y="1897"/>
                    <a:pt x="13229" y="0"/>
                    <a:pt x="180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4F797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99704" cy="167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36376" y="2547193"/>
            <a:ext cx="15525037" cy="61785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{{s18_text_1}}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05" y="1153515"/>
            <a:ext cx="16230600" cy="8907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840"/>
              </a:lnSpc>
            </a:pPr>
            <a:r>
              <a:rPr lang="en-US" sz="58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{{s18_title}}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19487" y="7106679"/>
            <a:ext cx="3925061" cy="3760922"/>
          </a:xfrm>
          <a:custGeom>
            <a:avLst/>
            <a:gdLst/>
            <a:ahLst/>
            <a:cxnLst/>
            <a:rect r="r" b="b" t="t" l="l"/>
            <a:pathLst>
              <a:path h="3760922" w="3925061">
                <a:moveTo>
                  <a:pt x="0" y="0"/>
                </a:moveTo>
                <a:lnTo>
                  <a:pt x="3925061" y="0"/>
                </a:lnTo>
                <a:lnTo>
                  <a:pt x="3925061" y="3760923"/>
                </a:lnTo>
                <a:lnTo>
                  <a:pt x="0" y="376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97624"/>
            <a:ext cx="16230600" cy="328803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38"/>
              </a:lnSpc>
            </a:pPr>
            <a:r>
              <a:rPr lang="en-US" sz="72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{{adabiyotlar}}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494" y="5342828"/>
            <a:ext cx="14837011" cy="289069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7695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382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325583">
            <a:off x="1769613" y="1483397"/>
            <a:ext cx="3503471" cy="3120642"/>
          </a:xfrm>
          <a:custGeom>
            <a:avLst/>
            <a:gdLst/>
            <a:ahLst/>
            <a:cxnLst/>
            <a:rect r="r" b="b" t="t" l="l"/>
            <a:pathLst>
              <a:path h="3120642" w="3503471">
                <a:moveTo>
                  <a:pt x="0" y="0"/>
                </a:moveTo>
                <a:lnTo>
                  <a:pt x="3503471" y="0"/>
                </a:lnTo>
                <a:lnTo>
                  <a:pt x="3503471" y="3120642"/>
                </a:lnTo>
                <a:lnTo>
                  <a:pt x="0" y="3120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5648" y="3436331"/>
            <a:ext cx="14456705" cy="342386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257"/>
              </a:lnSpc>
            </a:pPr>
            <a:r>
              <a:rPr lang="en-US" sz="10000">
                <a:solidFill>
                  <a:srgbClr val="00004D"/>
                </a:solidFill>
                <a:latin typeface="Funtastic"/>
                <a:ea typeface="Funtastic"/>
                <a:cs typeface="Funtastic"/>
                <a:sym typeface="Funtastic"/>
              </a:rPr>
              <a:t>{{yakun}}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DAHXZKvJpdI</dc:identifier>
  <dcterms:modified xsi:type="dcterms:W3CDTF">2011-08-01T06:04:30Z</dcterms:modified>
  <cp:revision>1</cp:revision>
  <dc:title>Persuasive Writing English Presentation in Green Yellow Illustrative Style</dc:title>
</cp:coreProperties>
</file>