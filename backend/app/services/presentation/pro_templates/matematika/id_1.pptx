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Mansalva" charset="1" panose="00000000000000000000"/>
      <p:regular r:id="rId18"/>
    </p:embeddedFont>
    <p:embeddedFont>
      <p:font typeface="TDTD아름다워" charset="1" panose="02000503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2" Target="../media/image1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jpeg" Type="http://schemas.openxmlformats.org/officeDocument/2006/relationships/image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67.jpe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2" Target="../media/image1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jpeg" Type="http://schemas.openxmlformats.org/officeDocument/2006/relationships/image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67.jpe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11805">
            <a:off x="707561" y="5738536"/>
            <a:ext cx="2235286" cy="3160430"/>
          </a:xfrm>
          <a:custGeom>
            <a:avLst/>
            <a:gdLst/>
            <a:ahLst/>
            <a:cxnLst/>
            <a:rect r="r" b="b" t="t" l="l"/>
            <a:pathLst>
              <a:path h="3160430" w="2235286">
                <a:moveTo>
                  <a:pt x="0" y="0"/>
                </a:moveTo>
                <a:lnTo>
                  <a:pt x="2235285" y="0"/>
                </a:lnTo>
                <a:lnTo>
                  <a:pt x="2235285" y="3160429"/>
                </a:lnTo>
                <a:lnTo>
                  <a:pt x="0" y="316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512" y="1824228"/>
            <a:ext cx="3086505" cy="679031"/>
          </a:xfrm>
          <a:custGeom>
            <a:avLst/>
            <a:gdLst/>
            <a:ahLst/>
            <a:cxnLst/>
            <a:rect r="r" b="b" t="t" l="l"/>
            <a:pathLst>
              <a:path h="679031" w="3086505">
                <a:moveTo>
                  <a:pt x="0" y="0"/>
                </a:moveTo>
                <a:lnTo>
                  <a:pt x="3086505" y="0"/>
                </a:lnTo>
                <a:lnTo>
                  <a:pt x="3086505" y="679031"/>
                </a:lnTo>
                <a:lnTo>
                  <a:pt x="0" y="679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68045">
            <a:off x="14844337" y="7169987"/>
            <a:ext cx="2723947" cy="2317831"/>
          </a:xfrm>
          <a:custGeom>
            <a:avLst/>
            <a:gdLst/>
            <a:ahLst/>
            <a:cxnLst/>
            <a:rect r="r" b="b" t="t" l="l"/>
            <a:pathLst>
              <a:path h="2317831" w="2723947">
                <a:moveTo>
                  <a:pt x="0" y="0"/>
                </a:moveTo>
                <a:lnTo>
                  <a:pt x="2723947" y="0"/>
                </a:lnTo>
                <a:lnTo>
                  <a:pt x="2723947" y="2317831"/>
                </a:lnTo>
                <a:lnTo>
                  <a:pt x="0" y="23178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03989" y="2567000"/>
            <a:ext cx="10880022" cy="42441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528"/>
              </a:lnSpc>
            </a:pPr>
            <a:r>
              <a:rPr lang="en-US" sz="10000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{{topic}}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146171" y="521877"/>
            <a:ext cx="3456029" cy="2896781"/>
          </a:xfrm>
          <a:custGeom>
            <a:avLst/>
            <a:gdLst/>
            <a:ahLst/>
            <a:cxnLst/>
            <a:rect r="r" b="b" t="t" l="l"/>
            <a:pathLst>
              <a:path h="2896781" w="3456029">
                <a:moveTo>
                  <a:pt x="0" y="0"/>
                </a:moveTo>
                <a:lnTo>
                  <a:pt x="3456029" y="0"/>
                </a:lnTo>
                <a:lnTo>
                  <a:pt x="3456029" y="2896781"/>
                </a:lnTo>
                <a:lnTo>
                  <a:pt x="0" y="28967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74906" y="7087154"/>
            <a:ext cx="5538189" cy="231597"/>
          </a:xfrm>
          <a:custGeom>
            <a:avLst/>
            <a:gdLst/>
            <a:ahLst/>
            <a:cxnLst/>
            <a:rect r="r" b="b" t="t" l="l"/>
            <a:pathLst>
              <a:path h="231597" w="5538189">
                <a:moveTo>
                  <a:pt x="0" y="0"/>
                </a:moveTo>
                <a:lnTo>
                  <a:pt x="5538188" y="0"/>
                </a:lnTo>
                <a:lnTo>
                  <a:pt x="5538188" y="231597"/>
                </a:lnTo>
                <a:lnTo>
                  <a:pt x="0" y="2315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33095" y="7509711"/>
            <a:ext cx="7821809" cy="6681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325"/>
              </a:lnSpc>
            </a:pPr>
            <a:r>
              <a:rPr lang="en-US" sz="3600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09335" y="3825136"/>
            <a:ext cx="9042005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{{reja_1}}</a:t>
            </a:r>
          </a:p>
          <a:p>
            <a:pPr algn="ctr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{{reja_2}}</a:t>
            </a:r>
          </a:p>
          <a:p>
            <a:pPr algn="ctr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{{reja_3}}</a:t>
            </a:r>
          </a:p>
          <a:p>
            <a:pPr algn="ctr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{{reja_4}}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2811" y="5748876"/>
            <a:ext cx="3372226" cy="3709449"/>
          </a:xfrm>
          <a:custGeom>
            <a:avLst/>
            <a:gdLst/>
            <a:ahLst/>
            <a:cxnLst/>
            <a:rect r="r" b="b" t="t" l="l"/>
            <a:pathLst>
              <a:path h="3709449" w="3372226">
                <a:moveTo>
                  <a:pt x="0" y="0"/>
                </a:moveTo>
                <a:lnTo>
                  <a:pt x="3372227" y="0"/>
                </a:lnTo>
                <a:lnTo>
                  <a:pt x="3372227" y="3709449"/>
                </a:lnTo>
                <a:lnTo>
                  <a:pt x="0" y="3709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1340" y="1634076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0" y="0"/>
                </a:lnTo>
                <a:lnTo>
                  <a:pt x="3501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96722" y="1634076"/>
            <a:ext cx="2046836" cy="1864482"/>
          </a:xfrm>
          <a:custGeom>
            <a:avLst/>
            <a:gdLst/>
            <a:ahLst/>
            <a:cxnLst/>
            <a:rect r="r" b="b" t="t" l="l"/>
            <a:pathLst>
              <a:path h="1864482" w="2046836">
                <a:moveTo>
                  <a:pt x="0" y="0"/>
                </a:moveTo>
                <a:lnTo>
                  <a:pt x="2046836" y="0"/>
                </a:lnTo>
                <a:lnTo>
                  <a:pt x="2046836" y="1864482"/>
                </a:lnTo>
                <a:lnTo>
                  <a:pt x="0" y="1864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55303">
            <a:off x="14251340" y="8468433"/>
            <a:ext cx="3007960" cy="989892"/>
          </a:xfrm>
          <a:custGeom>
            <a:avLst/>
            <a:gdLst/>
            <a:ahLst/>
            <a:cxnLst/>
            <a:rect r="r" b="b" t="t" l="l"/>
            <a:pathLst>
              <a:path h="989892" w="3007960">
                <a:moveTo>
                  <a:pt x="0" y="0"/>
                </a:moveTo>
                <a:lnTo>
                  <a:pt x="3007960" y="0"/>
                </a:lnTo>
                <a:lnTo>
                  <a:pt x="3007960" y="989892"/>
                </a:lnTo>
                <a:lnTo>
                  <a:pt x="0" y="9898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67289" y="204966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{{reja}}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09335" y="3825136"/>
            <a:ext cx="9042005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{{s03_text_1}}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2811" y="5748876"/>
            <a:ext cx="3372226" cy="3709449"/>
          </a:xfrm>
          <a:custGeom>
            <a:avLst/>
            <a:gdLst/>
            <a:ahLst/>
            <a:cxnLst/>
            <a:rect r="r" b="b" t="t" l="l"/>
            <a:pathLst>
              <a:path h="3709449" w="3372226">
                <a:moveTo>
                  <a:pt x="0" y="0"/>
                </a:moveTo>
                <a:lnTo>
                  <a:pt x="3372227" y="0"/>
                </a:lnTo>
                <a:lnTo>
                  <a:pt x="3372227" y="3709449"/>
                </a:lnTo>
                <a:lnTo>
                  <a:pt x="0" y="3709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1340" y="1634076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0" y="0"/>
                </a:lnTo>
                <a:lnTo>
                  <a:pt x="3501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96722" y="1634076"/>
            <a:ext cx="2046836" cy="1864482"/>
          </a:xfrm>
          <a:custGeom>
            <a:avLst/>
            <a:gdLst/>
            <a:ahLst/>
            <a:cxnLst/>
            <a:rect r="r" b="b" t="t" l="l"/>
            <a:pathLst>
              <a:path h="1864482" w="2046836">
                <a:moveTo>
                  <a:pt x="0" y="0"/>
                </a:moveTo>
                <a:lnTo>
                  <a:pt x="2046836" y="0"/>
                </a:lnTo>
                <a:lnTo>
                  <a:pt x="2046836" y="1864482"/>
                </a:lnTo>
                <a:lnTo>
                  <a:pt x="0" y="1864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55303">
            <a:off x="14251340" y="8468433"/>
            <a:ext cx="3007960" cy="989892"/>
          </a:xfrm>
          <a:custGeom>
            <a:avLst/>
            <a:gdLst/>
            <a:ahLst/>
            <a:cxnLst/>
            <a:rect r="r" b="b" t="t" l="l"/>
            <a:pathLst>
              <a:path h="989892" w="3007960">
                <a:moveTo>
                  <a:pt x="0" y="0"/>
                </a:moveTo>
                <a:lnTo>
                  <a:pt x="3007960" y="0"/>
                </a:lnTo>
                <a:lnTo>
                  <a:pt x="3007960" y="989892"/>
                </a:lnTo>
                <a:lnTo>
                  <a:pt x="0" y="9898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67289" y="204966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{{s03_title}}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1244" y="6377623"/>
            <a:ext cx="3689482" cy="2656427"/>
          </a:xfrm>
          <a:custGeom>
            <a:avLst/>
            <a:gdLst/>
            <a:ahLst/>
            <a:cxnLst/>
            <a:rect r="r" b="b" t="t" l="l"/>
            <a:pathLst>
              <a:path h="2656427" w="3689482">
                <a:moveTo>
                  <a:pt x="0" y="0"/>
                </a:moveTo>
                <a:lnTo>
                  <a:pt x="3689482" y="0"/>
                </a:lnTo>
                <a:lnTo>
                  <a:pt x="3689482" y="2656427"/>
                </a:lnTo>
                <a:lnTo>
                  <a:pt x="0" y="2656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1588">
            <a:off x="12344400" y="471376"/>
            <a:ext cx="4657725" cy="1244883"/>
          </a:xfrm>
          <a:custGeom>
            <a:avLst/>
            <a:gdLst/>
            <a:ahLst/>
            <a:cxnLst/>
            <a:rect r="r" b="b" t="t" l="l"/>
            <a:pathLst>
              <a:path h="1244883" w="4657725">
                <a:moveTo>
                  <a:pt x="0" y="0"/>
                </a:moveTo>
                <a:lnTo>
                  <a:pt x="4657725" y="0"/>
                </a:lnTo>
                <a:lnTo>
                  <a:pt x="4657725" y="1244883"/>
                </a:lnTo>
                <a:lnTo>
                  <a:pt x="0" y="1244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15931">
            <a:off x="2275418" y="1284665"/>
            <a:ext cx="1417437" cy="2208471"/>
          </a:xfrm>
          <a:custGeom>
            <a:avLst/>
            <a:gdLst/>
            <a:ahLst/>
            <a:cxnLst/>
            <a:rect r="r" b="b" t="t" l="l"/>
            <a:pathLst>
              <a:path h="2208471" w="1417437">
                <a:moveTo>
                  <a:pt x="0" y="0"/>
                </a:moveTo>
                <a:lnTo>
                  <a:pt x="1417437" y="0"/>
                </a:lnTo>
                <a:lnTo>
                  <a:pt x="1417437" y="2208471"/>
                </a:lnTo>
                <a:lnTo>
                  <a:pt x="0" y="2208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66298" y="2065655"/>
            <a:ext cx="8013305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{{s04_text_1}}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2364" y="403542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{{s04_title}}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66298" y="5644515"/>
            <a:ext cx="8013305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{{s04_text_2}}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0844" y="371873"/>
            <a:ext cx="2810138" cy="2529124"/>
          </a:xfrm>
          <a:custGeom>
            <a:avLst/>
            <a:gdLst/>
            <a:ahLst/>
            <a:cxnLst/>
            <a:rect r="r" b="b" t="t" l="l"/>
            <a:pathLst>
              <a:path h="2529124" w="2810138">
                <a:moveTo>
                  <a:pt x="0" y="0"/>
                </a:moveTo>
                <a:lnTo>
                  <a:pt x="2810138" y="0"/>
                </a:lnTo>
                <a:lnTo>
                  <a:pt x="2810138" y="2529124"/>
                </a:lnTo>
                <a:lnTo>
                  <a:pt x="0" y="2529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24014" y="371873"/>
            <a:ext cx="1788781" cy="2529124"/>
          </a:xfrm>
          <a:custGeom>
            <a:avLst/>
            <a:gdLst/>
            <a:ahLst/>
            <a:cxnLst/>
            <a:rect r="r" b="b" t="t" l="l"/>
            <a:pathLst>
              <a:path h="2529124" w="1788781">
                <a:moveTo>
                  <a:pt x="0" y="0"/>
                </a:moveTo>
                <a:lnTo>
                  <a:pt x="1788781" y="0"/>
                </a:lnTo>
                <a:lnTo>
                  <a:pt x="1788781" y="2529124"/>
                </a:lnTo>
                <a:lnTo>
                  <a:pt x="0" y="2529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54229" y="8920112"/>
            <a:ext cx="3179542" cy="676375"/>
          </a:xfrm>
          <a:custGeom>
            <a:avLst/>
            <a:gdLst/>
            <a:ahLst/>
            <a:cxnLst/>
            <a:rect r="r" b="b" t="t" l="l"/>
            <a:pathLst>
              <a:path h="676375" w="3179542">
                <a:moveTo>
                  <a:pt x="0" y="0"/>
                </a:moveTo>
                <a:lnTo>
                  <a:pt x="3179542" y="0"/>
                </a:lnTo>
                <a:lnTo>
                  <a:pt x="3179542" y="676376"/>
                </a:lnTo>
                <a:lnTo>
                  <a:pt x="0" y="6763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1675" y="5114925"/>
            <a:ext cx="6613130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{{s05_text_1}}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315" y="1285240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{{s05_title}}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71675" y="2872422"/>
            <a:ext cx="14337905" cy="17633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{{s05_text_2}}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6450" y="5114925"/>
            <a:ext cx="6613130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{{s05_text_3}}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0100" y="1161288"/>
            <a:ext cx="4461255" cy="819249"/>
          </a:xfrm>
          <a:custGeom>
            <a:avLst/>
            <a:gdLst/>
            <a:ahLst/>
            <a:cxnLst/>
            <a:rect r="r" b="b" t="t" l="l"/>
            <a:pathLst>
              <a:path h="819249" w="4461255">
                <a:moveTo>
                  <a:pt x="0" y="0"/>
                </a:moveTo>
                <a:lnTo>
                  <a:pt x="4461255" y="0"/>
                </a:lnTo>
                <a:lnTo>
                  <a:pt x="4461255" y="819249"/>
                </a:lnTo>
                <a:lnTo>
                  <a:pt x="0" y="81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76835" y="1161288"/>
            <a:ext cx="2920639" cy="2463958"/>
          </a:xfrm>
          <a:custGeom>
            <a:avLst/>
            <a:gdLst/>
            <a:ahLst/>
            <a:cxnLst/>
            <a:rect r="r" b="b" t="t" l="l"/>
            <a:pathLst>
              <a:path h="2463958" w="2920639">
                <a:moveTo>
                  <a:pt x="0" y="0"/>
                </a:moveTo>
                <a:lnTo>
                  <a:pt x="2920639" y="0"/>
                </a:lnTo>
                <a:lnTo>
                  <a:pt x="2920639" y="2463958"/>
                </a:lnTo>
                <a:lnTo>
                  <a:pt x="0" y="2463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29100" y="9258300"/>
            <a:ext cx="2437941" cy="496454"/>
          </a:xfrm>
          <a:custGeom>
            <a:avLst/>
            <a:gdLst/>
            <a:ahLst/>
            <a:cxnLst/>
            <a:rect r="r" b="b" t="t" l="l"/>
            <a:pathLst>
              <a:path h="496454" w="2437941">
                <a:moveTo>
                  <a:pt x="0" y="0"/>
                </a:moveTo>
                <a:lnTo>
                  <a:pt x="2437941" y="0"/>
                </a:lnTo>
                <a:lnTo>
                  <a:pt x="2437941" y="496454"/>
                </a:lnTo>
                <a:lnTo>
                  <a:pt x="0" y="4964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041" y="4027690"/>
            <a:ext cx="4961187" cy="48304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{{s06_text_1}}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7370" y="4027690"/>
            <a:ext cx="4961187" cy="48304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{{s06_text_2}}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67289" y="204966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{{s06_title}}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8113" y="4027690"/>
            <a:ext cx="4961187" cy="48304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{{s06_text_3}}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582275" y="9258300"/>
            <a:ext cx="2437941" cy="496454"/>
          </a:xfrm>
          <a:custGeom>
            <a:avLst/>
            <a:gdLst/>
            <a:ahLst/>
            <a:cxnLst/>
            <a:rect r="r" b="b" t="t" l="l"/>
            <a:pathLst>
              <a:path h="496454" w="2437941">
                <a:moveTo>
                  <a:pt x="0" y="0"/>
                </a:moveTo>
                <a:lnTo>
                  <a:pt x="2437941" y="0"/>
                </a:lnTo>
                <a:lnTo>
                  <a:pt x="2437941" y="496454"/>
                </a:lnTo>
                <a:lnTo>
                  <a:pt x="0" y="4964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3973" y="3741940"/>
            <a:ext cx="9042005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{{s07_text_1}}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097290"/>
            <a:ext cx="2470174" cy="3642347"/>
          </a:xfrm>
          <a:custGeom>
            <a:avLst/>
            <a:gdLst/>
            <a:ahLst/>
            <a:cxnLst/>
            <a:rect r="r" b="b" t="t" l="l"/>
            <a:pathLst>
              <a:path h="3642347" w="2470174">
                <a:moveTo>
                  <a:pt x="0" y="0"/>
                </a:moveTo>
                <a:lnTo>
                  <a:pt x="2470174" y="0"/>
                </a:lnTo>
                <a:lnTo>
                  <a:pt x="2470174" y="3642347"/>
                </a:lnTo>
                <a:lnTo>
                  <a:pt x="0" y="36423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82412" y="5514225"/>
            <a:ext cx="2176888" cy="3584695"/>
          </a:xfrm>
          <a:custGeom>
            <a:avLst/>
            <a:gdLst/>
            <a:ahLst/>
            <a:cxnLst/>
            <a:rect r="r" b="b" t="t" l="l"/>
            <a:pathLst>
              <a:path h="3584695" w="2176888">
                <a:moveTo>
                  <a:pt x="0" y="0"/>
                </a:moveTo>
                <a:lnTo>
                  <a:pt x="2176888" y="0"/>
                </a:lnTo>
                <a:lnTo>
                  <a:pt x="2176888" y="3584695"/>
                </a:lnTo>
                <a:lnTo>
                  <a:pt x="0" y="35846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369852">
            <a:off x="13004225" y="1868534"/>
            <a:ext cx="1830736" cy="1611047"/>
          </a:xfrm>
          <a:custGeom>
            <a:avLst/>
            <a:gdLst/>
            <a:ahLst/>
            <a:cxnLst/>
            <a:rect r="r" b="b" t="t" l="l"/>
            <a:pathLst>
              <a:path h="1611047" w="1830736">
                <a:moveTo>
                  <a:pt x="0" y="0"/>
                </a:moveTo>
                <a:lnTo>
                  <a:pt x="1830736" y="0"/>
                </a:lnTo>
                <a:lnTo>
                  <a:pt x="1830736" y="1611047"/>
                </a:lnTo>
                <a:lnTo>
                  <a:pt x="0" y="16110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58726" y="9098920"/>
            <a:ext cx="5605582" cy="458639"/>
          </a:xfrm>
          <a:custGeom>
            <a:avLst/>
            <a:gdLst/>
            <a:ahLst/>
            <a:cxnLst/>
            <a:rect r="r" b="b" t="t" l="l"/>
            <a:pathLst>
              <a:path h="458639" w="5605582">
                <a:moveTo>
                  <a:pt x="0" y="0"/>
                </a:moveTo>
                <a:lnTo>
                  <a:pt x="5605582" y="0"/>
                </a:lnTo>
                <a:lnTo>
                  <a:pt x="5605582" y="458638"/>
                </a:lnTo>
                <a:lnTo>
                  <a:pt x="0" y="4586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67289" y="204966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{{s07_title}}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919593" y="1028700"/>
            <a:ext cx="5605582" cy="458639"/>
          </a:xfrm>
          <a:custGeom>
            <a:avLst/>
            <a:gdLst/>
            <a:ahLst/>
            <a:cxnLst/>
            <a:rect r="r" b="b" t="t" l="l"/>
            <a:pathLst>
              <a:path h="458639" w="5605582">
                <a:moveTo>
                  <a:pt x="0" y="0"/>
                </a:moveTo>
                <a:lnTo>
                  <a:pt x="5605582" y="0"/>
                </a:lnTo>
                <a:lnTo>
                  <a:pt x="5605582" y="458639"/>
                </a:lnTo>
                <a:lnTo>
                  <a:pt x="0" y="45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58613" y="7378559"/>
            <a:ext cx="4657725" cy="1244883"/>
          </a:xfrm>
          <a:custGeom>
            <a:avLst/>
            <a:gdLst/>
            <a:ahLst/>
            <a:cxnLst/>
            <a:rect r="r" b="b" t="t" l="l"/>
            <a:pathLst>
              <a:path h="1244883" w="4657725">
                <a:moveTo>
                  <a:pt x="0" y="0"/>
                </a:moveTo>
                <a:lnTo>
                  <a:pt x="4657725" y="0"/>
                </a:lnTo>
                <a:lnTo>
                  <a:pt x="4657725" y="1244882"/>
                </a:lnTo>
                <a:lnTo>
                  <a:pt x="0" y="124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8675" y="1771754"/>
            <a:ext cx="4956638" cy="1045400"/>
          </a:xfrm>
          <a:custGeom>
            <a:avLst/>
            <a:gdLst/>
            <a:ahLst/>
            <a:cxnLst/>
            <a:rect r="r" b="b" t="t" l="l"/>
            <a:pathLst>
              <a:path h="1045400" w="4956638">
                <a:moveTo>
                  <a:pt x="0" y="0"/>
                </a:moveTo>
                <a:lnTo>
                  <a:pt x="4956638" y="0"/>
                </a:lnTo>
                <a:lnTo>
                  <a:pt x="4956638" y="1045400"/>
                </a:lnTo>
                <a:lnTo>
                  <a:pt x="0" y="104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6022" y="3605819"/>
            <a:ext cx="6156676" cy="2014912"/>
          </a:xfrm>
          <a:custGeom>
            <a:avLst/>
            <a:gdLst/>
            <a:ahLst/>
            <a:cxnLst/>
            <a:rect r="r" b="b" t="t" l="l"/>
            <a:pathLst>
              <a:path h="2014912" w="6156676">
                <a:moveTo>
                  <a:pt x="0" y="0"/>
                </a:moveTo>
                <a:lnTo>
                  <a:pt x="6156676" y="0"/>
                </a:lnTo>
                <a:lnTo>
                  <a:pt x="6156676" y="2014912"/>
                </a:lnTo>
                <a:lnTo>
                  <a:pt x="0" y="2014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93356">
            <a:off x="10197130" y="2215338"/>
            <a:ext cx="3108020" cy="3108020"/>
            <a:chOff x="0" y="0"/>
            <a:chExt cx="812800" cy="812800"/>
          </a:xfrm>
        </p:grpSpPr>
        <p:sp>
          <p:nvSpPr>
            <p:cNvPr name="{{image_1}}" id="7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1171507">
            <a:off x="12928388" y="3505631"/>
            <a:ext cx="2821464" cy="2821464"/>
            <a:chOff x="0" y="0"/>
            <a:chExt cx="812800" cy="812800"/>
          </a:xfrm>
        </p:grpSpPr>
        <p:sp>
          <p:nvSpPr>
            <p:cNvPr name="{{image_2}}" id="9" descr="{{image_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24931" t="0" r="-2493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38590" y="403542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{{s08_title}}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2945" y="6044424"/>
            <a:ext cx="9133137" cy="26396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{{s08_text_1}}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15390" y="7804621"/>
            <a:ext cx="3458220" cy="735658"/>
          </a:xfrm>
          <a:custGeom>
            <a:avLst/>
            <a:gdLst/>
            <a:ahLst/>
            <a:cxnLst/>
            <a:rect r="r" b="b" t="t" l="l"/>
            <a:pathLst>
              <a:path h="735658" w="3458220">
                <a:moveTo>
                  <a:pt x="0" y="0"/>
                </a:moveTo>
                <a:lnTo>
                  <a:pt x="3458220" y="0"/>
                </a:lnTo>
                <a:lnTo>
                  <a:pt x="3458220" y="735658"/>
                </a:lnTo>
                <a:lnTo>
                  <a:pt x="0" y="735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15931">
            <a:off x="11490072" y="3826857"/>
            <a:ext cx="1417437" cy="2208471"/>
          </a:xfrm>
          <a:custGeom>
            <a:avLst/>
            <a:gdLst/>
            <a:ahLst/>
            <a:cxnLst/>
            <a:rect r="r" b="b" t="t" l="l"/>
            <a:pathLst>
              <a:path h="2208471" w="1417437">
                <a:moveTo>
                  <a:pt x="0" y="0"/>
                </a:moveTo>
                <a:lnTo>
                  <a:pt x="1417437" y="0"/>
                </a:lnTo>
                <a:lnTo>
                  <a:pt x="1417437" y="2208471"/>
                </a:lnTo>
                <a:lnTo>
                  <a:pt x="0" y="2208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33643" y="2465590"/>
            <a:ext cx="6617874" cy="1034795"/>
          </a:xfrm>
          <a:custGeom>
            <a:avLst/>
            <a:gdLst/>
            <a:ahLst/>
            <a:cxnLst/>
            <a:rect r="r" b="b" t="t" l="l"/>
            <a:pathLst>
              <a:path h="1034795" w="6617874">
                <a:moveTo>
                  <a:pt x="0" y="0"/>
                </a:moveTo>
                <a:lnTo>
                  <a:pt x="6617874" y="0"/>
                </a:lnTo>
                <a:lnTo>
                  <a:pt x="6617874" y="1034795"/>
                </a:lnTo>
                <a:lnTo>
                  <a:pt x="0" y="10347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4512" y="5751452"/>
            <a:ext cx="2176888" cy="3584695"/>
          </a:xfrm>
          <a:custGeom>
            <a:avLst/>
            <a:gdLst/>
            <a:ahLst/>
            <a:cxnLst/>
            <a:rect r="r" b="b" t="t" l="l"/>
            <a:pathLst>
              <a:path h="3584695" w="2176888">
                <a:moveTo>
                  <a:pt x="0" y="0"/>
                </a:moveTo>
                <a:lnTo>
                  <a:pt x="2176888" y="0"/>
                </a:lnTo>
                <a:lnTo>
                  <a:pt x="2176888" y="3584696"/>
                </a:lnTo>
                <a:lnTo>
                  <a:pt x="0" y="35846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78054" y="6311900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{{s09_title}}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1295" y="2437015"/>
            <a:ext cx="7756759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{{s09_text_1}}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694698">
            <a:off x="500809" y="1385169"/>
            <a:ext cx="1490169" cy="1311349"/>
          </a:xfrm>
          <a:custGeom>
            <a:avLst/>
            <a:gdLst/>
            <a:ahLst/>
            <a:cxnLst/>
            <a:rect r="r" b="b" t="t" l="l"/>
            <a:pathLst>
              <a:path h="1311349" w="1490169">
                <a:moveTo>
                  <a:pt x="0" y="0"/>
                </a:moveTo>
                <a:lnTo>
                  <a:pt x="1490169" y="0"/>
                </a:lnTo>
                <a:lnTo>
                  <a:pt x="1490169" y="1311349"/>
                </a:lnTo>
                <a:lnTo>
                  <a:pt x="0" y="13113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62879" y="5910318"/>
            <a:ext cx="2591173" cy="3425830"/>
          </a:xfrm>
          <a:custGeom>
            <a:avLst/>
            <a:gdLst/>
            <a:ahLst/>
            <a:cxnLst/>
            <a:rect r="r" b="b" t="t" l="l"/>
            <a:pathLst>
              <a:path h="3425830" w="2591173">
                <a:moveTo>
                  <a:pt x="0" y="0"/>
                </a:moveTo>
                <a:lnTo>
                  <a:pt x="2591173" y="0"/>
                </a:lnTo>
                <a:lnTo>
                  <a:pt x="2591173" y="3425830"/>
                </a:lnTo>
                <a:lnTo>
                  <a:pt x="0" y="34258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1244" y="6377623"/>
            <a:ext cx="3689482" cy="2656427"/>
          </a:xfrm>
          <a:custGeom>
            <a:avLst/>
            <a:gdLst/>
            <a:ahLst/>
            <a:cxnLst/>
            <a:rect r="r" b="b" t="t" l="l"/>
            <a:pathLst>
              <a:path h="2656427" w="3689482">
                <a:moveTo>
                  <a:pt x="0" y="0"/>
                </a:moveTo>
                <a:lnTo>
                  <a:pt x="3689482" y="0"/>
                </a:lnTo>
                <a:lnTo>
                  <a:pt x="3689482" y="2656427"/>
                </a:lnTo>
                <a:lnTo>
                  <a:pt x="0" y="2656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1588">
            <a:off x="12344400" y="471376"/>
            <a:ext cx="4657725" cy="1244883"/>
          </a:xfrm>
          <a:custGeom>
            <a:avLst/>
            <a:gdLst/>
            <a:ahLst/>
            <a:cxnLst/>
            <a:rect r="r" b="b" t="t" l="l"/>
            <a:pathLst>
              <a:path h="1244883" w="4657725">
                <a:moveTo>
                  <a:pt x="0" y="0"/>
                </a:moveTo>
                <a:lnTo>
                  <a:pt x="4657725" y="0"/>
                </a:lnTo>
                <a:lnTo>
                  <a:pt x="4657725" y="1244883"/>
                </a:lnTo>
                <a:lnTo>
                  <a:pt x="0" y="1244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15931">
            <a:off x="2275418" y="1284665"/>
            <a:ext cx="1417437" cy="2208471"/>
          </a:xfrm>
          <a:custGeom>
            <a:avLst/>
            <a:gdLst/>
            <a:ahLst/>
            <a:cxnLst/>
            <a:rect r="r" b="b" t="t" l="l"/>
            <a:pathLst>
              <a:path h="2208471" w="1417437">
                <a:moveTo>
                  <a:pt x="0" y="0"/>
                </a:moveTo>
                <a:lnTo>
                  <a:pt x="1417437" y="0"/>
                </a:lnTo>
                <a:lnTo>
                  <a:pt x="1417437" y="2208471"/>
                </a:lnTo>
                <a:lnTo>
                  <a:pt x="0" y="2208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66298" y="2065655"/>
            <a:ext cx="8013305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{{s10_text_1}}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2364" y="403542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{{s10_title}}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66298" y="5644515"/>
            <a:ext cx="8013305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{{s10_text_2}}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0844" y="371873"/>
            <a:ext cx="2810138" cy="2529124"/>
          </a:xfrm>
          <a:custGeom>
            <a:avLst/>
            <a:gdLst/>
            <a:ahLst/>
            <a:cxnLst/>
            <a:rect r="r" b="b" t="t" l="l"/>
            <a:pathLst>
              <a:path h="2529124" w="2810138">
                <a:moveTo>
                  <a:pt x="0" y="0"/>
                </a:moveTo>
                <a:lnTo>
                  <a:pt x="2810138" y="0"/>
                </a:lnTo>
                <a:lnTo>
                  <a:pt x="2810138" y="2529124"/>
                </a:lnTo>
                <a:lnTo>
                  <a:pt x="0" y="2529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24014" y="371873"/>
            <a:ext cx="1788781" cy="2529124"/>
          </a:xfrm>
          <a:custGeom>
            <a:avLst/>
            <a:gdLst/>
            <a:ahLst/>
            <a:cxnLst/>
            <a:rect r="r" b="b" t="t" l="l"/>
            <a:pathLst>
              <a:path h="2529124" w="1788781">
                <a:moveTo>
                  <a:pt x="0" y="0"/>
                </a:moveTo>
                <a:lnTo>
                  <a:pt x="1788781" y="0"/>
                </a:lnTo>
                <a:lnTo>
                  <a:pt x="1788781" y="2529124"/>
                </a:lnTo>
                <a:lnTo>
                  <a:pt x="0" y="2529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54229" y="8920112"/>
            <a:ext cx="3179542" cy="676375"/>
          </a:xfrm>
          <a:custGeom>
            <a:avLst/>
            <a:gdLst/>
            <a:ahLst/>
            <a:cxnLst/>
            <a:rect r="r" b="b" t="t" l="l"/>
            <a:pathLst>
              <a:path h="676375" w="3179542">
                <a:moveTo>
                  <a:pt x="0" y="0"/>
                </a:moveTo>
                <a:lnTo>
                  <a:pt x="3179542" y="0"/>
                </a:lnTo>
                <a:lnTo>
                  <a:pt x="3179542" y="676376"/>
                </a:lnTo>
                <a:lnTo>
                  <a:pt x="0" y="6763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1675" y="5114925"/>
            <a:ext cx="6613130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{{s11_text_1}}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315" y="1285240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{{s11_title}}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71675" y="2872422"/>
            <a:ext cx="14337905" cy="17633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{{s11_text_2}}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6450" y="5114925"/>
            <a:ext cx="6613130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{{s11_text_3}}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0100" y="1161288"/>
            <a:ext cx="4461255" cy="819249"/>
          </a:xfrm>
          <a:custGeom>
            <a:avLst/>
            <a:gdLst/>
            <a:ahLst/>
            <a:cxnLst/>
            <a:rect r="r" b="b" t="t" l="l"/>
            <a:pathLst>
              <a:path h="819249" w="4461255">
                <a:moveTo>
                  <a:pt x="0" y="0"/>
                </a:moveTo>
                <a:lnTo>
                  <a:pt x="4461255" y="0"/>
                </a:lnTo>
                <a:lnTo>
                  <a:pt x="4461255" y="819249"/>
                </a:lnTo>
                <a:lnTo>
                  <a:pt x="0" y="81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76835" y="1161288"/>
            <a:ext cx="2920639" cy="2463958"/>
          </a:xfrm>
          <a:custGeom>
            <a:avLst/>
            <a:gdLst/>
            <a:ahLst/>
            <a:cxnLst/>
            <a:rect r="r" b="b" t="t" l="l"/>
            <a:pathLst>
              <a:path h="2463958" w="2920639">
                <a:moveTo>
                  <a:pt x="0" y="0"/>
                </a:moveTo>
                <a:lnTo>
                  <a:pt x="2920639" y="0"/>
                </a:lnTo>
                <a:lnTo>
                  <a:pt x="2920639" y="2463958"/>
                </a:lnTo>
                <a:lnTo>
                  <a:pt x="0" y="2463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29100" y="9258300"/>
            <a:ext cx="2437941" cy="496454"/>
          </a:xfrm>
          <a:custGeom>
            <a:avLst/>
            <a:gdLst/>
            <a:ahLst/>
            <a:cxnLst/>
            <a:rect r="r" b="b" t="t" l="l"/>
            <a:pathLst>
              <a:path h="496454" w="2437941">
                <a:moveTo>
                  <a:pt x="0" y="0"/>
                </a:moveTo>
                <a:lnTo>
                  <a:pt x="2437941" y="0"/>
                </a:lnTo>
                <a:lnTo>
                  <a:pt x="2437941" y="496454"/>
                </a:lnTo>
                <a:lnTo>
                  <a:pt x="0" y="4964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041" y="4027690"/>
            <a:ext cx="4961187" cy="48304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{{s12_text_1}}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7370" y="4027690"/>
            <a:ext cx="4961187" cy="48304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{{s12_text_2}}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67289" y="204966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{{s12_title}}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8113" y="4027690"/>
            <a:ext cx="4961187" cy="48304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{{s12_text_3}}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582275" y="9258300"/>
            <a:ext cx="2437941" cy="496454"/>
          </a:xfrm>
          <a:custGeom>
            <a:avLst/>
            <a:gdLst/>
            <a:ahLst/>
            <a:cxnLst/>
            <a:rect r="r" b="b" t="t" l="l"/>
            <a:pathLst>
              <a:path h="496454" w="2437941">
                <a:moveTo>
                  <a:pt x="0" y="0"/>
                </a:moveTo>
                <a:lnTo>
                  <a:pt x="2437941" y="0"/>
                </a:lnTo>
                <a:lnTo>
                  <a:pt x="2437941" y="496454"/>
                </a:lnTo>
                <a:lnTo>
                  <a:pt x="0" y="4964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3973" y="3741940"/>
            <a:ext cx="9042005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{{s13_text_1}}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097290"/>
            <a:ext cx="2470174" cy="3642347"/>
          </a:xfrm>
          <a:custGeom>
            <a:avLst/>
            <a:gdLst/>
            <a:ahLst/>
            <a:cxnLst/>
            <a:rect r="r" b="b" t="t" l="l"/>
            <a:pathLst>
              <a:path h="3642347" w="2470174">
                <a:moveTo>
                  <a:pt x="0" y="0"/>
                </a:moveTo>
                <a:lnTo>
                  <a:pt x="2470174" y="0"/>
                </a:lnTo>
                <a:lnTo>
                  <a:pt x="2470174" y="3642347"/>
                </a:lnTo>
                <a:lnTo>
                  <a:pt x="0" y="36423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82412" y="5514225"/>
            <a:ext cx="2176888" cy="3584695"/>
          </a:xfrm>
          <a:custGeom>
            <a:avLst/>
            <a:gdLst/>
            <a:ahLst/>
            <a:cxnLst/>
            <a:rect r="r" b="b" t="t" l="l"/>
            <a:pathLst>
              <a:path h="3584695" w="2176888">
                <a:moveTo>
                  <a:pt x="0" y="0"/>
                </a:moveTo>
                <a:lnTo>
                  <a:pt x="2176888" y="0"/>
                </a:lnTo>
                <a:lnTo>
                  <a:pt x="2176888" y="3584695"/>
                </a:lnTo>
                <a:lnTo>
                  <a:pt x="0" y="35846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369852">
            <a:off x="13004225" y="1868534"/>
            <a:ext cx="1830736" cy="1611047"/>
          </a:xfrm>
          <a:custGeom>
            <a:avLst/>
            <a:gdLst/>
            <a:ahLst/>
            <a:cxnLst/>
            <a:rect r="r" b="b" t="t" l="l"/>
            <a:pathLst>
              <a:path h="1611047" w="1830736">
                <a:moveTo>
                  <a:pt x="0" y="0"/>
                </a:moveTo>
                <a:lnTo>
                  <a:pt x="1830736" y="0"/>
                </a:lnTo>
                <a:lnTo>
                  <a:pt x="1830736" y="1611047"/>
                </a:lnTo>
                <a:lnTo>
                  <a:pt x="0" y="16110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58726" y="9098920"/>
            <a:ext cx="5605582" cy="458639"/>
          </a:xfrm>
          <a:custGeom>
            <a:avLst/>
            <a:gdLst/>
            <a:ahLst/>
            <a:cxnLst/>
            <a:rect r="r" b="b" t="t" l="l"/>
            <a:pathLst>
              <a:path h="458639" w="5605582">
                <a:moveTo>
                  <a:pt x="0" y="0"/>
                </a:moveTo>
                <a:lnTo>
                  <a:pt x="5605582" y="0"/>
                </a:lnTo>
                <a:lnTo>
                  <a:pt x="5605582" y="458638"/>
                </a:lnTo>
                <a:lnTo>
                  <a:pt x="0" y="4586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67289" y="204966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{{s13_title}}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919593" y="1028700"/>
            <a:ext cx="5605582" cy="458639"/>
          </a:xfrm>
          <a:custGeom>
            <a:avLst/>
            <a:gdLst/>
            <a:ahLst/>
            <a:cxnLst/>
            <a:rect r="r" b="b" t="t" l="l"/>
            <a:pathLst>
              <a:path h="458639" w="5605582">
                <a:moveTo>
                  <a:pt x="0" y="0"/>
                </a:moveTo>
                <a:lnTo>
                  <a:pt x="5605582" y="0"/>
                </a:lnTo>
                <a:lnTo>
                  <a:pt x="5605582" y="458639"/>
                </a:lnTo>
                <a:lnTo>
                  <a:pt x="0" y="45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58613" y="7378559"/>
            <a:ext cx="4657725" cy="1244883"/>
          </a:xfrm>
          <a:custGeom>
            <a:avLst/>
            <a:gdLst/>
            <a:ahLst/>
            <a:cxnLst/>
            <a:rect r="r" b="b" t="t" l="l"/>
            <a:pathLst>
              <a:path h="1244883" w="4657725">
                <a:moveTo>
                  <a:pt x="0" y="0"/>
                </a:moveTo>
                <a:lnTo>
                  <a:pt x="4657725" y="0"/>
                </a:lnTo>
                <a:lnTo>
                  <a:pt x="4657725" y="1244882"/>
                </a:lnTo>
                <a:lnTo>
                  <a:pt x="0" y="124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8675" y="1771754"/>
            <a:ext cx="4956638" cy="1045400"/>
          </a:xfrm>
          <a:custGeom>
            <a:avLst/>
            <a:gdLst/>
            <a:ahLst/>
            <a:cxnLst/>
            <a:rect r="r" b="b" t="t" l="l"/>
            <a:pathLst>
              <a:path h="1045400" w="4956638">
                <a:moveTo>
                  <a:pt x="0" y="0"/>
                </a:moveTo>
                <a:lnTo>
                  <a:pt x="4956638" y="0"/>
                </a:lnTo>
                <a:lnTo>
                  <a:pt x="4956638" y="1045400"/>
                </a:lnTo>
                <a:lnTo>
                  <a:pt x="0" y="104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6022" y="3605819"/>
            <a:ext cx="6156676" cy="2014912"/>
          </a:xfrm>
          <a:custGeom>
            <a:avLst/>
            <a:gdLst/>
            <a:ahLst/>
            <a:cxnLst/>
            <a:rect r="r" b="b" t="t" l="l"/>
            <a:pathLst>
              <a:path h="2014912" w="6156676">
                <a:moveTo>
                  <a:pt x="0" y="0"/>
                </a:moveTo>
                <a:lnTo>
                  <a:pt x="6156676" y="0"/>
                </a:lnTo>
                <a:lnTo>
                  <a:pt x="6156676" y="2014912"/>
                </a:lnTo>
                <a:lnTo>
                  <a:pt x="0" y="2014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93356">
            <a:off x="10197130" y="2215338"/>
            <a:ext cx="3108020" cy="3108020"/>
            <a:chOff x="0" y="0"/>
            <a:chExt cx="812800" cy="812800"/>
          </a:xfrm>
        </p:grpSpPr>
        <p:sp>
          <p:nvSpPr>
            <p:cNvPr name="{{image_1}}" id="7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1171507">
            <a:off x="12928388" y="3505631"/>
            <a:ext cx="2821464" cy="2821464"/>
            <a:chOff x="0" y="0"/>
            <a:chExt cx="812800" cy="812800"/>
          </a:xfrm>
        </p:grpSpPr>
        <p:sp>
          <p:nvSpPr>
            <p:cNvPr name="{{image_2}}" id="9" descr="{{image_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-24931" t="0" r="-2493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38590" y="403542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{{s14_title}}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2945" y="6044424"/>
            <a:ext cx="9133137" cy="26396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{{s14_text_1}}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15390" y="7804621"/>
            <a:ext cx="3458220" cy="735658"/>
          </a:xfrm>
          <a:custGeom>
            <a:avLst/>
            <a:gdLst/>
            <a:ahLst/>
            <a:cxnLst/>
            <a:rect r="r" b="b" t="t" l="l"/>
            <a:pathLst>
              <a:path h="735658" w="3458220">
                <a:moveTo>
                  <a:pt x="0" y="0"/>
                </a:moveTo>
                <a:lnTo>
                  <a:pt x="3458220" y="0"/>
                </a:lnTo>
                <a:lnTo>
                  <a:pt x="3458220" y="735658"/>
                </a:lnTo>
                <a:lnTo>
                  <a:pt x="0" y="735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15931">
            <a:off x="11490072" y="3826857"/>
            <a:ext cx="1417437" cy="2208471"/>
          </a:xfrm>
          <a:custGeom>
            <a:avLst/>
            <a:gdLst/>
            <a:ahLst/>
            <a:cxnLst/>
            <a:rect r="r" b="b" t="t" l="l"/>
            <a:pathLst>
              <a:path h="2208471" w="1417437">
                <a:moveTo>
                  <a:pt x="0" y="0"/>
                </a:moveTo>
                <a:lnTo>
                  <a:pt x="1417437" y="0"/>
                </a:lnTo>
                <a:lnTo>
                  <a:pt x="1417437" y="2208471"/>
                </a:lnTo>
                <a:lnTo>
                  <a:pt x="0" y="2208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33643" y="2465590"/>
            <a:ext cx="6617874" cy="1034795"/>
          </a:xfrm>
          <a:custGeom>
            <a:avLst/>
            <a:gdLst/>
            <a:ahLst/>
            <a:cxnLst/>
            <a:rect r="r" b="b" t="t" l="l"/>
            <a:pathLst>
              <a:path h="1034795" w="6617874">
                <a:moveTo>
                  <a:pt x="0" y="0"/>
                </a:moveTo>
                <a:lnTo>
                  <a:pt x="6617874" y="0"/>
                </a:lnTo>
                <a:lnTo>
                  <a:pt x="6617874" y="1034795"/>
                </a:lnTo>
                <a:lnTo>
                  <a:pt x="0" y="10347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4512" y="5751452"/>
            <a:ext cx="2176888" cy="3584695"/>
          </a:xfrm>
          <a:custGeom>
            <a:avLst/>
            <a:gdLst/>
            <a:ahLst/>
            <a:cxnLst/>
            <a:rect r="r" b="b" t="t" l="l"/>
            <a:pathLst>
              <a:path h="3584695" w="2176888">
                <a:moveTo>
                  <a:pt x="0" y="0"/>
                </a:moveTo>
                <a:lnTo>
                  <a:pt x="2176888" y="0"/>
                </a:lnTo>
                <a:lnTo>
                  <a:pt x="2176888" y="3584696"/>
                </a:lnTo>
                <a:lnTo>
                  <a:pt x="0" y="35846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78054" y="6311900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{{s15_title}}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1295" y="2437015"/>
            <a:ext cx="7756759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{{s15_text_1}}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694698">
            <a:off x="500809" y="1385169"/>
            <a:ext cx="1490169" cy="1311349"/>
          </a:xfrm>
          <a:custGeom>
            <a:avLst/>
            <a:gdLst/>
            <a:ahLst/>
            <a:cxnLst/>
            <a:rect r="r" b="b" t="t" l="l"/>
            <a:pathLst>
              <a:path h="1311349" w="1490169">
                <a:moveTo>
                  <a:pt x="0" y="0"/>
                </a:moveTo>
                <a:lnTo>
                  <a:pt x="1490169" y="0"/>
                </a:lnTo>
                <a:lnTo>
                  <a:pt x="1490169" y="1311349"/>
                </a:lnTo>
                <a:lnTo>
                  <a:pt x="0" y="13113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62879" y="5910318"/>
            <a:ext cx="2591173" cy="3425830"/>
          </a:xfrm>
          <a:custGeom>
            <a:avLst/>
            <a:gdLst/>
            <a:ahLst/>
            <a:cxnLst/>
            <a:rect r="r" b="b" t="t" l="l"/>
            <a:pathLst>
              <a:path h="3425830" w="2591173">
                <a:moveTo>
                  <a:pt x="0" y="0"/>
                </a:moveTo>
                <a:lnTo>
                  <a:pt x="2591173" y="0"/>
                </a:lnTo>
                <a:lnTo>
                  <a:pt x="2591173" y="3425830"/>
                </a:lnTo>
                <a:lnTo>
                  <a:pt x="0" y="34258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15390" y="7804621"/>
            <a:ext cx="3458220" cy="735658"/>
          </a:xfrm>
          <a:custGeom>
            <a:avLst/>
            <a:gdLst/>
            <a:ahLst/>
            <a:cxnLst/>
            <a:rect r="r" b="b" t="t" l="l"/>
            <a:pathLst>
              <a:path h="735658" w="3458220">
                <a:moveTo>
                  <a:pt x="0" y="0"/>
                </a:moveTo>
                <a:lnTo>
                  <a:pt x="3458220" y="0"/>
                </a:lnTo>
                <a:lnTo>
                  <a:pt x="3458220" y="735658"/>
                </a:lnTo>
                <a:lnTo>
                  <a:pt x="0" y="735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15931">
            <a:off x="11490072" y="3826857"/>
            <a:ext cx="1417437" cy="2208471"/>
          </a:xfrm>
          <a:custGeom>
            <a:avLst/>
            <a:gdLst/>
            <a:ahLst/>
            <a:cxnLst/>
            <a:rect r="r" b="b" t="t" l="l"/>
            <a:pathLst>
              <a:path h="2208471" w="1417437">
                <a:moveTo>
                  <a:pt x="0" y="0"/>
                </a:moveTo>
                <a:lnTo>
                  <a:pt x="1417437" y="0"/>
                </a:lnTo>
                <a:lnTo>
                  <a:pt x="1417437" y="2208471"/>
                </a:lnTo>
                <a:lnTo>
                  <a:pt x="0" y="2208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33643" y="2465590"/>
            <a:ext cx="6617874" cy="1034795"/>
          </a:xfrm>
          <a:custGeom>
            <a:avLst/>
            <a:gdLst/>
            <a:ahLst/>
            <a:cxnLst/>
            <a:rect r="r" b="b" t="t" l="l"/>
            <a:pathLst>
              <a:path h="1034795" w="6617874">
                <a:moveTo>
                  <a:pt x="0" y="0"/>
                </a:moveTo>
                <a:lnTo>
                  <a:pt x="6617874" y="0"/>
                </a:lnTo>
                <a:lnTo>
                  <a:pt x="6617874" y="1034795"/>
                </a:lnTo>
                <a:lnTo>
                  <a:pt x="0" y="10347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4512" y="5751452"/>
            <a:ext cx="2176888" cy="3584695"/>
          </a:xfrm>
          <a:custGeom>
            <a:avLst/>
            <a:gdLst/>
            <a:ahLst/>
            <a:cxnLst/>
            <a:rect r="r" b="b" t="t" l="l"/>
            <a:pathLst>
              <a:path h="3584695" w="2176888">
                <a:moveTo>
                  <a:pt x="0" y="0"/>
                </a:moveTo>
                <a:lnTo>
                  <a:pt x="2176888" y="0"/>
                </a:lnTo>
                <a:lnTo>
                  <a:pt x="2176888" y="3584696"/>
                </a:lnTo>
                <a:lnTo>
                  <a:pt x="0" y="35846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78054" y="6311900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{{s16_title}}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1295" y="2437015"/>
            <a:ext cx="7756759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{{s16_text_1}}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694698">
            <a:off x="500809" y="1385169"/>
            <a:ext cx="1490169" cy="1311349"/>
          </a:xfrm>
          <a:custGeom>
            <a:avLst/>
            <a:gdLst/>
            <a:ahLst/>
            <a:cxnLst/>
            <a:rect r="r" b="b" t="t" l="l"/>
            <a:pathLst>
              <a:path h="1311349" w="1490169">
                <a:moveTo>
                  <a:pt x="0" y="0"/>
                </a:moveTo>
                <a:lnTo>
                  <a:pt x="1490169" y="0"/>
                </a:lnTo>
                <a:lnTo>
                  <a:pt x="1490169" y="1311349"/>
                </a:lnTo>
                <a:lnTo>
                  <a:pt x="0" y="13113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62879" y="5910318"/>
            <a:ext cx="2591173" cy="3425830"/>
          </a:xfrm>
          <a:custGeom>
            <a:avLst/>
            <a:gdLst/>
            <a:ahLst/>
            <a:cxnLst/>
            <a:rect r="r" b="b" t="t" l="l"/>
            <a:pathLst>
              <a:path h="3425830" w="2591173">
                <a:moveTo>
                  <a:pt x="0" y="0"/>
                </a:moveTo>
                <a:lnTo>
                  <a:pt x="2591173" y="0"/>
                </a:lnTo>
                <a:lnTo>
                  <a:pt x="2591173" y="3425830"/>
                </a:lnTo>
                <a:lnTo>
                  <a:pt x="0" y="34258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0726" y="1433715"/>
            <a:ext cx="1617285" cy="1473200"/>
          </a:xfrm>
          <a:custGeom>
            <a:avLst/>
            <a:gdLst/>
            <a:ahLst/>
            <a:cxnLst/>
            <a:rect r="r" b="b" t="t" l="l"/>
            <a:pathLst>
              <a:path h="1473200" w="1617285">
                <a:moveTo>
                  <a:pt x="0" y="0"/>
                </a:moveTo>
                <a:lnTo>
                  <a:pt x="1617285" y="0"/>
                </a:lnTo>
                <a:lnTo>
                  <a:pt x="1617285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6315" y="159246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{{s17_title}}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23544" y="3084715"/>
            <a:ext cx="9840913" cy="17633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{{s17_text_1}}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23544" y="5229110"/>
            <a:ext cx="9840913" cy="17633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{{s17_text_2}}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23544" y="7373505"/>
            <a:ext cx="9840913" cy="17633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{{s17_text_3}}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55303">
            <a:off x="14758528" y="8552595"/>
            <a:ext cx="2513792" cy="827266"/>
          </a:xfrm>
          <a:custGeom>
            <a:avLst/>
            <a:gdLst/>
            <a:ahLst/>
            <a:cxnLst/>
            <a:rect r="r" b="b" t="t" l="l"/>
            <a:pathLst>
              <a:path h="827266" w="2513792">
                <a:moveTo>
                  <a:pt x="0" y="0"/>
                </a:moveTo>
                <a:lnTo>
                  <a:pt x="2513792" y="0"/>
                </a:lnTo>
                <a:lnTo>
                  <a:pt x="2513792" y="827266"/>
                </a:lnTo>
                <a:lnTo>
                  <a:pt x="0" y="827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6584" y="6125095"/>
            <a:ext cx="3325741" cy="610727"/>
          </a:xfrm>
          <a:custGeom>
            <a:avLst/>
            <a:gdLst/>
            <a:ahLst/>
            <a:cxnLst/>
            <a:rect r="r" b="b" t="t" l="l"/>
            <a:pathLst>
              <a:path h="610727" w="3325741">
                <a:moveTo>
                  <a:pt x="0" y="0"/>
                </a:moveTo>
                <a:lnTo>
                  <a:pt x="3325741" y="0"/>
                </a:lnTo>
                <a:lnTo>
                  <a:pt x="3325741" y="610727"/>
                </a:lnTo>
                <a:lnTo>
                  <a:pt x="0" y="61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29235" y="1313688"/>
            <a:ext cx="2920639" cy="2463958"/>
          </a:xfrm>
          <a:custGeom>
            <a:avLst/>
            <a:gdLst/>
            <a:ahLst/>
            <a:cxnLst/>
            <a:rect r="r" b="b" t="t" l="l"/>
            <a:pathLst>
              <a:path h="2463958" w="2920639">
                <a:moveTo>
                  <a:pt x="0" y="0"/>
                </a:moveTo>
                <a:lnTo>
                  <a:pt x="2920639" y="0"/>
                </a:lnTo>
                <a:lnTo>
                  <a:pt x="2920639" y="2463958"/>
                </a:lnTo>
                <a:lnTo>
                  <a:pt x="0" y="24639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439510">
            <a:off x="2619069" y="3272814"/>
            <a:ext cx="1014208" cy="1415772"/>
          </a:xfrm>
          <a:custGeom>
            <a:avLst/>
            <a:gdLst/>
            <a:ahLst/>
            <a:cxnLst/>
            <a:rect r="r" b="b" t="t" l="l"/>
            <a:pathLst>
              <a:path h="1415772" w="1014208">
                <a:moveTo>
                  <a:pt x="0" y="0"/>
                </a:moveTo>
                <a:lnTo>
                  <a:pt x="1014207" y="0"/>
                </a:lnTo>
                <a:lnTo>
                  <a:pt x="1014207" y="1415772"/>
                </a:lnTo>
                <a:lnTo>
                  <a:pt x="0" y="14157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39510">
            <a:off x="2619069" y="7484240"/>
            <a:ext cx="1014208" cy="1415772"/>
          </a:xfrm>
          <a:custGeom>
            <a:avLst/>
            <a:gdLst/>
            <a:ahLst/>
            <a:cxnLst/>
            <a:rect r="r" b="b" t="t" l="l"/>
            <a:pathLst>
              <a:path h="1415772" w="1014208">
                <a:moveTo>
                  <a:pt x="0" y="0"/>
                </a:moveTo>
                <a:lnTo>
                  <a:pt x="1014207" y="0"/>
                </a:lnTo>
                <a:lnTo>
                  <a:pt x="1014207" y="1415773"/>
                </a:lnTo>
                <a:lnTo>
                  <a:pt x="0" y="14157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166507">
            <a:off x="14568643" y="5077324"/>
            <a:ext cx="1014208" cy="1415772"/>
          </a:xfrm>
          <a:custGeom>
            <a:avLst/>
            <a:gdLst/>
            <a:ahLst/>
            <a:cxnLst/>
            <a:rect r="r" b="b" t="t" l="l"/>
            <a:pathLst>
              <a:path h="1415772" w="1014208">
                <a:moveTo>
                  <a:pt x="1014208" y="0"/>
                </a:moveTo>
                <a:lnTo>
                  <a:pt x="0" y="0"/>
                </a:lnTo>
                <a:lnTo>
                  <a:pt x="0" y="1415772"/>
                </a:lnTo>
                <a:lnTo>
                  <a:pt x="1014208" y="1415772"/>
                </a:lnTo>
                <a:lnTo>
                  <a:pt x="101420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1244" y="6377623"/>
            <a:ext cx="3689482" cy="2656427"/>
          </a:xfrm>
          <a:custGeom>
            <a:avLst/>
            <a:gdLst/>
            <a:ahLst/>
            <a:cxnLst/>
            <a:rect r="r" b="b" t="t" l="l"/>
            <a:pathLst>
              <a:path h="2656427" w="3689482">
                <a:moveTo>
                  <a:pt x="0" y="0"/>
                </a:moveTo>
                <a:lnTo>
                  <a:pt x="3689482" y="0"/>
                </a:lnTo>
                <a:lnTo>
                  <a:pt x="3689482" y="2656427"/>
                </a:lnTo>
                <a:lnTo>
                  <a:pt x="0" y="2656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1588">
            <a:off x="12344400" y="471376"/>
            <a:ext cx="4657725" cy="1244883"/>
          </a:xfrm>
          <a:custGeom>
            <a:avLst/>
            <a:gdLst/>
            <a:ahLst/>
            <a:cxnLst/>
            <a:rect r="r" b="b" t="t" l="l"/>
            <a:pathLst>
              <a:path h="1244883" w="4657725">
                <a:moveTo>
                  <a:pt x="0" y="0"/>
                </a:moveTo>
                <a:lnTo>
                  <a:pt x="4657725" y="0"/>
                </a:lnTo>
                <a:lnTo>
                  <a:pt x="4657725" y="1244883"/>
                </a:lnTo>
                <a:lnTo>
                  <a:pt x="0" y="1244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15931">
            <a:off x="2275418" y="1284665"/>
            <a:ext cx="1417437" cy="2208471"/>
          </a:xfrm>
          <a:custGeom>
            <a:avLst/>
            <a:gdLst/>
            <a:ahLst/>
            <a:cxnLst/>
            <a:rect r="r" b="b" t="t" l="l"/>
            <a:pathLst>
              <a:path h="2208471" w="1417437">
                <a:moveTo>
                  <a:pt x="0" y="0"/>
                </a:moveTo>
                <a:lnTo>
                  <a:pt x="1417437" y="0"/>
                </a:lnTo>
                <a:lnTo>
                  <a:pt x="1417437" y="2208471"/>
                </a:lnTo>
                <a:lnTo>
                  <a:pt x="0" y="2208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66298" y="2065655"/>
            <a:ext cx="8013305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{{s18_text_1}}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2364" y="403542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{{s18_title}}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66298" y="5644515"/>
            <a:ext cx="8013305" cy="3077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09335" y="3825136"/>
            <a:ext cx="9042005" cy="3515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TDTD아름다워"/>
                <a:ea typeface="TDTD아름다워"/>
                <a:cs typeface="TDTD아름다워"/>
                <a:sym typeface="TDTD아름다워"/>
              </a:rPr>
              <a:t>{{adabiyotlar_ro_yxati}}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2811" y="5748876"/>
            <a:ext cx="3372226" cy="3709449"/>
          </a:xfrm>
          <a:custGeom>
            <a:avLst/>
            <a:gdLst/>
            <a:ahLst/>
            <a:cxnLst/>
            <a:rect r="r" b="b" t="t" l="l"/>
            <a:pathLst>
              <a:path h="3709449" w="3372226">
                <a:moveTo>
                  <a:pt x="0" y="0"/>
                </a:moveTo>
                <a:lnTo>
                  <a:pt x="3372227" y="0"/>
                </a:lnTo>
                <a:lnTo>
                  <a:pt x="3372227" y="3709449"/>
                </a:lnTo>
                <a:lnTo>
                  <a:pt x="0" y="37094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1340" y="1634076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0" y="0"/>
                </a:lnTo>
                <a:lnTo>
                  <a:pt x="3501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96722" y="1634076"/>
            <a:ext cx="2046836" cy="1864482"/>
          </a:xfrm>
          <a:custGeom>
            <a:avLst/>
            <a:gdLst/>
            <a:ahLst/>
            <a:cxnLst/>
            <a:rect r="r" b="b" t="t" l="l"/>
            <a:pathLst>
              <a:path h="1864482" w="2046836">
                <a:moveTo>
                  <a:pt x="0" y="0"/>
                </a:moveTo>
                <a:lnTo>
                  <a:pt x="2046836" y="0"/>
                </a:lnTo>
                <a:lnTo>
                  <a:pt x="2046836" y="1864482"/>
                </a:lnTo>
                <a:lnTo>
                  <a:pt x="0" y="1864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55303">
            <a:off x="14251340" y="8468433"/>
            <a:ext cx="3007960" cy="989892"/>
          </a:xfrm>
          <a:custGeom>
            <a:avLst/>
            <a:gdLst/>
            <a:ahLst/>
            <a:cxnLst/>
            <a:rect r="r" b="b" t="t" l="l"/>
            <a:pathLst>
              <a:path h="989892" w="3007960">
                <a:moveTo>
                  <a:pt x="0" y="0"/>
                </a:moveTo>
                <a:lnTo>
                  <a:pt x="3007960" y="0"/>
                </a:lnTo>
                <a:lnTo>
                  <a:pt x="3007960" y="989892"/>
                </a:lnTo>
                <a:lnTo>
                  <a:pt x="0" y="9898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67289" y="2049665"/>
            <a:ext cx="6095371" cy="1108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749"/>
              </a:lnSpc>
            </a:pPr>
            <a:r>
              <a:rPr lang="en-US" sz="6999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{{adabiyotlar}}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11805">
            <a:off x="707561" y="5738536"/>
            <a:ext cx="2235286" cy="3160430"/>
          </a:xfrm>
          <a:custGeom>
            <a:avLst/>
            <a:gdLst/>
            <a:ahLst/>
            <a:cxnLst/>
            <a:rect r="r" b="b" t="t" l="l"/>
            <a:pathLst>
              <a:path h="3160430" w="2235286">
                <a:moveTo>
                  <a:pt x="0" y="0"/>
                </a:moveTo>
                <a:lnTo>
                  <a:pt x="2235285" y="0"/>
                </a:lnTo>
                <a:lnTo>
                  <a:pt x="2235285" y="3160429"/>
                </a:lnTo>
                <a:lnTo>
                  <a:pt x="0" y="316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7512" y="1824228"/>
            <a:ext cx="3086505" cy="679031"/>
          </a:xfrm>
          <a:custGeom>
            <a:avLst/>
            <a:gdLst/>
            <a:ahLst/>
            <a:cxnLst/>
            <a:rect r="r" b="b" t="t" l="l"/>
            <a:pathLst>
              <a:path h="679031" w="3086505">
                <a:moveTo>
                  <a:pt x="0" y="0"/>
                </a:moveTo>
                <a:lnTo>
                  <a:pt x="3086505" y="0"/>
                </a:lnTo>
                <a:lnTo>
                  <a:pt x="3086505" y="679031"/>
                </a:lnTo>
                <a:lnTo>
                  <a:pt x="0" y="679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68045">
            <a:off x="14844337" y="7169987"/>
            <a:ext cx="2723947" cy="2317831"/>
          </a:xfrm>
          <a:custGeom>
            <a:avLst/>
            <a:gdLst/>
            <a:ahLst/>
            <a:cxnLst/>
            <a:rect r="r" b="b" t="t" l="l"/>
            <a:pathLst>
              <a:path h="2317831" w="2723947">
                <a:moveTo>
                  <a:pt x="0" y="0"/>
                </a:moveTo>
                <a:lnTo>
                  <a:pt x="2723947" y="0"/>
                </a:lnTo>
                <a:lnTo>
                  <a:pt x="2723947" y="2317831"/>
                </a:lnTo>
                <a:lnTo>
                  <a:pt x="0" y="23178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03989" y="2567000"/>
            <a:ext cx="10880022" cy="42441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528"/>
              </a:lnSpc>
            </a:pPr>
            <a:r>
              <a:rPr lang="en-US" sz="10000">
                <a:solidFill>
                  <a:srgbClr val="FFFFFF"/>
                </a:solidFill>
                <a:latin typeface="Mansalva"/>
                <a:ea typeface="Mansalva"/>
                <a:cs typeface="Mansalva"/>
                <a:sym typeface="Mansalva"/>
              </a:rPr>
              <a:t>{{yakun}}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146171" y="521877"/>
            <a:ext cx="3456029" cy="2896781"/>
          </a:xfrm>
          <a:custGeom>
            <a:avLst/>
            <a:gdLst/>
            <a:ahLst/>
            <a:cxnLst/>
            <a:rect r="r" b="b" t="t" l="l"/>
            <a:pathLst>
              <a:path h="2896781" w="3456029">
                <a:moveTo>
                  <a:pt x="0" y="0"/>
                </a:moveTo>
                <a:lnTo>
                  <a:pt x="3456029" y="0"/>
                </a:lnTo>
                <a:lnTo>
                  <a:pt x="3456029" y="2896781"/>
                </a:lnTo>
                <a:lnTo>
                  <a:pt x="0" y="28967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26971" y="7089431"/>
            <a:ext cx="5605582" cy="458639"/>
          </a:xfrm>
          <a:custGeom>
            <a:avLst/>
            <a:gdLst/>
            <a:ahLst/>
            <a:cxnLst/>
            <a:rect r="r" b="b" t="t" l="l"/>
            <a:pathLst>
              <a:path h="458639" w="5605582">
                <a:moveTo>
                  <a:pt x="0" y="0"/>
                </a:moveTo>
                <a:lnTo>
                  <a:pt x="5605582" y="0"/>
                </a:lnTo>
                <a:lnTo>
                  <a:pt x="5605582" y="458639"/>
                </a:lnTo>
                <a:lnTo>
                  <a:pt x="0" y="45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DAHXbTbOXiw</dc:identifier>
  <dcterms:modified xsi:type="dcterms:W3CDTF">2011-08-01T06:04:30Z</dcterms:modified>
  <cp:revision>1</cp:revision>
  <dc:title>Black and White Doodle Mathematics Illustrated Group Project Presentation</dc:title>
</cp:coreProperties>
</file>