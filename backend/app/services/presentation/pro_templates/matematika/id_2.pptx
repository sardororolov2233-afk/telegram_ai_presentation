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arget="ppt/presentation.xml" Type="http://schemas.openxmlformats.org/officeDocument/2006/relationships/officeDocument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SubjectSlide1"/>
    <p:sldId id="257" r:id="rIdSubjectSlide2"/>
    <p:sldId id="258" r:id="rIdSubjectSlide3"/>
    <p:sldId id="259" r:id="rIdSubjectSlide4"/>
    <p:sldId id="260" r:id="rIdSubjectSlide5"/>
    <p:sldId id="261" r:id="rIdSubjectSlide6"/>
    <p:sldId id="262" r:id="rIdSubjectSlide7"/>
    <p:sldId id="263" r:id="rIdSubjectSlide8"/>
    <p:sldId id="264" r:id="rIdSubjectSlide9"/>
    <p:sldId id="265" r:id="rIdSubjectSlide10"/>
    <p:sldId id="266" r:id="rIdSubjectSlide11"/>
    <p:sldId id="267" r:id="rIdSubjectSlide12"/>
    <p:sldId id="268" r:id="rIdSubjectSlide13"/>
    <p:sldId id="269" r:id="rIdSubjectSlide14"/>
    <p:sldId id="270" r:id="rIdSubjectSlide15"/>
    <p:sldId id="271" r:id="rIdSubjectSlide16"/>
    <p:sldId id="272" r:id="rIdSubjectSlide17"/>
    <p:sldId id="273" r:id="rIdSubjectSlide18"/>
    <p:sldId id="274" r:id="rIdSubjectSlide19"/>
    <p:sldId id="275" r:id="rIdSubjectSlide20"/>
  </p:sldIdLst>
  <p:sldSz cx="18288000" cy="10287000"/>
  <p:notesSz cx="6858000" cy="9144000"/>
  <p:embeddedFontLst>
    <p:embeddedFont>
      <p:font typeface="Rugrats Sans" charset="1" panose="00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arget="slideMasters/slideMaster1.xml" Type="http://schemas.openxmlformats.org/officeDocument/2006/relationships/slideMaster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SubjectSlide1" Type="http://schemas.openxmlformats.org/officeDocument/2006/relationships/slide" Target="slides/slide1.xml"/><Relationship Id="rIdSubjectSlide2" Type="http://schemas.openxmlformats.org/officeDocument/2006/relationships/slide" Target="slides/slide2.xml"/><Relationship Id="rIdSubjectSlide3" Type="http://schemas.openxmlformats.org/officeDocument/2006/relationships/slide" Target="slides/slide3.xml"/><Relationship Id="rIdSubjectSlide4" Type="http://schemas.openxmlformats.org/officeDocument/2006/relationships/slide" Target="slides/slide4.xml"/><Relationship Id="rIdSubjectSlide5" Type="http://schemas.openxmlformats.org/officeDocument/2006/relationships/slide" Target="slides/slide5.xml"/><Relationship Id="rIdSubjectSlide6" Type="http://schemas.openxmlformats.org/officeDocument/2006/relationships/slide" Target="slides/slide6.xml"/><Relationship Id="rIdSubjectSlide7" Type="http://schemas.openxmlformats.org/officeDocument/2006/relationships/slide" Target="slides/slide7.xml"/><Relationship Id="rIdSubjectSlide8" Type="http://schemas.openxmlformats.org/officeDocument/2006/relationships/slide" Target="slides/slide8.xml"/><Relationship Id="rIdSubjectSlide9" Type="http://schemas.openxmlformats.org/officeDocument/2006/relationships/slide" Target="slides/slide9.xml"/><Relationship Id="rIdSubjectSlide10" Type="http://schemas.openxmlformats.org/officeDocument/2006/relationships/slide" Target="slides/slide10.xml"/><Relationship Id="rIdSubjectSlide11" Type="http://schemas.openxmlformats.org/officeDocument/2006/relationships/slide" Target="slides/slide11.xml"/><Relationship Id="rIdSubjectSlide12" Type="http://schemas.openxmlformats.org/officeDocument/2006/relationships/slide" Target="slides/slide12.xml"/><Relationship Id="rIdSubjectSlide13" Type="http://schemas.openxmlformats.org/officeDocument/2006/relationships/slide" Target="slides/slide13.xml"/><Relationship Id="rIdSubjectSlide14" Type="http://schemas.openxmlformats.org/officeDocument/2006/relationships/slide" Target="slides/slide14.xml"/><Relationship Id="rIdSubjectSlide15" Type="http://schemas.openxmlformats.org/officeDocument/2006/relationships/slide" Target="slides/slide15.xml"/><Relationship Id="rIdSubjectSlide16" Type="http://schemas.openxmlformats.org/officeDocument/2006/relationships/slide" Target="slides/slide16.xml"/><Relationship Id="rIdSubjectSlide17" Type="http://schemas.openxmlformats.org/officeDocument/2006/relationships/slide" Target="slides/slide17.xml"/><Relationship Id="rIdSubjectSlide18" Type="http://schemas.openxmlformats.org/officeDocument/2006/relationships/slide" Target="slides/slide18.xml"/><Relationship Id="rIdSubjectSlide19" Type="http://schemas.openxmlformats.org/officeDocument/2006/relationships/slide" Target="slides/slide19.xml"/><Relationship Id="rIdSubjectSlide20" Type="http://schemas.openxmlformats.org/officeDocument/2006/relationships/slide" Target="slides/slide20.xml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svg" Type="http://schemas.openxmlformats.org/officeDocument/2006/relationships/image"/><Relationship Id="rId21" Target="../media/image20.png" Type="http://schemas.openxmlformats.org/officeDocument/2006/relationships/image"/><Relationship Id="rId22" Target="../media/image21.svg" Type="http://schemas.openxmlformats.org/officeDocument/2006/relationships/image"/><Relationship Id="rId23" Target="../media/image22.png" Type="http://schemas.openxmlformats.org/officeDocument/2006/relationships/image"/><Relationship Id="rId24" Target="../media/image23.svg" Type="http://schemas.openxmlformats.org/officeDocument/2006/relationships/image"/><Relationship Id="rId25" Target="../media/image24.png" Type="http://schemas.openxmlformats.org/officeDocument/2006/relationships/image"/><Relationship Id="rId26" Target="../media/image25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11" Target="../media/image27.svg" Type="http://schemas.openxmlformats.org/officeDocument/2006/relationships/image"/><Relationship Id="rId12" Target="../media/image12.png" Type="http://schemas.openxmlformats.org/officeDocument/2006/relationships/image"/><Relationship Id="rId13" Target="../media/image13.svg" Type="http://schemas.openxmlformats.org/officeDocument/2006/relationships/image"/><Relationship Id="rId14" Target="../media/image18.png" Type="http://schemas.openxmlformats.org/officeDocument/2006/relationships/image"/><Relationship Id="rId15" Target="../media/image19.svg" Type="http://schemas.openxmlformats.org/officeDocument/2006/relationships/image"/><Relationship Id="rId16" Target="../media/image20.png" Type="http://schemas.openxmlformats.org/officeDocument/2006/relationships/image"/><Relationship Id="rId17" Target="../media/image21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3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11" Target="../media/image27.svg" Type="http://schemas.openxmlformats.org/officeDocument/2006/relationships/image"/><Relationship Id="rId12" Target="../media/image12.png" Type="http://schemas.openxmlformats.org/officeDocument/2006/relationships/image"/><Relationship Id="rId13" Target="../media/image13.svg" Type="http://schemas.openxmlformats.org/officeDocument/2006/relationships/image"/><Relationship Id="rId14" Target="../media/image18.png" Type="http://schemas.openxmlformats.org/officeDocument/2006/relationships/image"/><Relationship Id="rId15" Target="../media/image19.svg" Type="http://schemas.openxmlformats.org/officeDocument/2006/relationships/image"/><Relationship Id="rId16" Target="../media/image20.png" Type="http://schemas.openxmlformats.org/officeDocument/2006/relationships/image"/><Relationship Id="rId17" Target="../media/image21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4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11" Target="../media/image27.svg" Type="http://schemas.openxmlformats.org/officeDocument/2006/relationships/image"/><Relationship Id="rId12" Target="../media/image28.png" Type="http://schemas.openxmlformats.org/officeDocument/2006/relationships/image"/><Relationship Id="rId13" Target="../media/image29.svg" Type="http://schemas.openxmlformats.org/officeDocument/2006/relationships/image"/><Relationship Id="rId14" Target="../media/image30.png" Type="http://schemas.openxmlformats.org/officeDocument/2006/relationships/image"/><Relationship Id="rId15" Target="../media/image31.svg" Type="http://schemas.openxmlformats.org/officeDocument/2006/relationships/image"/><Relationship Id="rId16" Target="../media/image32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5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11" Target="../media/image27.svg" Type="http://schemas.openxmlformats.org/officeDocument/2006/relationships/image"/><Relationship Id="rId12" Target="../media/image28.png" Type="http://schemas.openxmlformats.org/officeDocument/2006/relationships/image"/><Relationship Id="rId13" Target="../media/image29.svg" Type="http://schemas.openxmlformats.org/officeDocument/2006/relationships/image"/><Relationship Id="rId14" Target="../media/image30.png" Type="http://schemas.openxmlformats.org/officeDocument/2006/relationships/image"/><Relationship Id="rId15" Target="../media/image31.svg" Type="http://schemas.openxmlformats.org/officeDocument/2006/relationships/image"/><Relationship Id="rId16" Target="../media/image33.png" Type="http://schemas.openxmlformats.org/officeDocument/2006/relationships/image"/><Relationship Id="rId17" Target="../media/image34.png" Type="http://schemas.openxmlformats.org/officeDocument/2006/relationships/image"/><Relationship Id="rId18" Target="../media/image35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6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11" Target="../media/image27.svg" Type="http://schemas.openxmlformats.org/officeDocument/2006/relationships/image"/><Relationship Id="rId12" Target="../media/image30.png" Type="http://schemas.openxmlformats.org/officeDocument/2006/relationships/image"/><Relationship Id="rId13" Target="../media/image31.svg" Type="http://schemas.openxmlformats.org/officeDocument/2006/relationships/image"/><Relationship Id="rId14" Target="../media/image36.png" Type="http://schemas.openxmlformats.org/officeDocument/2006/relationships/image"/><Relationship Id="rId15" Target="../media/image8.png" Type="http://schemas.openxmlformats.org/officeDocument/2006/relationships/image"/><Relationship Id="rId16" Target="../media/image9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7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11" Target="../media/image27.svg" Type="http://schemas.openxmlformats.org/officeDocument/2006/relationships/image"/><Relationship Id="rId12" Target="../media/image8.png" Type="http://schemas.openxmlformats.org/officeDocument/2006/relationships/image"/><Relationship Id="rId13" Target="../media/image9.svg" Type="http://schemas.openxmlformats.org/officeDocument/2006/relationships/image"/><Relationship Id="rId14" Target="../media/image37.png" Type="http://schemas.openxmlformats.org/officeDocument/2006/relationships/image"/><Relationship Id="rId15" Target="../media/image38.svg" Type="http://schemas.openxmlformats.org/officeDocument/2006/relationships/image"/><Relationship Id="rId16" Target="../media/image39.png" Type="http://schemas.openxmlformats.org/officeDocument/2006/relationships/image"/><Relationship Id="rId17" Target="../media/image40.svg" Type="http://schemas.openxmlformats.org/officeDocument/2006/relationships/image"/><Relationship Id="rId18" Target="../media/image41.png" Type="http://schemas.openxmlformats.org/officeDocument/2006/relationships/image"/><Relationship Id="rId19" Target="../media/image42.svg" Type="http://schemas.openxmlformats.org/officeDocument/2006/relationships/image"/><Relationship Id="rId2" Target="../media/image1.png" Type="http://schemas.openxmlformats.org/officeDocument/2006/relationships/image"/><Relationship Id="rId20" Target="../media/image43.png" Type="http://schemas.openxmlformats.org/officeDocument/2006/relationships/image"/><Relationship Id="rId21" Target="../media/image44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8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11" Target="../media/image27.svg" Type="http://schemas.openxmlformats.org/officeDocument/2006/relationships/image"/><Relationship Id="rId12" Target="../media/image43.png" Type="http://schemas.openxmlformats.org/officeDocument/2006/relationships/image"/><Relationship Id="rId13" Target="../media/image44.svg" Type="http://schemas.openxmlformats.org/officeDocument/2006/relationships/image"/><Relationship Id="rId14" Target="../media/image46.png" Type="http://schemas.openxmlformats.org/officeDocument/2006/relationships/image"/><Relationship Id="rId15" Target="../media/image47.svg" Type="http://schemas.openxmlformats.org/officeDocument/2006/relationships/image"/><Relationship Id="rId16" Target="../media/image48.png" Type="http://schemas.openxmlformats.org/officeDocument/2006/relationships/image"/><Relationship Id="rId17" Target="../media/image49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9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11" Target="../media/image27.svg" Type="http://schemas.openxmlformats.org/officeDocument/2006/relationships/image"/><Relationship Id="rId12" Target="../media/image43.png" Type="http://schemas.openxmlformats.org/officeDocument/2006/relationships/image"/><Relationship Id="rId13" Target="../media/image44.svg" Type="http://schemas.openxmlformats.org/officeDocument/2006/relationships/image"/><Relationship Id="rId14" Target="../media/image46.png" Type="http://schemas.openxmlformats.org/officeDocument/2006/relationships/image"/><Relationship Id="rId15" Target="../media/image47.svg" Type="http://schemas.openxmlformats.org/officeDocument/2006/relationships/image"/><Relationship Id="rId16" Target="../media/image18.png" Type="http://schemas.openxmlformats.org/officeDocument/2006/relationships/image"/><Relationship Id="rId17" Target="../media/image19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10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11" Target="../media/image27.svg" Type="http://schemas.openxmlformats.org/officeDocument/2006/relationships/image"/><Relationship Id="rId12" Target="../media/image28.png" Type="http://schemas.openxmlformats.org/officeDocument/2006/relationships/image"/><Relationship Id="rId13" Target="../media/image29.svg" Type="http://schemas.openxmlformats.org/officeDocument/2006/relationships/image"/><Relationship Id="rId14" Target="../media/image30.png" Type="http://schemas.openxmlformats.org/officeDocument/2006/relationships/image"/><Relationship Id="rId15" Target="../media/image31.svg" Type="http://schemas.openxmlformats.org/officeDocument/2006/relationships/image"/><Relationship Id="rId16" Target="../media/image32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11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11" Target="../media/image27.svg" Type="http://schemas.openxmlformats.org/officeDocument/2006/relationships/image"/><Relationship Id="rId12" Target="../media/image28.png" Type="http://schemas.openxmlformats.org/officeDocument/2006/relationships/image"/><Relationship Id="rId13" Target="../media/image29.svg" Type="http://schemas.openxmlformats.org/officeDocument/2006/relationships/image"/><Relationship Id="rId14" Target="../media/image30.png" Type="http://schemas.openxmlformats.org/officeDocument/2006/relationships/image"/><Relationship Id="rId15" Target="../media/image31.svg" Type="http://schemas.openxmlformats.org/officeDocument/2006/relationships/image"/><Relationship Id="rId16" Target="../media/image33.png" Type="http://schemas.openxmlformats.org/officeDocument/2006/relationships/image"/><Relationship Id="rId17" Target="../media/image34.png" Type="http://schemas.openxmlformats.org/officeDocument/2006/relationships/image"/><Relationship Id="rId18" Target="../media/image35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12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11" Target="../media/image27.svg" Type="http://schemas.openxmlformats.org/officeDocument/2006/relationships/image"/><Relationship Id="rId12" Target="../media/image30.png" Type="http://schemas.openxmlformats.org/officeDocument/2006/relationships/image"/><Relationship Id="rId13" Target="../media/image31.svg" Type="http://schemas.openxmlformats.org/officeDocument/2006/relationships/image"/><Relationship Id="rId14" Target="../media/image36.png" Type="http://schemas.openxmlformats.org/officeDocument/2006/relationships/image"/><Relationship Id="rId15" Target="../media/image8.png" Type="http://schemas.openxmlformats.org/officeDocument/2006/relationships/image"/><Relationship Id="rId16" Target="../media/image9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13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11" Target="../media/image27.svg" Type="http://schemas.openxmlformats.org/officeDocument/2006/relationships/image"/><Relationship Id="rId12" Target="../media/image8.png" Type="http://schemas.openxmlformats.org/officeDocument/2006/relationships/image"/><Relationship Id="rId13" Target="../media/image9.svg" Type="http://schemas.openxmlformats.org/officeDocument/2006/relationships/image"/><Relationship Id="rId14" Target="../media/image37.png" Type="http://schemas.openxmlformats.org/officeDocument/2006/relationships/image"/><Relationship Id="rId15" Target="../media/image38.svg" Type="http://schemas.openxmlformats.org/officeDocument/2006/relationships/image"/><Relationship Id="rId16" Target="../media/image39.png" Type="http://schemas.openxmlformats.org/officeDocument/2006/relationships/image"/><Relationship Id="rId17" Target="../media/image40.svg" Type="http://schemas.openxmlformats.org/officeDocument/2006/relationships/image"/><Relationship Id="rId18" Target="../media/image41.png" Type="http://schemas.openxmlformats.org/officeDocument/2006/relationships/image"/><Relationship Id="rId19" Target="../media/image42.svg" Type="http://schemas.openxmlformats.org/officeDocument/2006/relationships/image"/><Relationship Id="rId2" Target="../media/image1.png" Type="http://schemas.openxmlformats.org/officeDocument/2006/relationships/image"/><Relationship Id="rId20" Target="../media/image43.png" Type="http://schemas.openxmlformats.org/officeDocument/2006/relationships/image"/><Relationship Id="rId21" Target="../media/image44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14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11" Target="../media/image27.svg" Type="http://schemas.openxmlformats.org/officeDocument/2006/relationships/image"/><Relationship Id="rId12" Target="../media/image43.png" Type="http://schemas.openxmlformats.org/officeDocument/2006/relationships/image"/><Relationship Id="rId13" Target="../media/image44.svg" Type="http://schemas.openxmlformats.org/officeDocument/2006/relationships/image"/><Relationship Id="rId14" Target="../media/image46.png" Type="http://schemas.openxmlformats.org/officeDocument/2006/relationships/image"/><Relationship Id="rId15" Target="../media/image47.svg" Type="http://schemas.openxmlformats.org/officeDocument/2006/relationships/image"/><Relationship Id="rId16" Target="../media/image48.png" Type="http://schemas.openxmlformats.org/officeDocument/2006/relationships/image"/><Relationship Id="rId17" Target="../media/image49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15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11" Target="../media/image27.svg" Type="http://schemas.openxmlformats.org/officeDocument/2006/relationships/image"/><Relationship Id="rId12" Target="../media/image43.png" Type="http://schemas.openxmlformats.org/officeDocument/2006/relationships/image"/><Relationship Id="rId13" Target="../media/image44.svg" Type="http://schemas.openxmlformats.org/officeDocument/2006/relationships/image"/><Relationship Id="rId14" Target="../media/image46.png" Type="http://schemas.openxmlformats.org/officeDocument/2006/relationships/image"/><Relationship Id="rId15" Target="../media/image47.svg" Type="http://schemas.openxmlformats.org/officeDocument/2006/relationships/image"/><Relationship Id="rId16" Target="../media/image18.png" Type="http://schemas.openxmlformats.org/officeDocument/2006/relationships/image"/><Relationship Id="rId17" Target="../media/image19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16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11" Target="../media/image27.svg" Type="http://schemas.openxmlformats.org/officeDocument/2006/relationships/image"/><Relationship Id="rId12" Target="../media/image30.png" Type="http://schemas.openxmlformats.org/officeDocument/2006/relationships/image"/><Relationship Id="rId13" Target="../media/image31.svg" Type="http://schemas.openxmlformats.org/officeDocument/2006/relationships/image"/><Relationship Id="rId14" Target="../media/image36.png" Type="http://schemas.openxmlformats.org/officeDocument/2006/relationships/image"/><Relationship Id="rId15" Target="../media/image8.png" Type="http://schemas.openxmlformats.org/officeDocument/2006/relationships/image"/><Relationship Id="rId16" Target="../media/image9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17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11" Target="../media/image27.svg" Type="http://schemas.openxmlformats.org/officeDocument/2006/relationships/image"/><Relationship Id="rId12" Target="../media/image43.png" Type="http://schemas.openxmlformats.org/officeDocument/2006/relationships/image"/><Relationship Id="rId13" Target="../media/image44.svg" Type="http://schemas.openxmlformats.org/officeDocument/2006/relationships/image"/><Relationship Id="rId14" Target="../media/image46.png" Type="http://schemas.openxmlformats.org/officeDocument/2006/relationships/image"/><Relationship Id="rId15" Target="../media/image47.svg" Type="http://schemas.openxmlformats.org/officeDocument/2006/relationships/image"/><Relationship Id="rId16" Target="../media/image18.png" Type="http://schemas.openxmlformats.org/officeDocument/2006/relationships/image"/><Relationship Id="rId17" Target="../media/image19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18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11" Target="../media/image27.svg" Type="http://schemas.openxmlformats.org/officeDocument/2006/relationships/image"/><Relationship Id="rId12" Target="../media/image43.png" Type="http://schemas.openxmlformats.org/officeDocument/2006/relationships/image"/><Relationship Id="rId13" Target="../media/image44.svg" Type="http://schemas.openxmlformats.org/officeDocument/2006/relationships/image"/><Relationship Id="rId14" Target="../media/image46.png" Type="http://schemas.openxmlformats.org/officeDocument/2006/relationships/image"/><Relationship Id="rId15" Target="../media/image47.svg" Type="http://schemas.openxmlformats.org/officeDocument/2006/relationships/image"/><Relationship Id="rId16" Target="../media/image48.png" Type="http://schemas.openxmlformats.org/officeDocument/2006/relationships/image"/><Relationship Id="rId17" Target="../media/image49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19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11" Target="../media/image27.svg" Type="http://schemas.openxmlformats.org/officeDocument/2006/relationships/image"/><Relationship Id="rId12" Target="../media/image12.png" Type="http://schemas.openxmlformats.org/officeDocument/2006/relationships/image"/><Relationship Id="rId13" Target="../media/image13.svg" Type="http://schemas.openxmlformats.org/officeDocument/2006/relationships/image"/><Relationship Id="rId14" Target="../media/image18.png" Type="http://schemas.openxmlformats.org/officeDocument/2006/relationships/image"/><Relationship Id="rId15" Target="../media/image19.svg" Type="http://schemas.openxmlformats.org/officeDocument/2006/relationships/image"/><Relationship Id="rId16" Target="../media/image20.png" Type="http://schemas.openxmlformats.org/officeDocument/2006/relationships/image"/><Relationship Id="rId17" Target="../media/image21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20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8.png" Type="http://schemas.openxmlformats.org/officeDocument/2006/relationships/image"/><Relationship Id="rId18" Target="../media/image19.svg" Type="http://schemas.openxmlformats.org/officeDocument/2006/relationships/image"/><Relationship Id="rId19" Target="../media/image20.png" Type="http://schemas.openxmlformats.org/officeDocument/2006/relationships/image"/><Relationship Id="rId2" Target="../media/image1.png" Type="http://schemas.openxmlformats.org/officeDocument/2006/relationships/image"/><Relationship Id="rId20" Target="../media/image21.svg" Type="http://schemas.openxmlformats.org/officeDocument/2006/relationships/image"/><Relationship Id="rId21" Target="../media/image22.png" Type="http://schemas.openxmlformats.org/officeDocument/2006/relationships/image"/><Relationship Id="rId22" Target="../media/image23.svg" Type="http://schemas.openxmlformats.org/officeDocument/2006/relationships/image"/><Relationship Id="rId23" Target="../media/image24.png" Type="http://schemas.openxmlformats.org/officeDocument/2006/relationships/image"/><Relationship Id="rId24" Target="../media/image25.svg" Type="http://schemas.openxmlformats.org/officeDocument/2006/relationships/image"/><Relationship Id="rId25" Target="../media/image50.png" Type="http://schemas.openxmlformats.org/officeDocument/2006/relationships/image"/><Relationship Id="rId26" Target="../media/image51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E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4963060"/>
            <a:ext cx="3657600" cy="804672"/>
          </a:xfrm>
          <a:custGeom>
            <a:avLst/>
            <a:gdLst/>
            <a:ahLst/>
            <a:cxnLst/>
            <a:rect r="r" b="b" t="t" l="l"/>
            <a:pathLst>
              <a:path h="804672" w="3657600">
                <a:moveTo>
                  <a:pt x="0" y="0"/>
                </a:moveTo>
                <a:lnTo>
                  <a:pt x="3657600" y="0"/>
                </a:lnTo>
                <a:lnTo>
                  <a:pt x="3657600" y="804672"/>
                </a:lnTo>
                <a:lnTo>
                  <a:pt x="0" y="8046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108803" y="4127302"/>
            <a:ext cx="6141859" cy="1016198"/>
          </a:xfrm>
          <a:custGeom>
            <a:avLst/>
            <a:gdLst/>
            <a:ahLst/>
            <a:cxnLst/>
            <a:rect r="r" b="b" t="t" l="l"/>
            <a:pathLst>
              <a:path h="1016198" w="6141859">
                <a:moveTo>
                  <a:pt x="0" y="0"/>
                </a:moveTo>
                <a:lnTo>
                  <a:pt x="6141859" y="0"/>
                </a:lnTo>
                <a:lnTo>
                  <a:pt x="6141859" y="1016198"/>
                </a:lnTo>
                <a:lnTo>
                  <a:pt x="0" y="10161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385570" y="1457084"/>
            <a:ext cx="13516859" cy="7372832"/>
          </a:xfrm>
          <a:custGeom>
            <a:avLst/>
            <a:gdLst/>
            <a:ahLst/>
            <a:cxnLst/>
            <a:rect r="r" b="b" t="t" l="l"/>
            <a:pathLst>
              <a:path h="7372832" w="13516859">
                <a:moveTo>
                  <a:pt x="0" y="0"/>
                </a:moveTo>
                <a:lnTo>
                  <a:pt x="13516860" y="0"/>
                </a:lnTo>
                <a:lnTo>
                  <a:pt x="13516860" y="7372832"/>
                </a:lnTo>
                <a:lnTo>
                  <a:pt x="0" y="73728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841928" y="281716"/>
            <a:ext cx="6141859" cy="1016198"/>
          </a:xfrm>
          <a:custGeom>
            <a:avLst/>
            <a:gdLst/>
            <a:ahLst/>
            <a:cxnLst/>
            <a:rect r="r" b="b" t="t" l="l"/>
            <a:pathLst>
              <a:path h="1016198" w="6141859">
                <a:moveTo>
                  <a:pt x="0" y="0"/>
                </a:moveTo>
                <a:lnTo>
                  <a:pt x="6141859" y="0"/>
                </a:lnTo>
                <a:lnTo>
                  <a:pt x="6141859" y="1016198"/>
                </a:lnTo>
                <a:lnTo>
                  <a:pt x="0" y="10161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179197" y="3114675"/>
            <a:ext cx="7929607" cy="406717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4100"/>
              </a:lnSpc>
            </a:pPr>
            <a:r>
              <a:rPr lang="en-US" sz="10000" spc="1589">
                <a:solidFill>
                  <a:srgbClr val="0F294D"/>
                </a:solidFill>
                <a:latin typeface="Rugrats Sans"/>
                <a:ea typeface="Rugrats Sans"/>
                <a:cs typeface="Rugrats Sans"/>
                <a:sym typeface="Rugrats Sans"/>
              </a:rPr>
              <a:t>{{topic}}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5486400" y="6646591"/>
            <a:ext cx="7315200" cy="1070517"/>
          </a:xfrm>
          <a:custGeom>
            <a:avLst/>
            <a:gdLst/>
            <a:ahLst/>
            <a:cxnLst/>
            <a:rect r="r" b="b" t="t" l="l"/>
            <a:pathLst>
              <a:path h="1070517" w="7315200">
                <a:moveTo>
                  <a:pt x="0" y="0"/>
                </a:moveTo>
                <a:lnTo>
                  <a:pt x="7315200" y="0"/>
                </a:lnTo>
                <a:lnTo>
                  <a:pt x="7315200" y="1070518"/>
                </a:lnTo>
                <a:lnTo>
                  <a:pt x="0" y="107051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43291" y="8229600"/>
            <a:ext cx="3178567" cy="2057400"/>
          </a:xfrm>
          <a:custGeom>
            <a:avLst/>
            <a:gdLst/>
            <a:ahLst/>
            <a:cxnLst/>
            <a:rect r="r" b="b" t="t" l="l"/>
            <a:pathLst>
              <a:path h="2057400" w="3178567">
                <a:moveTo>
                  <a:pt x="0" y="0"/>
                </a:moveTo>
                <a:lnTo>
                  <a:pt x="3178568" y="0"/>
                </a:lnTo>
                <a:lnTo>
                  <a:pt x="3178568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30911" y="6172200"/>
            <a:ext cx="2154659" cy="4114800"/>
          </a:xfrm>
          <a:custGeom>
            <a:avLst/>
            <a:gdLst/>
            <a:ahLst/>
            <a:cxnLst/>
            <a:rect r="r" b="b" t="t" l="l"/>
            <a:pathLst>
              <a:path h="4114800" w="2154659">
                <a:moveTo>
                  <a:pt x="0" y="0"/>
                </a:moveTo>
                <a:lnTo>
                  <a:pt x="2154659" y="0"/>
                </a:lnTo>
                <a:lnTo>
                  <a:pt x="215465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880908" y="6172200"/>
            <a:ext cx="3407092" cy="4114800"/>
          </a:xfrm>
          <a:custGeom>
            <a:avLst/>
            <a:gdLst/>
            <a:ahLst/>
            <a:cxnLst/>
            <a:rect r="r" b="b" t="t" l="l"/>
            <a:pathLst>
              <a:path h="4114800" w="3407092">
                <a:moveTo>
                  <a:pt x="0" y="0"/>
                </a:moveTo>
                <a:lnTo>
                  <a:pt x="3407092" y="0"/>
                </a:lnTo>
                <a:lnTo>
                  <a:pt x="34070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108803" y="2478802"/>
            <a:ext cx="2484259" cy="2484259"/>
          </a:xfrm>
          <a:custGeom>
            <a:avLst/>
            <a:gdLst/>
            <a:ahLst/>
            <a:cxnLst/>
            <a:rect r="r" b="b" t="t" l="l"/>
            <a:pathLst>
              <a:path h="2484259" w="2484259">
                <a:moveTo>
                  <a:pt x="0" y="0"/>
                </a:moveTo>
                <a:lnTo>
                  <a:pt x="2484259" y="0"/>
                </a:lnTo>
                <a:lnTo>
                  <a:pt x="2484259" y="2484258"/>
                </a:lnTo>
                <a:lnTo>
                  <a:pt x="0" y="248425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343291" y="738817"/>
            <a:ext cx="3429351" cy="3479969"/>
          </a:xfrm>
          <a:custGeom>
            <a:avLst/>
            <a:gdLst/>
            <a:ahLst/>
            <a:cxnLst/>
            <a:rect r="r" b="b" t="t" l="l"/>
            <a:pathLst>
              <a:path h="3479969" w="3429351">
                <a:moveTo>
                  <a:pt x="0" y="0"/>
                </a:moveTo>
                <a:lnTo>
                  <a:pt x="3429352" y="0"/>
                </a:lnTo>
                <a:lnTo>
                  <a:pt x="3429352" y="3479969"/>
                </a:lnTo>
                <a:lnTo>
                  <a:pt x="0" y="3479969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443169" y="7713391"/>
            <a:ext cx="2716861" cy="2573609"/>
          </a:xfrm>
          <a:custGeom>
            <a:avLst/>
            <a:gdLst/>
            <a:ahLst/>
            <a:cxnLst/>
            <a:rect r="r" b="b" t="t" l="l"/>
            <a:pathLst>
              <a:path h="2573609" w="2716861">
                <a:moveTo>
                  <a:pt x="0" y="0"/>
                </a:moveTo>
                <a:lnTo>
                  <a:pt x="2716862" y="0"/>
                </a:lnTo>
                <a:lnTo>
                  <a:pt x="2716862" y="2573609"/>
                </a:lnTo>
                <a:lnTo>
                  <a:pt x="0" y="2573609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521859" y="7889247"/>
            <a:ext cx="1242472" cy="2397753"/>
          </a:xfrm>
          <a:custGeom>
            <a:avLst/>
            <a:gdLst/>
            <a:ahLst/>
            <a:cxnLst/>
            <a:rect r="r" b="b" t="t" l="l"/>
            <a:pathLst>
              <a:path h="2397753" w="1242472">
                <a:moveTo>
                  <a:pt x="0" y="0"/>
                </a:moveTo>
                <a:lnTo>
                  <a:pt x="1242472" y="0"/>
                </a:lnTo>
                <a:lnTo>
                  <a:pt x="1242472" y="2397753"/>
                </a:lnTo>
                <a:lnTo>
                  <a:pt x="0" y="2397753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210300" y="9258300"/>
            <a:ext cx="5232869" cy="570858"/>
          </a:xfrm>
          <a:custGeom>
            <a:avLst/>
            <a:gdLst/>
            <a:ahLst/>
            <a:cxnLst/>
            <a:rect r="r" b="b" t="t" l="l"/>
            <a:pathLst>
              <a:path h="570858" w="5232869">
                <a:moveTo>
                  <a:pt x="0" y="0"/>
                </a:moveTo>
                <a:lnTo>
                  <a:pt x="5232869" y="0"/>
                </a:lnTo>
                <a:lnTo>
                  <a:pt x="5232869" y="570858"/>
                </a:lnTo>
                <a:lnTo>
                  <a:pt x="0" y="570858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6319217" y="281716"/>
            <a:ext cx="5649566" cy="914203"/>
          </a:xfrm>
          <a:custGeom>
            <a:avLst/>
            <a:gdLst/>
            <a:ahLst/>
            <a:cxnLst/>
            <a:rect r="r" b="b" t="t" l="l"/>
            <a:pathLst>
              <a:path h="914203" w="5649566">
                <a:moveTo>
                  <a:pt x="0" y="0"/>
                </a:moveTo>
                <a:lnTo>
                  <a:pt x="5649566" y="0"/>
                </a:lnTo>
                <a:lnTo>
                  <a:pt x="5649566" y="914202"/>
                </a:lnTo>
                <a:lnTo>
                  <a:pt x="0" y="914202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hor" id="17"/>
          <p:cNvSpPr txBox="true"/>
          <p:nvPr/>
        </p:nvSpPr>
        <p:spPr>
          <a:xfrm rot="0">
            <a:off x="4572000" y="7612380"/>
            <a:ext cx="9144000" cy="72009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4100"/>
              </a:lnSpc>
            </a:pPr>
            <a:r>
              <a:rPr lang="en-US" sz="3600" spc="1589">
                <a:solidFill>
                  <a:srgbClr val="0F294D"/>
                </a:solidFill>
                <a:latin typeface="Rugrats Sans"/>
                <a:ea typeface="Rugrats Sans"/>
                <a:cs typeface="Rugrats Sans"/>
                <a:sym typeface="Rugrats Sans"/>
              </a:rPr>
              <a:t>{{muallif}}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E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4963060"/>
            <a:ext cx="3657600" cy="804672"/>
          </a:xfrm>
          <a:custGeom>
            <a:avLst/>
            <a:gdLst/>
            <a:ahLst/>
            <a:cxnLst/>
            <a:rect r="r" b="b" t="t" l="l"/>
            <a:pathLst>
              <a:path h="804672" w="3657600">
                <a:moveTo>
                  <a:pt x="0" y="0"/>
                </a:moveTo>
                <a:lnTo>
                  <a:pt x="3657600" y="0"/>
                </a:lnTo>
                <a:lnTo>
                  <a:pt x="3657600" y="804672"/>
                </a:lnTo>
                <a:lnTo>
                  <a:pt x="0" y="8046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108803" y="4127302"/>
            <a:ext cx="6141859" cy="1016198"/>
          </a:xfrm>
          <a:custGeom>
            <a:avLst/>
            <a:gdLst/>
            <a:ahLst/>
            <a:cxnLst/>
            <a:rect r="r" b="b" t="t" l="l"/>
            <a:pathLst>
              <a:path h="1016198" w="6141859">
                <a:moveTo>
                  <a:pt x="0" y="0"/>
                </a:moveTo>
                <a:lnTo>
                  <a:pt x="6141859" y="0"/>
                </a:lnTo>
                <a:lnTo>
                  <a:pt x="6141859" y="1016198"/>
                </a:lnTo>
                <a:lnTo>
                  <a:pt x="0" y="10161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224632" y="223202"/>
            <a:ext cx="6141859" cy="1016198"/>
          </a:xfrm>
          <a:custGeom>
            <a:avLst/>
            <a:gdLst/>
            <a:ahLst/>
            <a:cxnLst/>
            <a:rect r="r" b="b" t="t" l="l"/>
            <a:pathLst>
              <a:path h="1016198" w="6141859">
                <a:moveTo>
                  <a:pt x="0" y="0"/>
                </a:moveTo>
                <a:lnTo>
                  <a:pt x="6141859" y="0"/>
                </a:lnTo>
                <a:lnTo>
                  <a:pt x="6141859" y="1016199"/>
                </a:lnTo>
                <a:lnTo>
                  <a:pt x="0" y="10161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179197" y="9375965"/>
            <a:ext cx="5232869" cy="570858"/>
          </a:xfrm>
          <a:custGeom>
            <a:avLst/>
            <a:gdLst/>
            <a:ahLst/>
            <a:cxnLst/>
            <a:rect r="r" b="b" t="t" l="l"/>
            <a:pathLst>
              <a:path h="570858" w="5232869">
                <a:moveTo>
                  <a:pt x="0" y="0"/>
                </a:moveTo>
                <a:lnTo>
                  <a:pt x="5232869" y="0"/>
                </a:lnTo>
                <a:lnTo>
                  <a:pt x="5232869" y="570858"/>
                </a:lnTo>
                <a:lnTo>
                  <a:pt x="0" y="5708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0"/>
            <a:ext cx="5649566" cy="914203"/>
          </a:xfrm>
          <a:custGeom>
            <a:avLst/>
            <a:gdLst/>
            <a:ahLst/>
            <a:cxnLst/>
            <a:rect r="r" b="b" t="t" l="l"/>
            <a:pathLst>
              <a:path h="914203" w="5649566">
                <a:moveTo>
                  <a:pt x="0" y="0"/>
                </a:moveTo>
                <a:lnTo>
                  <a:pt x="5649566" y="0"/>
                </a:lnTo>
                <a:lnTo>
                  <a:pt x="5649566" y="914203"/>
                </a:lnTo>
                <a:lnTo>
                  <a:pt x="0" y="9142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377640" y="2984522"/>
            <a:ext cx="2027576" cy="1035907"/>
          </a:xfrm>
          <a:custGeom>
            <a:avLst/>
            <a:gdLst/>
            <a:ahLst/>
            <a:cxnLst/>
            <a:rect r="r" b="b" t="t" l="l"/>
            <a:pathLst>
              <a:path h="1035907" w="2027576">
                <a:moveTo>
                  <a:pt x="0" y="0"/>
                </a:moveTo>
                <a:lnTo>
                  <a:pt x="2027576" y="0"/>
                </a:lnTo>
                <a:lnTo>
                  <a:pt x="2027576" y="1035907"/>
                </a:lnTo>
                <a:lnTo>
                  <a:pt x="0" y="103590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260424" y="6314213"/>
            <a:ext cx="2027576" cy="1035907"/>
          </a:xfrm>
          <a:custGeom>
            <a:avLst/>
            <a:gdLst/>
            <a:ahLst/>
            <a:cxnLst/>
            <a:rect r="r" b="b" t="t" l="l"/>
            <a:pathLst>
              <a:path h="1035907" w="2027576">
                <a:moveTo>
                  <a:pt x="0" y="0"/>
                </a:moveTo>
                <a:lnTo>
                  <a:pt x="2027576" y="0"/>
                </a:lnTo>
                <a:lnTo>
                  <a:pt x="2027576" y="1035907"/>
                </a:lnTo>
                <a:lnTo>
                  <a:pt x="0" y="103590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108136" y="968185"/>
            <a:ext cx="16071729" cy="8350630"/>
            <a:chOff x="0" y="0"/>
            <a:chExt cx="4232883" cy="219934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32883" cy="2199343"/>
            </a:xfrm>
            <a:custGeom>
              <a:avLst/>
              <a:gdLst/>
              <a:ahLst/>
              <a:cxnLst/>
              <a:rect r="r" b="b" t="t" l="l"/>
              <a:pathLst>
                <a:path h="2199343" w="4232883">
                  <a:moveTo>
                    <a:pt x="32275" y="0"/>
                  </a:moveTo>
                  <a:lnTo>
                    <a:pt x="4200608" y="0"/>
                  </a:lnTo>
                  <a:cubicBezTo>
                    <a:pt x="4218433" y="0"/>
                    <a:pt x="4232883" y="14450"/>
                    <a:pt x="4232883" y="32275"/>
                  </a:cubicBezTo>
                  <a:lnTo>
                    <a:pt x="4232883" y="2167068"/>
                  </a:lnTo>
                  <a:cubicBezTo>
                    <a:pt x="4232883" y="2184893"/>
                    <a:pt x="4218433" y="2199343"/>
                    <a:pt x="4200608" y="2199343"/>
                  </a:cubicBezTo>
                  <a:lnTo>
                    <a:pt x="32275" y="2199343"/>
                  </a:lnTo>
                  <a:cubicBezTo>
                    <a:pt x="14450" y="2199343"/>
                    <a:pt x="0" y="2184893"/>
                    <a:pt x="0" y="2167068"/>
                  </a:cubicBezTo>
                  <a:lnTo>
                    <a:pt x="0" y="32275"/>
                  </a:lnTo>
                  <a:cubicBezTo>
                    <a:pt x="0" y="14450"/>
                    <a:pt x="14450" y="0"/>
                    <a:pt x="3227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232883" cy="22374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0958570" y="9318815"/>
            <a:ext cx="6141859" cy="1016198"/>
          </a:xfrm>
          <a:custGeom>
            <a:avLst/>
            <a:gdLst/>
            <a:ahLst/>
            <a:cxnLst/>
            <a:rect r="r" b="b" t="t" l="l"/>
            <a:pathLst>
              <a:path h="1016198" w="6141859">
                <a:moveTo>
                  <a:pt x="0" y="0"/>
                </a:moveTo>
                <a:lnTo>
                  <a:pt x="6141859" y="0"/>
                </a:lnTo>
                <a:lnTo>
                  <a:pt x="6141859" y="1016198"/>
                </a:lnTo>
                <a:lnTo>
                  <a:pt x="0" y="10161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880908" y="6172200"/>
            <a:ext cx="3407092" cy="4114800"/>
          </a:xfrm>
          <a:custGeom>
            <a:avLst/>
            <a:gdLst/>
            <a:ahLst/>
            <a:cxnLst/>
            <a:rect r="r" b="b" t="t" l="l"/>
            <a:pathLst>
              <a:path h="4114800" w="3407092">
                <a:moveTo>
                  <a:pt x="0" y="0"/>
                </a:moveTo>
                <a:lnTo>
                  <a:pt x="3407092" y="0"/>
                </a:lnTo>
                <a:lnTo>
                  <a:pt x="34070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649936" y="7350120"/>
            <a:ext cx="2716861" cy="2573609"/>
          </a:xfrm>
          <a:custGeom>
            <a:avLst/>
            <a:gdLst/>
            <a:ahLst/>
            <a:cxnLst/>
            <a:rect r="r" b="b" t="t" l="l"/>
            <a:pathLst>
              <a:path h="2573609" w="2716861">
                <a:moveTo>
                  <a:pt x="0" y="0"/>
                </a:moveTo>
                <a:lnTo>
                  <a:pt x="2716861" y="0"/>
                </a:lnTo>
                <a:lnTo>
                  <a:pt x="2716861" y="2573608"/>
                </a:lnTo>
                <a:lnTo>
                  <a:pt x="0" y="257360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28700" y="7525975"/>
            <a:ext cx="1242472" cy="2397753"/>
          </a:xfrm>
          <a:custGeom>
            <a:avLst/>
            <a:gdLst/>
            <a:ahLst/>
            <a:cxnLst/>
            <a:rect r="r" b="b" t="t" l="l"/>
            <a:pathLst>
              <a:path h="2397753" w="1242472">
                <a:moveTo>
                  <a:pt x="0" y="0"/>
                </a:moveTo>
                <a:lnTo>
                  <a:pt x="1242472" y="0"/>
                </a:lnTo>
                <a:lnTo>
                  <a:pt x="1242472" y="2397753"/>
                </a:lnTo>
                <a:lnTo>
                  <a:pt x="0" y="239775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5179197" y="2238588"/>
            <a:ext cx="7929607" cy="148234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9117"/>
              </a:lnSpc>
            </a:pPr>
            <a:r>
              <a:rPr lang="en-US" sz="7200" spc="1028">
                <a:solidFill>
                  <a:srgbClr val="0F294D"/>
                </a:solidFill>
                <a:latin typeface="Rugrats Sans"/>
                <a:ea typeface="Rugrats Sans"/>
                <a:cs typeface="Rugrats Sans"/>
                <a:sym typeface="Rugrats Sans"/>
              </a:rPr>
              <a:t>{{reja}}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008367" y="4057245"/>
            <a:ext cx="11609734" cy="293751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820"/>
              </a:lnSpc>
            </a:pPr>
            <a:r>
              <a:rPr lang="en-US" sz="3000" spc="318">
                <a:solidFill>
                  <a:srgbClr val="000000"/>
                </a:solidFill>
                <a:latin typeface="Rugrats Sans"/>
                <a:ea typeface="Rugrats Sans"/>
                <a:cs typeface="Rugrats Sans"/>
                <a:sym typeface="Rugrats Sans"/>
              </a:rPr>
              <a:t>{{reja_1}}</a:t>
            </a:r>
          </a:p>
          <a:p>
            <a:pPr algn="ctr">
              <a:lnSpc>
                <a:spcPts val="2820"/>
              </a:lnSpc>
            </a:pPr>
            <a:r>
              <a:rPr lang="en-US" sz="3000" spc="318">
                <a:solidFill>
                  <a:srgbClr val="000000"/>
                </a:solidFill>
                <a:latin typeface="Rugrats Sans"/>
                <a:ea typeface="Rugrats Sans"/>
                <a:cs typeface="Rugrats Sans"/>
                <a:sym typeface="Rugrats Sans"/>
              </a:rPr>
              <a:t>{{reja_2}}</a:t>
            </a:r>
          </a:p>
          <a:p>
            <a:pPr algn="ctr">
              <a:lnSpc>
                <a:spcPts val="2820"/>
              </a:lnSpc>
            </a:pPr>
            <a:r>
              <a:rPr lang="en-US" sz="3000" spc="318">
                <a:solidFill>
                  <a:srgbClr val="000000"/>
                </a:solidFill>
                <a:latin typeface="Rugrats Sans"/>
                <a:ea typeface="Rugrats Sans"/>
                <a:cs typeface="Rugrats Sans"/>
                <a:sym typeface="Rugrats Sans"/>
              </a:rPr>
              <a:t>{{reja_3}}</a:t>
            </a:r>
          </a:p>
          <a:p>
            <a:pPr algn="ctr">
              <a:lnSpc>
                <a:spcPts val="2820"/>
              </a:lnSpc>
            </a:pPr>
            <a:r>
              <a:rPr lang="en-US" sz="3000" spc="318">
                <a:solidFill>
                  <a:srgbClr val="000000"/>
                </a:solidFill>
                <a:latin typeface="Rugrats Sans"/>
                <a:ea typeface="Rugrats Sans"/>
                <a:cs typeface="Rugrats Sans"/>
                <a:sym typeface="Rugrats Sans"/>
              </a:rPr>
              <a:t>{{reja_4}}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E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4963060"/>
            <a:ext cx="3657600" cy="804672"/>
          </a:xfrm>
          <a:custGeom>
            <a:avLst/>
            <a:gdLst/>
            <a:ahLst/>
            <a:cxnLst/>
            <a:rect r="r" b="b" t="t" l="l"/>
            <a:pathLst>
              <a:path h="804672" w="3657600">
                <a:moveTo>
                  <a:pt x="0" y="0"/>
                </a:moveTo>
                <a:lnTo>
                  <a:pt x="3657600" y="0"/>
                </a:lnTo>
                <a:lnTo>
                  <a:pt x="3657600" y="804672"/>
                </a:lnTo>
                <a:lnTo>
                  <a:pt x="0" y="8046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108803" y="4127302"/>
            <a:ext cx="6141859" cy="1016198"/>
          </a:xfrm>
          <a:custGeom>
            <a:avLst/>
            <a:gdLst/>
            <a:ahLst/>
            <a:cxnLst/>
            <a:rect r="r" b="b" t="t" l="l"/>
            <a:pathLst>
              <a:path h="1016198" w="6141859">
                <a:moveTo>
                  <a:pt x="0" y="0"/>
                </a:moveTo>
                <a:lnTo>
                  <a:pt x="6141859" y="0"/>
                </a:lnTo>
                <a:lnTo>
                  <a:pt x="6141859" y="1016198"/>
                </a:lnTo>
                <a:lnTo>
                  <a:pt x="0" y="10161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224632" y="223202"/>
            <a:ext cx="6141859" cy="1016198"/>
          </a:xfrm>
          <a:custGeom>
            <a:avLst/>
            <a:gdLst/>
            <a:ahLst/>
            <a:cxnLst/>
            <a:rect r="r" b="b" t="t" l="l"/>
            <a:pathLst>
              <a:path h="1016198" w="6141859">
                <a:moveTo>
                  <a:pt x="0" y="0"/>
                </a:moveTo>
                <a:lnTo>
                  <a:pt x="6141859" y="0"/>
                </a:lnTo>
                <a:lnTo>
                  <a:pt x="6141859" y="1016199"/>
                </a:lnTo>
                <a:lnTo>
                  <a:pt x="0" y="10161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179197" y="9375965"/>
            <a:ext cx="5232869" cy="570858"/>
          </a:xfrm>
          <a:custGeom>
            <a:avLst/>
            <a:gdLst/>
            <a:ahLst/>
            <a:cxnLst/>
            <a:rect r="r" b="b" t="t" l="l"/>
            <a:pathLst>
              <a:path h="570858" w="5232869">
                <a:moveTo>
                  <a:pt x="0" y="0"/>
                </a:moveTo>
                <a:lnTo>
                  <a:pt x="5232869" y="0"/>
                </a:lnTo>
                <a:lnTo>
                  <a:pt x="5232869" y="570858"/>
                </a:lnTo>
                <a:lnTo>
                  <a:pt x="0" y="5708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0"/>
            <a:ext cx="5649566" cy="914203"/>
          </a:xfrm>
          <a:custGeom>
            <a:avLst/>
            <a:gdLst/>
            <a:ahLst/>
            <a:cxnLst/>
            <a:rect r="r" b="b" t="t" l="l"/>
            <a:pathLst>
              <a:path h="914203" w="5649566">
                <a:moveTo>
                  <a:pt x="0" y="0"/>
                </a:moveTo>
                <a:lnTo>
                  <a:pt x="5649566" y="0"/>
                </a:lnTo>
                <a:lnTo>
                  <a:pt x="5649566" y="914203"/>
                </a:lnTo>
                <a:lnTo>
                  <a:pt x="0" y="9142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377640" y="2984522"/>
            <a:ext cx="2027576" cy="1035907"/>
          </a:xfrm>
          <a:custGeom>
            <a:avLst/>
            <a:gdLst/>
            <a:ahLst/>
            <a:cxnLst/>
            <a:rect r="r" b="b" t="t" l="l"/>
            <a:pathLst>
              <a:path h="1035907" w="2027576">
                <a:moveTo>
                  <a:pt x="0" y="0"/>
                </a:moveTo>
                <a:lnTo>
                  <a:pt x="2027576" y="0"/>
                </a:lnTo>
                <a:lnTo>
                  <a:pt x="2027576" y="1035907"/>
                </a:lnTo>
                <a:lnTo>
                  <a:pt x="0" y="103590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260424" y="6314213"/>
            <a:ext cx="2027576" cy="1035907"/>
          </a:xfrm>
          <a:custGeom>
            <a:avLst/>
            <a:gdLst/>
            <a:ahLst/>
            <a:cxnLst/>
            <a:rect r="r" b="b" t="t" l="l"/>
            <a:pathLst>
              <a:path h="1035907" w="2027576">
                <a:moveTo>
                  <a:pt x="0" y="0"/>
                </a:moveTo>
                <a:lnTo>
                  <a:pt x="2027576" y="0"/>
                </a:lnTo>
                <a:lnTo>
                  <a:pt x="2027576" y="1035907"/>
                </a:lnTo>
                <a:lnTo>
                  <a:pt x="0" y="103590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108136" y="968185"/>
            <a:ext cx="16071729" cy="8350630"/>
            <a:chOff x="0" y="0"/>
            <a:chExt cx="4232883" cy="219934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32883" cy="2199343"/>
            </a:xfrm>
            <a:custGeom>
              <a:avLst/>
              <a:gdLst/>
              <a:ahLst/>
              <a:cxnLst/>
              <a:rect r="r" b="b" t="t" l="l"/>
              <a:pathLst>
                <a:path h="2199343" w="4232883">
                  <a:moveTo>
                    <a:pt x="32275" y="0"/>
                  </a:moveTo>
                  <a:lnTo>
                    <a:pt x="4200608" y="0"/>
                  </a:lnTo>
                  <a:cubicBezTo>
                    <a:pt x="4218433" y="0"/>
                    <a:pt x="4232883" y="14450"/>
                    <a:pt x="4232883" y="32275"/>
                  </a:cubicBezTo>
                  <a:lnTo>
                    <a:pt x="4232883" y="2167068"/>
                  </a:lnTo>
                  <a:cubicBezTo>
                    <a:pt x="4232883" y="2184893"/>
                    <a:pt x="4218433" y="2199343"/>
                    <a:pt x="4200608" y="2199343"/>
                  </a:cubicBezTo>
                  <a:lnTo>
                    <a:pt x="32275" y="2199343"/>
                  </a:lnTo>
                  <a:cubicBezTo>
                    <a:pt x="14450" y="2199343"/>
                    <a:pt x="0" y="2184893"/>
                    <a:pt x="0" y="2167068"/>
                  </a:cubicBezTo>
                  <a:lnTo>
                    <a:pt x="0" y="32275"/>
                  </a:lnTo>
                  <a:cubicBezTo>
                    <a:pt x="0" y="14450"/>
                    <a:pt x="14450" y="0"/>
                    <a:pt x="3227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232883" cy="22374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0958570" y="9318815"/>
            <a:ext cx="6141859" cy="1016198"/>
          </a:xfrm>
          <a:custGeom>
            <a:avLst/>
            <a:gdLst/>
            <a:ahLst/>
            <a:cxnLst/>
            <a:rect r="r" b="b" t="t" l="l"/>
            <a:pathLst>
              <a:path h="1016198" w="6141859">
                <a:moveTo>
                  <a:pt x="0" y="0"/>
                </a:moveTo>
                <a:lnTo>
                  <a:pt x="6141859" y="0"/>
                </a:lnTo>
                <a:lnTo>
                  <a:pt x="6141859" y="1016198"/>
                </a:lnTo>
                <a:lnTo>
                  <a:pt x="0" y="10161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880908" y="6172200"/>
            <a:ext cx="3407092" cy="4114800"/>
          </a:xfrm>
          <a:custGeom>
            <a:avLst/>
            <a:gdLst/>
            <a:ahLst/>
            <a:cxnLst/>
            <a:rect r="r" b="b" t="t" l="l"/>
            <a:pathLst>
              <a:path h="4114800" w="3407092">
                <a:moveTo>
                  <a:pt x="0" y="0"/>
                </a:moveTo>
                <a:lnTo>
                  <a:pt x="3407092" y="0"/>
                </a:lnTo>
                <a:lnTo>
                  <a:pt x="34070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649936" y="7350120"/>
            <a:ext cx="2716861" cy="2573609"/>
          </a:xfrm>
          <a:custGeom>
            <a:avLst/>
            <a:gdLst/>
            <a:ahLst/>
            <a:cxnLst/>
            <a:rect r="r" b="b" t="t" l="l"/>
            <a:pathLst>
              <a:path h="2573609" w="2716861">
                <a:moveTo>
                  <a:pt x="0" y="0"/>
                </a:moveTo>
                <a:lnTo>
                  <a:pt x="2716861" y="0"/>
                </a:lnTo>
                <a:lnTo>
                  <a:pt x="2716861" y="2573608"/>
                </a:lnTo>
                <a:lnTo>
                  <a:pt x="0" y="257360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28700" y="7525975"/>
            <a:ext cx="1242472" cy="2397753"/>
          </a:xfrm>
          <a:custGeom>
            <a:avLst/>
            <a:gdLst/>
            <a:ahLst/>
            <a:cxnLst/>
            <a:rect r="r" b="b" t="t" l="l"/>
            <a:pathLst>
              <a:path h="2397753" w="1242472">
                <a:moveTo>
                  <a:pt x="0" y="0"/>
                </a:moveTo>
                <a:lnTo>
                  <a:pt x="1242472" y="0"/>
                </a:lnTo>
                <a:lnTo>
                  <a:pt x="1242472" y="2397753"/>
                </a:lnTo>
                <a:lnTo>
                  <a:pt x="0" y="239775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5179197" y="2238588"/>
            <a:ext cx="7929607" cy="148234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9117"/>
              </a:lnSpc>
            </a:pPr>
            <a:r>
              <a:rPr lang="en-US" sz="7200" spc="1028">
                <a:solidFill>
                  <a:srgbClr val="0F294D"/>
                </a:solidFill>
                <a:latin typeface="Rugrats Sans"/>
                <a:ea typeface="Rugrats Sans"/>
                <a:cs typeface="Rugrats Sans"/>
                <a:sym typeface="Rugrats Sans"/>
              </a:rPr>
              <a:t>{{s03_title}}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008367" y="4057245"/>
            <a:ext cx="11609734" cy="293751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820"/>
              </a:lnSpc>
            </a:pPr>
            <a:r>
              <a:rPr lang="en-US" sz="3000" spc="318">
                <a:solidFill>
                  <a:srgbClr val="000000"/>
                </a:solidFill>
                <a:latin typeface="Rugrats Sans"/>
                <a:ea typeface="Rugrats Sans"/>
                <a:cs typeface="Rugrats Sans"/>
                <a:sym typeface="Rugrats Sans"/>
              </a:rPr>
              <a:t>{{s03_text_1}}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E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4963060"/>
            <a:ext cx="3657600" cy="804672"/>
          </a:xfrm>
          <a:custGeom>
            <a:avLst/>
            <a:gdLst/>
            <a:ahLst/>
            <a:cxnLst/>
            <a:rect r="r" b="b" t="t" l="l"/>
            <a:pathLst>
              <a:path h="804672" w="3657600">
                <a:moveTo>
                  <a:pt x="0" y="0"/>
                </a:moveTo>
                <a:lnTo>
                  <a:pt x="3657600" y="0"/>
                </a:lnTo>
                <a:lnTo>
                  <a:pt x="3657600" y="804672"/>
                </a:lnTo>
                <a:lnTo>
                  <a:pt x="0" y="8046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108803" y="4127302"/>
            <a:ext cx="6141859" cy="1016198"/>
          </a:xfrm>
          <a:custGeom>
            <a:avLst/>
            <a:gdLst/>
            <a:ahLst/>
            <a:cxnLst/>
            <a:rect r="r" b="b" t="t" l="l"/>
            <a:pathLst>
              <a:path h="1016198" w="6141859">
                <a:moveTo>
                  <a:pt x="0" y="0"/>
                </a:moveTo>
                <a:lnTo>
                  <a:pt x="6141859" y="0"/>
                </a:lnTo>
                <a:lnTo>
                  <a:pt x="6141859" y="1016198"/>
                </a:lnTo>
                <a:lnTo>
                  <a:pt x="0" y="10161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224632" y="223202"/>
            <a:ext cx="6141859" cy="1016198"/>
          </a:xfrm>
          <a:custGeom>
            <a:avLst/>
            <a:gdLst/>
            <a:ahLst/>
            <a:cxnLst/>
            <a:rect r="r" b="b" t="t" l="l"/>
            <a:pathLst>
              <a:path h="1016198" w="6141859">
                <a:moveTo>
                  <a:pt x="0" y="0"/>
                </a:moveTo>
                <a:lnTo>
                  <a:pt x="6141859" y="0"/>
                </a:lnTo>
                <a:lnTo>
                  <a:pt x="6141859" y="1016199"/>
                </a:lnTo>
                <a:lnTo>
                  <a:pt x="0" y="10161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179197" y="9375965"/>
            <a:ext cx="5232869" cy="570858"/>
          </a:xfrm>
          <a:custGeom>
            <a:avLst/>
            <a:gdLst/>
            <a:ahLst/>
            <a:cxnLst/>
            <a:rect r="r" b="b" t="t" l="l"/>
            <a:pathLst>
              <a:path h="570858" w="5232869">
                <a:moveTo>
                  <a:pt x="0" y="0"/>
                </a:moveTo>
                <a:lnTo>
                  <a:pt x="5232869" y="0"/>
                </a:lnTo>
                <a:lnTo>
                  <a:pt x="5232869" y="570858"/>
                </a:lnTo>
                <a:lnTo>
                  <a:pt x="0" y="5708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0"/>
            <a:ext cx="5649566" cy="914203"/>
          </a:xfrm>
          <a:custGeom>
            <a:avLst/>
            <a:gdLst/>
            <a:ahLst/>
            <a:cxnLst/>
            <a:rect r="r" b="b" t="t" l="l"/>
            <a:pathLst>
              <a:path h="914203" w="5649566">
                <a:moveTo>
                  <a:pt x="0" y="0"/>
                </a:moveTo>
                <a:lnTo>
                  <a:pt x="5649566" y="0"/>
                </a:lnTo>
                <a:lnTo>
                  <a:pt x="5649566" y="914203"/>
                </a:lnTo>
                <a:lnTo>
                  <a:pt x="0" y="9142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377640" y="2984522"/>
            <a:ext cx="2027576" cy="1035907"/>
          </a:xfrm>
          <a:custGeom>
            <a:avLst/>
            <a:gdLst/>
            <a:ahLst/>
            <a:cxnLst/>
            <a:rect r="r" b="b" t="t" l="l"/>
            <a:pathLst>
              <a:path h="1035907" w="2027576">
                <a:moveTo>
                  <a:pt x="0" y="0"/>
                </a:moveTo>
                <a:lnTo>
                  <a:pt x="2027576" y="0"/>
                </a:lnTo>
                <a:lnTo>
                  <a:pt x="2027576" y="1035907"/>
                </a:lnTo>
                <a:lnTo>
                  <a:pt x="0" y="103590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260424" y="6314213"/>
            <a:ext cx="2027576" cy="1035907"/>
          </a:xfrm>
          <a:custGeom>
            <a:avLst/>
            <a:gdLst/>
            <a:ahLst/>
            <a:cxnLst/>
            <a:rect r="r" b="b" t="t" l="l"/>
            <a:pathLst>
              <a:path h="1035907" w="2027576">
                <a:moveTo>
                  <a:pt x="0" y="0"/>
                </a:moveTo>
                <a:lnTo>
                  <a:pt x="2027576" y="0"/>
                </a:lnTo>
                <a:lnTo>
                  <a:pt x="2027576" y="1035907"/>
                </a:lnTo>
                <a:lnTo>
                  <a:pt x="0" y="103590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108136" y="968185"/>
            <a:ext cx="16071729" cy="8350630"/>
            <a:chOff x="0" y="0"/>
            <a:chExt cx="4232883" cy="219934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32883" cy="2199343"/>
            </a:xfrm>
            <a:custGeom>
              <a:avLst/>
              <a:gdLst/>
              <a:ahLst/>
              <a:cxnLst/>
              <a:rect r="r" b="b" t="t" l="l"/>
              <a:pathLst>
                <a:path h="2199343" w="4232883">
                  <a:moveTo>
                    <a:pt x="32275" y="0"/>
                  </a:moveTo>
                  <a:lnTo>
                    <a:pt x="4200608" y="0"/>
                  </a:lnTo>
                  <a:cubicBezTo>
                    <a:pt x="4218433" y="0"/>
                    <a:pt x="4232883" y="14450"/>
                    <a:pt x="4232883" y="32275"/>
                  </a:cubicBezTo>
                  <a:lnTo>
                    <a:pt x="4232883" y="2167068"/>
                  </a:lnTo>
                  <a:cubicBezTo>
                    <a:pt x="4232883" y="2184893"/>
                    <a:pt x="4218433" y="2199343"/>
                    <a:pt x="4200608" y="2199343"/>
                  </a:cubicBezTo>
                  <a:lnTo>
                    <a:pt x="32275" y="2199343"/>
                  </a:lnTo>
                  <a:cubicBezTo>
                    <a:pt x="14450" y="2199343"/>
                    <a:pt x="0" y="2184893"/>
                    <a:pt x="0" y="2167068"/>
                  </a:cubicBezTo>
                  <a:lnTo>
                    <a:pt x="0" y="32275"/>
                  </a:lnTo>
                  <a:cubicBezTo>
                    <a:pt x="0" y="14450"/>
                    <a:pt x="14450" y="0"/>
                    <a:pt x="3227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232883" cy="22374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0958570" y="9318815"/>
            <a:ext cx="6141859" cy="1016198"/>
          </a:xfrm>
          <a:custGeom>
            <a:avLst/>
            <a:gdLst/>
            <a:ahLst/>
            <a:cxnLst/>
            <a:rect r="r" b="b" t="t" l="l"/>
            <a:pathLst>
              <a:path h="1016198" w="6141859">
                <a:moveTo>
                  <a:pt x="0" y="0"/>
                </a:moveTo>
                <a:lnTo>
                  <a:pt x="6141859" y="0"/>
                </a:lnTo>
                <a:lnTo>
                  <a:pt x="6141859" y="1016198"/>
                </a:lnTo>
                <a:lnTo>
                  <a:pt x="0" y="10161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08136" y="1028700"/>
            <a:ext cx="2565499" cy="2565499"/>
          </a:xfrm>
          <a:custGeom>
            <a:avLst/>
            <a:gdLst/>
            <a:ahLst/>
            <a:cxnLst/>
            <a:rect r="r" b="b" t="t" l="l"/>
            <a:pathLst>
              <a:path h="2565499" w="2565499">
                <a:moveTo>
                  <a:pt x="0" y="0"/>
                </a:moveTo>
                <a:lnTo>
                  <a:pt x="2565499" y="0"/>
                </a:lnTo>
                <a:lnTo>
                  <a:pt x="2565499" y="2565499"/>
                </a:lnTo>
                <a:lnTo>
                  <a:pt x="0" y="256549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204732" y="914203"/>
            <a:ext cx="2407103" cy="2407103"/>
          </a:xfrm>
          <a:custGeom>
            <a:avLst/>
            <a:gdLst/>
            <a:ahLst/>
            <a:cxnLst/>
            <a:rect r="r" b="b" t="t" l="l"/>
            <a:pathLst>
              <a:path h="2407103" w="2407103">
                <a:moveTo>
                  <a:pt x="0" y="0"/>
                </a:moveTo>
                <a:lnTo>
                  <a:pt x="2407103" y="0"/>
                </a:lnTo>
                <a:lnTo>
                  <a:pt x="2407103" y="2407102"/>
                </a:lnTo>
                <a:lnTo>
                  <a:pt x="0" y="240710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true" flipV="false" rot="0">
            <a:off x="-182161" y="8045233"/>
            <a:ext cx="2421723" cy="2426134"/>
          </a:xfrm>
          <a:custGeom>
            <a:avLst/>
            <a:gdLst/>
            <a:ahLst/>
            <a:cxnLst/>
            <a:rect r="r" b="b" t="t" l="l"/>
            <a:pathLst>
              <a:path h="2426134" w="2421723">
                <a:moveTo>
                  <a:pt x="2421722" y="0"/>
                </a:moveTo>
                <a:lnTo>
                  <a:pt x="0" y="0"/>
                </a:lnTo>
                <a:lnTo>
                  <a:pt x="0" y="2426134"/>
                </a:lnTo>
                <a:lnTo>
                  <a:pt x="2421722" y="2426134"/>
                </a:lnTo>
                <a:lnTo>
                  <a:pt x="2421722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6814072" y="4001379"/>
            <a:ext cx="4659856" cy="46996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820"/>
              </a:lnSpc>
            </a:pPr>
            <a:r>
              <a:rPr lang="en-US" sz="3000" spc="318">
                <a:solidFill>
                  <a:srgbClr val="000000"/>
                </a:solidFill>
                <a:latin typeface="Rugrats Sans"/>
                <a:ea typeface="Rugrats Sans"/>
                <a:cs typeface="Rugrats Sans"/>
                <a:sym typeface="Rugrats Sans"/>
              </a:rPr>
              <a:t>{{s04_text_1}}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532558" y="1772017"/>
            <a:ext cx="11222884" cy="106934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6579"/>
              </a:lnSpc>
            </a:pPr>
            <a:r>
              <a:rPr lang="en-US" sz="6999" spc="741">
                <a:solidFill>
                  <a:srgbClr val="0F294D"/>
                </a:solidFill>
                <a:latin typeface="Rugrats Sans"/>
                <a:ea typeface="Rugrats Sans"/>
                <a:cs typeface="Rugrats Sans"/>
                <a:sym typeface="Rugrats Sans"/>
              </a:rPr>
              <a:t>{{s04_title}}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55113" y="4001379"/>
            <a:ext cx="4659856" cy="46996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820"/>
              </a:lnSpc>
            </a:pPr>
            <a:r>
              <a:rPr lang="en-US" sz="3000" spc="318">
                <a:solidFill>
                  <a:srgbClr val="000000"/>
                </a:solidFill>
                <a:latin typeface="Rugrats Sans"/>
                <a:ea typeface="Rugrats Sans"/>
                <a:cs typeface="Rugrats Sans"/>
                <a:sym typeface="Rugrats Sans"/>
              </a:rPr>
              <a:t>{{s04_text_2}}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173031" y="4001379"/>
            <a:ext cx="4659856" cy="46996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820"/>
              </a:lnSpc>
            </a:pPr>
            <a:r>
              <a:rPr lang="en-US" sz="3000" spc="318">
                <a:solidFill>
                  <a:srgbClr val="000000"/>
                </a:solidFill>
                <a:latin typeface="Rugrats Sans"/>
                <a:ea typeface="Rugrats Sans"/>
                <a:cs typeface="Rugrats Sans"/>
                <a:sym typeface="Rugrats Sans"/>
              </a:rPr>
              <a:t>{{s04_text_3}}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E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4963060"/>
            <a:ext cx="3657600" cy="804672"/>
          </a:xfrm>
          <a:custGeom>
            <a:avLst/>
            <a:gdLst/>
            <a:ahLst/>
            <a:cxnLst/>
            <a:rect r="r" b="b" t="t" l="l"/>
            <a:pathLst>
              <a:path h="804672" w="3657600">
                <a:moveTo>
                  <a:pt x="0" y="0"/>
                </a:moveTo>
                <a:lnTo>
                  <a:pt x="3657600" y="0"/>
                </a:lnTo>
                <a:lnTo>
                  <a:pt x="3657600" y="804672"/>
                </a:lnTo>
                <a:lnTo>
                  <a:pt x="0" y="8046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108803" y="4127302"/>
            <a:ext cx="6141859" cy="1016198"/>
          </a:xfrm>
          <a:custGeom>
            <a:avLst/>
            <a:gdLst/>
            <a:ahLst/>
            <a:cxnLst/>
            <a:rect r="r" b="b" t="t" l="l"/>
            <a:pathLst>
              <a:path h="1016198" w="6141859">
                <a:moveTo>
                  <a:pt x="0" y="0"/>
                </a:moveTo>
                <a:lnTo>
                  <a:pt x="6141859" y="0"/>
                </a:lnTo>
                <a:lnTo>
                  <a:pt x="6141859" y="1016198"/>
                </a:lnTo>
                <a:lnTo>
                  <a:pt x="0" y="10161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224632" y="223202"/>
            <a:ext cx="6141859" cy="1016198"/>
          </a:xfrm>
          <a:custGeom>
            <a:avLst/>
            <a:gdLst/>
            <a:ahLst/>
            <a:cxnLst/>
            <a:rect r="r" b="b" t="t" l="l"/>
            <a:pathLst>
              <a:path h="1016198" w="6141859">
                <a:moveTo>
                  <a:pt x="0" y="0"/>
                </a:moveTo>
                <a:lnTo>
                  <a:pt x="6141859" y="0"/>
                </a:lnTo>
                <a:lnTo>
                  <a:pt x="6141859" y="1016199"/>
                </a:lnTo>
                <a:lnTo>
                  <a:pt x="0" y="10161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179197" y="9375965"/>
            <a:ext cx="5232869" cy="570858"/>
          </a:xfrm>
          <a:custGeom>
            <a:avLst/>
            <a:gdLst/>
            <a:ahLst/>
            <a:cxnLst/>
            <a:rect r="r" b="b" t="t" l="l"/>
            <a:pathLst>
              <a:path h="570858" w="5232869">
                <a:moveTo>
                  <a:pt x="0" y="0"/>
                </a:moveTo>
                <a:lnTo>
                  <a:pt x="5232869" y="0"/>
                </a:lnTo>
                <a:lnTo>
                  <a:pt x="5232869" y="570858"/>
                </a:lnTo>
                <a:lnTo>
                  <a:pt x="0" y="5708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0"/>
            <a:ext cx="5649566" cy="914203"/>
          </a:xfrm>
          <a:custGeom>
            <a:avLst/>
            <a:gdLst/>
            <a:ahLst/>
            <a:cxnLst/>
            <a:rect r="r" b="b" t="t" l="l"/>
            <a:pathLst>
              <a:path h="914203" w="5649566">
                <a:moveTo>
                  <a:pt x="0" y="0"/>
                </a:moveTo>
                <a:lnTo>
                  <a:pt x="5649566" y="0"/>
                </a:lnTo>
                <a:lnTo>
                  <a:pt x="5649566" y="914203"/>
                </a:lnTo>
                <a:lnTo>
                  <a:pt x="0" y="9142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377640" y="2984522"/>
            <a:ext cx="2027576" cy="1035907"/>
          </a:xfrm>
          <a:custGeom>
            <a:avLst/>
            <a:gdLst/>
            <a:ahLst/>
            <a:cxnLst/>
            <a:rect r="r" b="b" t="t" l="l"/>
            <a:pathLst>
              <a:path h="1035907" w="2027576">
                <a:moveTo>
                  <a:pt x="0" y="0"/>
                </a:moveTo>
                <a:lnTo>
                  <a:pt x="2027576" y="0"/>
                </a:lnTo>
                <a:lnTo>
                  <a:pt x="2027576" y="1035907"/>
                </a:lnTo>
                <a:lnTo>
                  <a:pt x="0" y="103590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260424" y="6314213"/>
            <a:ext cx="2027576" cy="1035907"/>
          </a:xfrm>
          <a:custGeom>
            <a:avLst/>
            <a:gdLst/>
            <a:ahLst/>
            <a:cxnLst/>
            <a:rect r="r" b="b" t="t" l="l"/>
            <a:pathLst>
              <a:path h="1035907" w="2027576">
                <a:moveTo>
                  <a:pt x="0" y="0"/>
                </a:moveTo>
                <a:lnTo>
                  <a:pt x="2027576" y="0"/>
                </a:lnTo>
                <a:lnTo>
                  <a:pt x="2027576" y="1035907"/>
                </a:lnTo>
                <a:lnTo>
                  <a:pt x="0" y="103590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108136" y="968185"/>
            <a:ext cx="16071729" cy="8350630"/>
            <a:chOff x="0" y="0"/>
            <a:chExt cx="4232883" cy="219934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32883" cy="2199343"/>
            </a:xfrm>
            <a:custGeom>
              <a:avLst/>
              <a:gdLst/>
              <a:ahLst/>
              <a:cxnLst/>
              <a:rect r="r" b="b" t="t" l="l"/>
              <a:pathLst>
                <a:path h="2199343" w="4232883">
                  <a:moveTo>
                    <a:pt x="32275" y="0"/>
                  </a:moveTo>
                  <a:lnTo>
                    <a:pt x="4200608" y="0"/>
                  </a:lnTo>
                  <a:cubicBezTo>
                    <a:pt x="4218433" y="0"/>
                    <a:pt x="4232883" y="14450"/>
                    <a:pt x="4232883" y="32275"/>
                  </a:cubicBezTo>
                  <a:lnTo>
                    <a:pt x="4232883" y="2167068"/>
                  </a:lnTo>
                  <a:cubicBezTo>
                    <a:pt x="4232883" y="2184893"/>
                    <a:pt x="4218433" y="2199343"/>
                    <a:pt x="4200608" y="2199343"/>
                  </a:cubicBezTo>
                  <a:lnTo>
                    <a:pt x="32275" y="2199343"/>
                  </a:lnTo>
                  <a:cubicBezTo>
                    <a:pt x="14450" y="2199343"/>
                    <a:pt x="0" y="2184893"/>
                    <a:pt x="0" y="2167068"/>
                  </a:cubicBezTo>
                  <a:lnTo>
                    <a:pt x="0" y="32275"/>
                  </a:lnTo>
                  <a:cubicBezTo>
                    <a:pt x="0" y="14450"/>
                    <a:pt x="14450" y="0"/>
                    <a:pt x="3227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232883" cy="22374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0958570" y="9318815"/>
            <a:ext cx="6141859" cy="1016198"/>
          </a:xfrm>
          <a:custGeom>
            <a:avLst/>
            <a:gdLst/>
            <a:ahLst/>
            <a:cxnLst/>
            <a:rect r="r" b="b" t="t" l="l"/>
            <a:pathLst>
              <a:path h="1016198" w="6141859">
                <a:moveTo>
                  <a:pt x="0" y="0"/>
                </a:moveTo>
                <a:lnTo>
                  <a:pt x="6141859" y="0"/>
                </a:lnTo>
                <a:lnTo>
                  <a:pt x="6141859" y="1016198"/>
                </a:lnTo>
                <a:lnTo>
                  <a:pt x="0" y="10161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46050" y="7095895"/>
            <a:ext cx="2565499" cy="2565499"/>
          </a:xfrm>
          <a:custGeom>
            <a:avLst/>
            <a:gdLst/>
            <a:ahLst/>
            <a:cxnLst/>
            <a:rect r="r" b="b" t="t" l="l"/>
            <a:pathLst>
              <a:path h="2565499" w="2565499">
                <a:moveTo>
                  <a:pt x="0" y="0"/>
                </a:moveTo>
                <a:lnTo>
                  <a:pt x="2565500" y="0"/>
                </a:lnTo>
                <a:lnTo>
                  <a:pt x="2565500" y="2565499"/>
                </a:lnTo>
                <a:lnTo>
                  <a:pt x="0" y="256549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204732" y="914203"/>
            <a:ext cx="2407103" cy="2407103"/>
          </a:xfrm>
          <a:custGeom>
            <a:avLst/>
            <a:gdLst/>
            <a:ahLst/>
            <a:cxnLst/>
            <a:rect r="r" b="b" t="t" l="l"/>
            <a:pathLst>
              <a:path h="2407103" w="2407103">
                <a:moveTo>
                  <a:pt x="0" y="0"/>
                </a:moveTo>
                <a:lnTo>
                  <a:pt x="2407103" y="0"/>
                </a:lnTo>
                <a:lnTo>
                  <a:pt x="2407103" y="2407102"/>
                </a:lnTo>
                <a:lnTo>
                  <a:pt x="0" y="240710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4057063" y="3064441"/>
            <a:ext cx="1647409" cy="1927819"/>
          </a:xfrm>
          <a:custGeom>
            <a:avLst/>
            <a:gdLst/>
            <a:ahLst/>
            <a:cxnLst/>
            <a:rect r="r" b="b" t="t" l="l"/>
            <a:pathLst>
              <a:path h="1927819" w="1647409">
                <a:moveTo>
                  <a:pt x="0" y="0"/>
                </a:moveTo>
                <a:lnTo>
                  <a:pt x="1647409" y="0"/>
                </a:lnTo>
                <a:lnTo>
                  <a:pt x="1647409" y="1927819"/>
                </a:lnTo>
                <a:lnTo>
                  <a:pt x="0" y="192781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4117187" y="6747288"/>
            <a:ext cx="1527159" cy="1441083"/>
          </a:xfrm>
          <a:custGeom>
            <a:avLst/>
            <a:gdLst/>
            <a:ahLst/>
            <a:cxnLst/>
            <a:rect r="r" b="b" t="t" l="l"/>
            <a:pathLst>
              <a:path h="1441083" w="1527159">
                <a:moveTo>
                  <a:pt x="0" y="0"/>
                </a:moveTo>
                <a:lnTo>
                  <a:pt x="1527160" y="0"/>
                </a:lnTo>
                <a:lnTo>
                  <a:pt x="1527160" y="1441083"/>
                </a:lnTo>
                <a:lnTo>
                  <a:pt x="0" y="1441083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6301331" y="2851507"/>
            <a:ext cx="7929607" cy="293751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820"/>
              </a:lnSpc>
            </a:pPr>
            <a:r>
              <a:rPr lang="en-US" sz="3000" spc="318">
                <a:solidFill>
                  <a:srgbClr val="000000"/>
                </a:solidFill>
                <a:latin typeface="Rugrats Sans"/>
                <a:ea typeface="Rugrats Sans"/>
                <a:cs typeface="Rugrats Sans"/>
                <a:sym typeface="Rugrats Sans"/>
              </a:rPr>
              <a:t>{{s05_text_1}}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853483" y="1409462"/>
            <a:ext cx="11222884" cy="106934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6579"/>
              </a:lnSpc>
            </a:pPr>
            <a:r>
              <a:rPr lang="en-US" sz="6999" spc="741">
                <a:solidFill>
                  <a:srgbClr val="0F294D"/>
                </a:solidFill>
                <a:latin typeface="Rugrats Sans"/>
                <a:ea typeface="Rugrats Sans"/>
                <a:cs typeface="Rugrats Sans"/>
                <a:sym typeface="Rugrats Sans"/>
              </a:rPr>
              <a:t>{{s05_title}}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301331" y="5989549"/>
            <a:ext cx="7929607" cy="293751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820"/>
              </a:lnSpc>
            </a:pPr>
            <a:r>
              <a:rPr lang="en-US" sz="3000" spc="318">
                <a:solidFill>
                  <a:srgbClr val="000000"/>
                </a:solidFill>
                <a:latin typeface="Rugrats Sans"/>
                <a:ea typeface="Rugrats Sans"/>
                <a:cs typeface="Rugrats Sans"/>
                <a:sym typeface="Rugrats Sans"/>
              </a:rPr>
              <a:t>{{s05_text_2}}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E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4963060"/>
            <a:ext cx="3657600" cy="804672"/>
          </a:xfrm>
          <a:custGeom>
            <a:avLst/>
            <a:gdLst/>
            <a:ahLst/>
            <a:cxnLst/>
            <a:rect r="r" b="b" t="t" l="l"/>
            <a:pathLst>
              <a:path h="804672" w="3657600">
                <a:moveTo>
                  <a:pt x="0" y="0"/>
                </a:moveTo>
                <a:lnTo>
                  <a:pt x="3657600" y="0"/>
                </a:lnTo>
                <a:lnTo>
                  <a:pt x="3657600" y="804672"/>
                </a:lnTo>
                <a:lnTo>
                  <a:pt x="0" y="8046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108803" y="4127302"/>
            <a:ext cx="6141859" cy="1016198"/>
          </a:xfrm>
          <a:custGeom>
            <a:avLst/>
            <a:gdLst/>
            <a:ahLst/>
            <a:cxnLst/>
            <a:rect r="r" b="b" t="t" l="l"/>
            <a:pathLst>
              <a:path h="1016198" w="6141859">
                <a:moveTo>
                  <a:pt x="0" y="0"/>
                </a:moveTo>
                <a:lnTo>
                  <a:pt x="6141859" y="0"/>
                </a:lnTo>
                <a:lnTo>
                  <a:pt x="6141859" y="1016198"/>
                </a:lnTo>
                <a:lnTo>
                  <a:pt x="0" y="10161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224632" y="223202"/>
            <a:ext cx="6141859" cy="1016198"/>
          </a:xfrm>
          <a:custGeom>
            <a:avLst/>
            <a:gdLst/>
            <a:ahLst/>
            <a:cxnLst/>
            <a:rect r="r" b="b" t="t" l="l"/>
            <a:pathLst>
              <a:path h="1016198" w="6141859">
                <a:moveTo>
                  <a:pt x="0" y="0"/>
                </a:moveTo>
                <a:lnTo>
                  <a:pt x="6141859" y="0"/>
                </a:lnTo>
                <a:lnTo>
                  <a:pt x="6141859" y="1016199"/>
                </a:lnTo>
                <a:lnTo>
                  <a:pt x="0" y="10161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179197" y="9375965"/>
            <a:ext cx="5232869" cy="570858"/>
          </a:xfrm>
          <a:custGeom>
            <a:avLst/>
            <a:gdLst/>
            <a:ahLst/>
            <a:cxnLst/>
            <a:rect r="r" b="b" t="t" l="l"/>
            <a:pathLst>
              <a:path h="570858" w="5232869">
                <a:moveTo>
                  <a:pt x="0" y="0"/>
                </a:moveTo>
                <a:lnTo>
                  <a:pt x="5232869" y="0"/>
                </a:lnTo>
                <a:lnTo>
                  <a:pt x="5232869" y="570858"/>
                </a:lnTo>
                <a:lnTo>
                  <a:pt x="0" y="5708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0"/>
            <a:ext cx="5649566" cy="914203"/>
          </a:xfrm>
          <a:custGeom>
            <a:avLst/>
            <a:gdLst/>
            <a:ahLst/>
            <a:cxnLst/>
            <a:rect r="r" b="b" t="t" l="l"/>
            <a:pathLst>
              <a:path h="914203" w="5649566">
                <a:moveTo>
                  <a:pt x="0" y="0"/>
                </a:moveTo>
                <a:lnTo>
                  <a:pt x="5649566" y="0"/>
                </a:lnTo>
                <a:lnTo>
                  <a:pt x="5649566" y="914203"/>
                </a:lnTo>
                <a:lnTo>
                  <a:pt x="0" y="9142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377640" y="2984522"/>
            <a:ext cx="2027576" cy="1035907"/>
          </a:xfrm>
          <a:custGeom>
            <a:avLst/>
            <a:gdLst/>
            <a:ahLst/>
            <a:cxnLst/>
            <a:rect r="r" b="b" t="t" l="l"/>
            <a:pathLst>
              <a:path h="1035907" w="2027576">
                <a:moveTo>
                  <a:pt x="0" y="0"/>
                </a:moveTo>
                <a:lnTo>
                  <a:pt x="2027576" y="0"/>
                </a:lnTo>
                <a:lnTo>
                  <a:pt x="2027576" y="1035907"/>
                </a:lnTo>
                <a:lnTo>
                  <a:pt x="0" y="103590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260424" y="6314213"/>
            <a:ext cx="2027576" cy="1035907"/>
          </a:xfrm>
          <a:custGeom>
            <a:avLst/>
            <a:gdLst/>
            <a:ahLst/>
            <a:cxnLst/>
            <a:rect r="r" b="b" t="t" l="l"/>
            <a:pathLst>
              <a:path h="1035907" w="2027576">
                <a:moveTo>
                  <a:pt x="0" y="0"/>
                </a:moveTo>
                <a:lnTo>
                  <a:pt x="2027576" y="0"/>
                </a:lnTo>
                <a:lnTo>
                  <a:pt x="2027576" y="1035907"/>
                </a:lnTo>
                <a:lnTo>
                  <a:pt x="0" y="103590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108136" y="968185"/>
            <a:ext cx="16071729" cy="8350630"/>
            <a:chOff x="0" y="0"/>
            <a:chExt cx="4232883" cy="219934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32883" cy="2199343"/>
            </a:xfrm>
            <a:custGeom>
              <a:avLst/>
              <a:gdLst/>
              <a:ahLst/>
              <a:cxnLst/>
              <a:rect r="r" b="b" t="t" l="l"/>
              <a:pathLst>
                <a:path h="2199343" w="4232883">
                  <a:moveTo>
                    <a:pt x="32275" y="0"/>
                  </a:moveTo>
                  <a:lnTo>
                    <a:pt x="4200608" y="0"/>
                  </a:lnTo>
                  <a:cubicBezTo>
                    <a:pt x="4218433" y="0"/>
                    <a:pt x="4232883" y="14450"/>
                    <a:pt x="4232883" y="32275"/>
                  </a:cubicBezTo>
                  <a:lnTo>
                    <a:pt x="4232883" y="2167068"/>
                  </a:lnTo>
                  <a:cubicBezTo>
                    <a:pt x="4232883" y="2184893"/>
                    <a:pt x="4218433" y="2199343"/>
                    <a:pt x="4200608" y="2199343"/>
                  </a:cubicBezTo>
                  <a:lnTo>
                    <a:pt x="32275" y="2199343"/>
                  </a:lnTo>
                  <a:cubicBezTo>
                    <a:pt x="14450" y="2199343"/>
                    <a:pt x="0" y="2184893"/>
                    <a:pt x="0" y="2167068"/>
                  </a:cubicBezTo>
                  <a:lnTo>
                    <a:pt x="0" y="32275"/>
                  </a:lnTo>
                  <a:cubicBezTo>
                    <a:pt x="0" y="14450"/>
                    <a:pt x="14450" y="0"/>
                    <a:pt x="3227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232883" cy="22374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0958570" y="9318815"/>
            <a:ext cx="6141859" cy="1016198"/>
          </a:xfrm>
          <a:custGeom>
            <a:avLst/>
            <a:gdLst/>
            <a:ahLst/>
            <a:cxnLst/>
            <a:rect r="r" b="b" t="t" l="l"/>
            <a:pathLst>
              <a:path h="1016198" w="6141859">
                <a:moveTo>
                  <a:pt x="0" y="0"/>
                </a:moveTo>
                <a:lnTo>
                  <a:pt x="6141859" y="0"/>
                </a:lnTo>
                <a:lnTo>
                  <a:pt x="6141859" y="1016198"/>
                </a:lnTo>
                <a:lnTo>
                  <a:pt x="0" y="10161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5371984" y="457101"/>
            <a:ext cx="2041524" cy="2041524"/>
          </a:xfrm>
          <a:custGeom>
            <a:avLst/>
            <a:gdLst/>
            <a:ahLst/>
            <a:cxnLst/>
            <a:rect r="r" b="b" t="t" l="l"/>
            <a:pathLst>
              <a:path h="2041524" w="2041524">
                <a:moveTo>
                  <a:pt x="0" y="0"/>
                </a:moveTo>
                <a:lnTo>
                  <a:pt x="2041524" y="0"/>
                </a:lnTo>
                <a:lnTo>
                  <a:pt x="2041524" y="2041524"/>
                </a:lnTo>
                <a:lnTo>
                  <a:pt x="0" y="204152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0" y="6832166"/>
            <a:ext cx="2358869" cy="2829228"/>
          </a:xfrm>
          <a:custGeom>
            <a:avLst/>
            <a:gdLst/>
            <a:ahLst/>
            <a:cxnLst/>
            <a:rect r="r" b="b" t="t" l="l"/>
            <a:pathLst>
              <a:path h="2829228" w="2358869">
                <a:moveTo>
                  <a:pt x="0" y="0"/>
                </a:moveTo>
                <a:lnTo>
                  <a:pt x="2358869" y="0"/>
                </a:lnTo>
                <a:lnTo>
                  <a:pt x="2358869" y="2829228"/>
                </a:lnTo>
                <a:lnTo>
                  <a:pt x="0" y="282922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413714" y="7436264"/>
            <a:ext cx="3693419" cy="2390650"/>
          </a:xfrm>
          <a:custGeom>
            <a:avLst/>
            <a:gdLst/>
            <a:ahLst/>
            <a:cxnLst/>
            <a:rect r="r" b="b" t="t" l="l"/>
            <a:pathLst>
              <a:path h="2390650" w="3693419">
                <a:moveTo>
                  <a:pt x="0" y="0"/>
                </a:moveTo>
                <a:lnTo>
                  <a:pt x="3693420" y="0"/>
                </a:lnTo>
                <a:lnTo>
                  <a:pt x="3693420" y="2390650"/>
                </a:lnTo>
                <a:lnTo>
                  <a:pt x="0" y="239065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-10800000">
            <a:off x="2211374" y="3697171"/>
            <a:ext cx="785054" cy="646515"/>
            <a:chOff x="0" y="0"/>
            <a:chExt cx="647700" cy="533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47700" cy="533400"/>
            </a:xfrm>
            <a:custGeom>
              <a:avLst/>
              <a:gdLst/>
              <a:ahLst/>
              <a:cxnLst/>
              <a:rect r="r" b="b" t="t" l="l"/>
              <a:pathLst>
                <a:path h="533400" w="6477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7CA3CC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20650" y="127000"/>
              <a:ext cx="527050" cy="24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3557866" y="2964577"/>
            <a:ext cx="11814118" cy="18802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820"/>
              </a:lnSpc>
            </a:pPr>
            <a:r>
              <a:rPr lang="en-US" sz="3000" spc="318">
                <a:solidFill>
                  <a:srgbClr val="000000"/>
                </a:solidFill>
                <a:latin typeface="Rugrats Sans"/>
                <a:ea typeface="Rugrats Sans"/>
                <a:cs typeface="Rugrats Sans"/>
                <a:sym typeface="Rugrats Sans"/>
              </a:rPr>
              <a:t>{{s06_text_1}}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853483" y="1409462"/>
            <a:ext cx="11222884" cy="106934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6579"/>
              </a:lnSpc>
            </a:pPr>
            <a:r>
              <a:rPr lang="en-US" sz="6999" spc="741">
                <a:solidFill>
                  <a:srgbClr val="0F294D"/>
                </a:solidFill>
                <a:latin typeface="Rugrats Sans"/>
                <a:ea typeface="Rugrats Sans"/>
                <a:cs typeface="Rugrats Sans"/>
                <a:sym typeface="Rugrats Sans"/>
              </a:rPr>
              <a:t>{{s06_title}}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557866" y="5305425"/>
            <a:ext cx="11814118" cy="18802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820"/>
              </a:lnSpc>
            </a:pPr>
            <a:r>
              <a:rPr lang="en-US" sz="3000" spc="318">
                <a:solidFill>
                  <a:srgbClr val="000000"/>
                </a:solidFill>
                <a:latin typeface="Rugrats Sans"/>
                <a:ea typeface="Rugrats Sans"/>
                <a:cs typeface="Rugrats Sans"/>
                <a:sym typeface="Rugrats Sans"/>
              </a:rPr>
              <a:t>{{s06_text_2}}</a:t>
            </a:r>
          </a:p>
        </p:txBody>
      </p:sp>
      <p:grpSp>
        <p:nvGrpSpPr>
          <p:cNvPr name="Group 22" id="22"/>
          <p:cNvGrpSpPr/>
          <p:nvPr/>
        </p:nvGrpSpPr>
        <p:grpSpPr>
          <a:xfrm rot="-10721789">
            <a:off x="2218626" y="5931810"/>
            <a:ext cx="785054" cy="646515"/>
            <a:chOff x="0" y="0"/>
            <a:chExt cx="647700" cy="533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47700" cy="533400"/>
            </a:xfrm>
            <a:custGeom>
              <a:avLst/>
              <a:gdLst/>
              <a:ahLst/>
              <a:cxnLst/>
              <a:rect r="r" b="b" t="t" l="l"/>
              <a:pathLst>
                <a:path h="533400" w="6477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7CA3CC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120650" y="127000"/>
              <a:ext cx="527050" cy="24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E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4963060"/>
            <a:ext cx="3657600" cy="804672"/>
          </a:xfrm>
          <a:custGeom>
            <a:avLst/>
            <a:gdLst/>
            <a:ahLst/>
            <a:cxnLst/>
            <a:rect r="r" b="b" t="t" l="l"/>
            <a:pathLst>
              <a:path h="804672" w="3657600">
                <a:moveTo>
                  <a:pt x="0" y="0"/>
                </a:moveTo>
                <a:lnTo>
                  <a:pt x="3657600" y="0"/>
                </a:lnTo>
                <a:lnTo>
                  <a:pt x="3657600" y="804672"/>
                </a:lnTo>
                <a:lnTo>
                  <a:pt x="0" y="8046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108803" y="4127302"/>
            <a:ext cx="6141859" cy="1016198"/>
          </a:xfrm>
          <a:custGeom>
            <a:avLst/>
            <a:gdLst/>
            <a:ahLst/>
            <a:cxnLst/>
            <a:rect r="r" b="b" t="t" l="l"/>
            <a:pathLst>
              <a:path h="1016198" w="6141859">
                <a:moveTo>
                  <a:pt x="0" y="0"/>
                </a:moveTo>
                <a:lnTo>
                  <a:pt x="6141859" y="0"/>
                </a:lnTo>
                <a:lnTo>
                  <a:pt x="6141859" y="1016198"/>
                </a:lnTo>
                <a:lnTo>
                  <a:pt x="0" y="10161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224632" y="223202"/>
            <a:ext cx="6141859" cy="1016198"/>
          </a:xfrm>
          <a:custGeom>
            <a:avLst/>
            <a:gdLst/>
            <a:ahLst/>
            <a:cxnLst/>
            <a:rect r="r" b="b" t="t" l="l"/>
            <a:pathLst>
              <a:path h="1016198" w="6141859">
                <a:moveTo>
                  <a:pt x="0" y="0"/>
                </a:moveTo>
                <a:lnTo>
                  <a:pt x="6141859" y="0"/>
                </a:lnTo>
                <a:lnTo>
                  <a:pt x="6141859" y="1016199"/>
                </a:lnTo>
                <a:lnTo>
                  <a:pt x="0" y="10161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179197" y="9375965"/>
            <a:ext cx="5232869" cy="570858"/>
          </a:xfrm>
          <a:custGeom>
            <a:avLst/>
            <a:gdLst/>
            <a:ahLst/>
            <a:cxnLst/>
            <a:rect r="r" b="b" t="t" l="l"/>
            <a:pathLst>
              <a:path h="570858" w="5232869">
                <a:moveTo>
                  <a:pt x="0" y="0"/>
                </a:moveTo>
                <a:lnTo>
                  <a:pt x="5232869" y="0"/>
                </a:lnTo>
                <a:lnTo>
                  <a:pt x="5232869" y="570858"/>
                </a:lnTo>
                <a:lnTo>
                  <a:pt x="0" y="5708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0"/>
            <a:ext cx="5649566" cy="914203"/>
          </a:xfrm>
          <a:custGeom>
            <a:avLst/>
            <a:gdLst/>
            <a:ahLst/>
            <a:cxnLst/>
            <a:rect r="r" b="b" t="t" l="l"/>
            <a:pathLst>
              <a:path h="914203" w="5649566">
                <a:moveTo>
                  <a:pt x="0" y="0"/>
                </a:moveTo>
                <a:lnTo>
                  <a:pt x="5649566" y="0"/>
                </a:lnTo>
                <a:lnTo>
                  <a:pt x="5649566" y="914203"/>
                </a:lnTo>
                <a:lnTo>
                  <a:pt x="0" y="9142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377640" y="2984522"/>
            <a:ext cx="2027576" cy="1035907"/>
          </a:xfrm>
          <a:custGeom>
            <a:avLst/>
            <a:gdLst/>
            <a:ahLst/>
            <a:cxnLst/>
            <a:rect r="r" b="b" t="t" l="l"/>
            <a:pathLst>
              <a:path h="1035907" w="2027576">
                <a:moveTo>
                  <a:pt x="0" y="0"/>
                </a:moveTo>
                <a:lnTo>
                  <a:pt x="2027576" y="0"/>
                </a:lnTo>
                <a:lnTo>
                  <a:pt x="2027576" y="1035907"/>
                </a:lnTo>
                <a:lnTo>
                  <a:pt x="0" y="103590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260424" y="6314213"/>
            <a:ext cx="2027576" cy="1035907"/>
          </a:xfrm>
          <a:custGeom>
            <a:avLst/>
            <a:gdLst/>
            <a:ahLst/>
            <a:cxnLst/>
            <a:rect r="r" b="b" t="t" l="l"/>
            <a:pathLst>
              <a:path h="1035907" w="2027576">
                <a:moveTo>
                  <a:pt x="0" y="0"/>
                </a:moveTo>
                <a:lnTo>
                  <a:pt x="2027576" y="0"/>
                </a:lnTo>
                <a:lnTo>
                  <a:pt x="2027576" y="1035907"/>
                </a:lnTo>
                <a:lnTo>
                  <a:pt x="0" y="103590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108136" y="968185"/>
            <a:ext cx="16071729" cy="8350630"/>
            <a:chOff x="0" y="0"/>
            <a:chExt cx="4232883" cy="219934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32883" cy="2199343"/>
            </a:xfrm>
            <a:custGeom>
              <a:avLst/>
              <a:gdLst/>
              <a:ahLst/>
              <a:cxnLst/>
              <a:rect r="r" b="b" t="t" l="l"/>
              <a:pathLst>
                <a:path h="2199343" w="4232883">
                  <a:moveTo>
                    <a:pt x="32275" y="0"/>
                  </a:moveTo>
                  <a:lnTo>
                    <a:pt x="4200608" y="0"/>
                  </a:lnTo>
                  <a:cubicBezTo>
                    <a:pt x="4218433" y="0"/>
                    <a:pt x="4232883" y="14450"/>
                    <a:pt x="4232883" y="32275"/>
                  </a:cubicBezTo>
                  <a:lnTo>
                    <a:pt x="4232883" y="2167068"/>
                  </a:lnTo>
                  <a:cubicBezTo>
                    <a:pt x="4232883" y="2184893"/>
                    <a:pt x="4218433" y="2199343"/>
                    <a:pt x="4200608" y="2199343"/>
                  </a:cubicBezTo>
                  <a:lnTo>
                    <a:pt x="32275" y="2199343"/>
                  </a:lnTo>
                  <a:cubicBezTo>
                    <a:pt x="14450" y="2199343"/>
                    <a:pt x="0" y="2184893"/>
                    <a:pt x="0" y="2167068"/>
                  </a:cubicBezTo>
                  <a:lnTo>
                    <a:pt x="0" y="32275"/>
                  </a:lnTo>
                  <a:cubicBezTo>
                    <a:pt x="0" y="14450"/>
                    <a:pt x="14450" y="0"/>
                    <a:pt x="3227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232883" cy="22374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0958570" y="9318815"/>
            <a:ext cx="6141859" cy="1016198"/>
          </a:xfrm>
          <a:custGeom>
            <a:avLst/>
            <a:gdLst/>
            <a:ahLst/>
            <a:cxnLst/>
            <a:rect r="r" b="b" t="t" l="l"/>
            <a:pathLst>
              <a:path h="1016198" w="6141859">
                <a:moveTo>
                  <a:pt x="0" y="0"/>
                </a:moveTo>
                <a:lnTo>
                  <a:pt x="6141859" y="0"/>
                </a:lnTo>
                <a:lnTo>
                  <a:pt x="6141859" y="1016198"/>
                </a:lnTo>
                <a:lnTo>
                  <a:pt x="0" y="10161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413714" y="7436264"/>
            <a:ext cx="3693419" cy="2390650"/>
          </a:xfrm>
          <a:custGeom>
            <a:avLst/>
            <a:gdLst/>
            <a:ahLst/>
            <a:cxnLst/>
            <a:rect r="r" b="b" t="t" l="l"/>
            <a:pathLst>
              <a:path h="2390650" w="3693419">
                <a:moveTo>
                  <a:pt x="0" y="0"/>
                </a:moveTo>
                <a:lnTo>
                  <a:pt x="3693420" y="0"/>
                </a:lnTo>
                <a:lnTo>
                  <a:pt x="3693420" y="2390650"/>
                </a:lnTo>
                <a:lnTo>
                  <a:pt x="0" y="239065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069585" y="5790193"/>
            <a:ext cx="1567796" cy="1544991"/>
          </a:xfrm>
          <a:custGeom>
            <a:avLst/>
            <a:gdLst/>
            <a:ahLst/>
            <a:cxnLst/>
            <a:rect r="r" b="b" t="t" l="l"/>
            <a:pathLst>
              <a:path h="1544991" w="1567796">
                <a:moveTo>
                  <a:pt x="0" y="0"/>
                </a:moveTo>
                <a:lnTo>
                  <a:pt x="1567796" y="0"/>
                </a:lnTo>
                <a:lnTo>
                  <a:pt x="1567796" y="1544991"/>
                </a:lnTo>
                <a:lnTo>
                  <a:pt x="0" y="154499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610244" y="3396302"/>
            <a:ext cx="1459341" cy="1461999"/>
          </a:xfrm>
          <a:custGeom>
            <a:avLst/>
            <a:gdLst/>
            <a:ahLst/>
            <a:cxnLst/>
            <a:rect r="r" b="b" t="t" l="l"/>
            <a:pathLst>
              <a:path h="1461999" w="1459341">
                <a:moveTo>
                  <a:pt x="0" y="0"/>
                </a:moveTo>
                <a:lnTo>
                  <a:pt x="1459341" y="0"/>
                </a:lnTo>
                <a:lnTo>
                  <a:pt x="1459341" y="1461999"/>
                </a:lnTo>
                <a:lnTo>
                  <a:pt x="0" y="146199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4949862" y="1576484"/>
            <a:ext cx="1925991" cy="1925991"/>
          </a:xfrm>
          <a:custGeom>
            <a:avLst/>
            <a:gdLst/>
            <a:ahLst/>
            <a:cxnLst/>
            <a:rect r="r" b="b" t="t" l="l"/>
            <a:pathLst>
              <a:path h="1925991" w="1925991">
                <a:moveTo>
                  <a:pt x="0" y="0"/>
                </a:moveTo>
                <a:lnTo>
                  <a:pt x="1925991" y="0"/>
                </a:lnTo>
                <a:lnTo>
                  <a:pt x="1925991" y="1925991"/>
                </a:lnTo>
                <a:lnTo>
                  <a:pt x="0" y="1925991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true" flipV="false" rot="0">
            <a:off x="521990" y="7639984"/>
            <a:ext cx="3135610" cy="2565499"/>
          </a:xfrm>
          <a:custGeom>
            <a:avLst/>
            <a:gdLst/>
            <a:ahLst/>
            <a:cxnLst/>
            <a:rect r="r" b="b" t="t" l="l"/>
            <a:pathLst>
              <a:path h="2565499" w="3135610">
                <a:moveTo>
                  <a:pt x="3135610" y="0"/>
                </a:moveTo>
                <a:lnTo>
                  <a:pt x="0" y="0"/>
                </a:lnTo>
                <a:lnTo>
                  <a:pt x="0" y="2565500"/>
                </a:lnTo>
                <a:lnTo>
                  <a:pt x="3135610" y="2565500"/>
                </a:lnTo>
                <a:lnTo>
                  <a:pt x="313561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066800" y="8601418"/>
            <a:ext cx="305588" cy="305588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7E9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3468253" y="3042249"/>
            <a:ext cx="9900698" cy="223266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820"/>
              </a:lnSpc>
            </a:pPr>
            <a:r>
              <a:rPr lang="en-US" sz="3000" spc="318">
                <a:solidFill>
                  <a:srgbClr val="000000"/>
                </a:solidFill>
                <a:latin typeface="Rugrats Sans"/>
                <a:ea typeface="Rugrats Sans"/>
                <a:cs typeface="Rugrats Sans"/>
                <a:sym typeface="Rugrats Sans"/>
              </a:rPr>
              <a:t>{{s07_text_1}}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532558" y="1610917"/>
            <a:ext cx="11222884" cy="106934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6579"/>
              </a:lnSpc>
            </a:pPr>
            <a:r>
              <a:rPr lang="en-US" sz="6999" spc="741">
                <a:solidFill>
                  <a:srgbClr val="0F294D"/>
                </a:solidFill>
                <a:latin typeface="Rugrats Sans"/>
                <a:ea typeface="Rugrats Sans"/>
                <a:cs typeface="Rugrats Sans"/>
                <a:sym typeface="Rugrats Sans"/>
              </a:rPr>
              <a:t>{{s07_title}}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919049" y="5436834"/>
            <a:ext cx="9900698" cy="223266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820"/>
              </a:lnSpc>
            </a:pPr>
            <a:r>
              <a:rPr lang="en-US" sz="3000" spc="318">
                <a:solidFill>
                  <a:srgbClr val="000000"/>
                </a:solidFill>
                <a:latin typeface="Rugrats Sans"/>
                <a:ea typeface="Rugrats Sans"/>
                <a:cs typeface="Rugrats Sans"/>
                <a:sym typeface="Rugrats Sans"/>
              </a:rPr>
              <a:t>{{s07_text_2}}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E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4963060"/>
            <a:ext cx="3657600" cy="804672"/>
          </a:xfrm>
          <a:custGeom>
            <a:avLst/>
            <a:gdLst/>
            <a:ahLst/>
            <a:cxnLst/>
            <a:rect r="r" b="b" t="t" l="l"/>
            <a:pathLst>
              <a:path h="804672" w="3657600">
                <a:moveTo>
                  <a:pt x="0" y="0"/>
                </a:moveTo>
                <a:lnTo>
                  <a:pt x="3657600" y="0"/>
                </a:lnTo>
                <a:lnTo>
                  <a:pt x="3657600" y="804672"/>
                </a:lnTo>
                <a:lnTo>
                  <a:pt x="0" y="8046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108803" y="4127302"/>
            <a:ext cx="6141859" cy="1016198"/>
          </a:xfrm>
          <a:custGeom>
            <a:avLst/>
            <a:gdLst/>
            <a:ahLst/>
            <a:cxnLst/>
            <a:rect r="r" b="b" t="t" l="l"/>
            <a:pathLst>
              <a:path h="1016198" w="6141859">
                <a:moveTo>
                  <a:pt x="0" y="0"/>
                </a:moveTo>
                <a:lnTo>
                  <a:pt x="6141859" y="0"/>
                </a:lnTo>
                <a:lnTo>
                  <a:pt x="6141859" y="1016198"/>
                </a:lnTo>
                <a:lnTo>
                  <a:pt x="0" y="10161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224632" y="223202"/>
            <a:ext cx="6141859" cy="1016198"/>
          </a:xfrm>
          <a:custGeom>
            <a:avLst/>
            <a:gdLst/>
            <a:ahLst/>
            <a:cxnLst/>
            <a:rect r="r" b="b" t="t" l="l"/>
            <a:pathLst>
              <a:path h="1016198" w="6141859">
                <a:moveTo>
                  <a:pt x="0" y="0"/>
                </a:moveTo>
                <a:lnTo>
                  <a:pt x="6141859" y="0"/>
                </a:lnTo>
                <a:lnTo>
                  <a:pt x="6141859" y="1016199"/>
                </a:lnTo>
                <a:lnTo>
                  <a:pt x="0" y="10161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179197" y="9375965"/>
            <a:ext cx="5232869" cy="570858"/>
          </a:xfrm>
          <a:custGeom>
            <a:avLst/>
            <a:gdLst/>
            <a:ahLst/>
            <a:cxnLst/>
            <a:rect r="r" b="b" t="t" l="l"/>
            <a:pathLst>
              <a:path h="570858" w="5232869">
                <a:moveTo>
                  <a:pt x="0" y="0"/>
                </a:moveTo>
                <a:lnTo>
                  <a:pt x="5232869" y="0"/>
                </a:lnTo>
                <a:lnTo>
                  <a:pt x="5232869" y="570858"/>
                </a:lnTo>
                <a:lnTo>
                  <a:pt x="0" y="5708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0"/>
            <a:ext cx="5649566" cy="914203"/>
          </a:xfrm>
          <a:custGeom>
            <a:avLst/>
            <a:gdLst/>
            <a:ahLst/>
            <a:cxnLst/>
            <a:rect r="r" b="b" t="t" l="l"/>
            <a:pathLst>
              <a:path h="914203" w="5649566">
                <a:moveTo>
                  <a:pt x="0" y="0"/>
                </a:moveTo>
                <a:lnTo>
                  <a:pt x="5649566" y="0"/>
                </a:lnTo>
                <a:lnTo>
                  <a:pt x="5649566" y="914203"/>
                </a:lnTo>
                <a:lnTo>
                  <a:pt x="0" y="9142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377640" y="2984522"/>
            <a:ext cx="2027576" cy="1035907"/>
          </a:xfrm>
          <a:custGeom>
            <a:avLst/>
            <a:gdLst/>
            <a:ahLst/>
            <a:cxnLst/>
            <a:rect r="r" b="b" t="t" l="l"/>
            <a:pathLst>
              <a:path h="1035907" w="2027576">
                <a:moveTo>
                  <a:pt x="0" y="0"/>
                </a:moveTo>
                <a:lnTo>
                  <a:pt x="2027576" y="0"/>
                </a:lnTo>
                <a:lnTo>
                  <a:pt x="2027576" y="1035907"/>
                </a:lnTo>
                <a:lnTo>
                  <a:pt x="0" y="103590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260424" y="6314213"/>
            <a:ext cx="2027576" cy="1035907"/>
          </a:xfrm>
          <a:custGeom>
            <a:avLst/>
            <a:gdLst/>
            <a:ahLst/>
            <a:cxnLst/>
            <a:rect r="r" b="b" t="t" l="l"/>
            <a:pathLst>
              <a:path h="1035907" w="2027576">
                <a:moveTo>
                  <a:pt x="0" y="0"/>
                </a:moveTo>
                <a:lnTo>
                  <a:pt x="2027576" y="0"/>
                </a:lnTo>
                <a:lnTo>
                  <a:pt x="2027576" y="1035907"/>
                </a:lnTo>
                <a:lnTo>
                  <a:pt x="0" y="103590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108136" y="968185"/>
            <a:ext cx="16071729" cy="8350630"/>
            <a:chOff x="0" y="0"/>
            <a:chExt cx="4232883" cy="219934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32883" cy="2199343"/>
            </a:xfrm>
            <a:custGeom>
              <a:avLst/>
              <a:gdLst/>
              <a:ahLst/>
              <a:cxnLst/>
              <a:rect r="r" b="b" t="t" l="l"/>
              <a:pathLst>
                <a:path h="2199343" w="4232883">
                  <a:moveTo>
                    <a:pt x="32275" y="0"/>
                  </a:moveTo>
                  <a:lnTo>
                    <a:pt x="4200608" y="0"/>
                  </a:lnTo>
                  <a:cubicBezTo>
                    <a:pt x="4218433" y="0"/>
                    <a:pt x="4232883" y="14450"/>
                    <a:pt x="4232883" y="32275"/>
                  </a:cubicBezTo>
                  <a:lnTo>
                    <a:pt x="4232883" y="2167068"/>
                  </a:lnTo>
                  <a:cubicBezTo>
                    <a:pt x="4232883" y="2184893"/>
                    <a:pt x="4218433" y="2199343"/>
                    <a:pt x="4200608" y="2199343"/>
                  </a:cubicBezTo>
                  <a:lnTo>
                    <a:pt x="32275" y="2199343"/>
                  </a:lnTo>
                  <a:cubicBezTo>
                    <a:pt x="14450" y="2199343"/>
                    <a:pt x="0" y="2184893"/>
                    <a:pt x="0" y="2167068"/>
                  </a:cubicBezTo>
                  <a:lnTo>
                    <a:pt x="0" y="32275"/>
                  </a:lnTo>
                  <a:cubicBezTo>
                    <a:pt x="0" y="14450"/>
                    <a:pt x="14450" y="0"/>
                    <a:pt x="3227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232883" cy="22374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0958570" y="9318815"/>
            <a:ext cx="6141859" cy="1016198"/>
          </a:xfrm>
          <a:custGeom>
            <a:avLst/>
            <a:gdLst/>
            <a:ahLst/>
            <a:cxnLst/>
            <a:rect r="r" b="b" t="t" l="l"/>
            <a:pathLst>
              <a:path h="1016198" w="6141859">
                <a:moveTo>
                  <a:pt x="0" y="0"/>
                </a:moveTo>
                <a:lnTo>
                  <a:pt x="6141859" y="0"/>
                </a:lnTo>
                <a:lnTo>
                  <a:pt x="6141859" y="1016198"/>
                </a:lnTo>
                <a:lnTo>
                  <a:pt x="0" y="10161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521990" y="7639984"/>
            <a:ext cx="3135610" cy="2565499"/>
          </a:xfrm>
          <a:custGeom>
            <a:avLst/>
            <a:gdLst/>
            <a:ahLst/>
            <a:cxnLst/>
            <a:rect r="r" b="b" t="t" l="l"/>
            <a:pathLst>
              <a:path h="2565499" w="3135610">
                <a:moveTo>
                  <a:pt x="3135610" y="0"/>
                </a:moveTo>
                <a:lnTo>
                  <a:pt x="0" y="0"/>
                </a:lnTo>
                <a:lnTo>
                  <a:pt x="0" y="2565500"/>
                </a:lnTo>
                <a:lnTo>
                  <a:pt x="3135610" y="2565500"/>
                </a:lnTo>
                <a:lnTo>
                  <a:pt x="313561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066800" y="8601418"/>
            <a:ext cx="305588" cy="305588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7E9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5179197" y="1488310"/>
            <a:ext cx="1324079" cy="1324079"/>
          </a:xfrm>
          <a:custGeom>
            <a:avLst/>
            <a:gdLst/>
            <a:ahLst/>
            <a:cxnLst/>
            <a:rect r="r" b="b" t="t" l="l"/>
            <a:pathLst>
              <a:path h="1324079" w="1324079">
                <a:moveTo>
                  <a:pt x="0" y="0"/>
                </a:moveTo>
                <a:lnTo>
                  <a:pt x="1324078" y="0"/>
                </a:lnTo>
                <a:lnTo>
                  <a:pt x="1324078" y="1324079"/>
                </a:lnTo>
                <a:lnTo>
                  <a:pt x="0" y="132407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2888551" y="3185717"/>
            <a:ext cx="3588749" cy="3399524"/>
          </a:xfrm>
          <a:custGeom>
            <a:avLst/>
            <a:gdLst/>
            <a:ahLst/>
            <a:cxnLst/>
            <a:rect r="r" b="b" t="t" l="l"/>
            <a:pathLst>
              <a:path h="3399524" w="3588749">
                <a:moveTo>
                  <a:pt x="0" y="0"/>
                </a:moveTo>
                <a:lnTo>
                  <a:pt x="3588749" y="0"/>
                </a:lnTo>
                <a:lnTo>
                  <a:pt x="3588749" y="3399525"/>
                </a:lnTo>
                <a:lnTo>
                  <a:pt x="0" y="339952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-7560998">
            <a:off x="15081925" y="3342254"/>
            <a:ext cx="262585" cy="262585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7E9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2089795" y="3174339"/>
            <a:ext cx="10369296" cy="223266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820"/>
              </a:lnSpc>
            </a:pPr>
            <a:r>
              <a:rPr lang="en-US" sz="3000" spc="318">
                <a:solidFill>
                  <a:srgbClr val="000000"/>
                </a:solidFill>
                <a:latin typeface="Rugrats Sans"/>
                <a:ea typeface="Rugrats Sans"/>
                <a:cs typeface="Rugrats Sans"/>
                <a:sym typeface="Rugrats Sans"/>
              </a:rPr>
              <a:t>{{s08_text_1}}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818341" y="1610917"/>
            <a:ext cx="6651317" cy="106934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6579"/>
              </a:lnSpc>
            </a:pPr>
            <a:r>
              <a:rPr lang="en-US" sz="6999" spc="741">
                <a:solidFill>
                  <a:srgbClr val="0F294D"/>
                </a:solidFill>
                <a:latin typeface="Rugrats Sans"/>
                <a:ea typeface="Rugrats Sans"/>
                <a:cs typeface="Rugrats Sans"/>
                <a:sym typeface="Rugrats Sans"/>
              </a:rPr>
              <a:t>{{s08_title}}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089795" y="5635599"/>
            <a:ext cx="10369296" cy="18802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820"/>
              </a:lnSpc>
            </a:pPr>
            <a:r>
              <a:rPr lang="en-US" sz="3000" spc="318">
                <a:solidFill>
                  <a:srgbClr val="000000"/>
                </a:solidFill>
                <a:latin typeface="Rugrats Sans"/>
                <a:ea typeface="Rugrats Sans"/>
                <a:cs typeface="Rugrats Sans"/>
                <a:sym typeface="Rugrats Sans"/>
              </a:rPr>
              <a:t>{{s08_text_2}}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E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4963060"/>
            <a:ext cx="3657600" cy="804672"/>
          </a:xfrm>
          <a:custGeom>
            <a:avLst/>
            <a:gdLst/>
            <a:ahLst/>
            <a:cxnLst/>
            <a:rect r="r" b="b" t="t" l="l"/>
            <a:pathLst>
              <a:path h="804672" w="3657600">
                <a:moveTo>
                  <a:pt x="0" y="0"/>
                </a:moveTo>
                <a:lnTo>
                  <a:pt x="3657600" y="0"/>
                </a:lnTo>
                <a:lnTo>
                  <a:pt x="3657600" y="804672"/>
                </a:lnTo>
                <a:lnTo>
                  <a:pt x="0" y="8046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108803" y="4127302"/>
            <a:ext cx="6141859" cy="1016198"/>
          </a:xfrm>
          <a:custGeom>
            <a:avLst/>
            <a:gdLst/>
            <a:ahLst/>
            <a:cxnLst/>
            <a:rect r="r" b="b" t="t" l="l"/>
            <a:pathLst>
              <a:path h="1016198" w="6141859">
                <a:moveTo>
                  <a:pt x="0" y="0"/>
                </a:moveTo>
                <a:lnTo>
                  <a:pt x="6141859" y="0"/>
                </a:lnTo>
                <a:lnTo>
                  <a:pt x="6141859" y="1016198"/>
                </a:lnTo>
                <a:lnTo>
                  <a:pt x="0" y="10161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224632" y="223202"/>
            <a:ext cx="6141859" cy="1016198"/>
          </a:xfrm>
          <a:custGeom>
            <a:avLst/>
            <a:gdLst/>
            <a:ahLst/>
            <a:cxnLst/>
            <a:rect r="r" b="b" t="t" l="l"/>
            <a:pathLst>
              <a:path h="1016198" w="6141859">
                <a:moveTo>
                  <a:pt x="0" y="0"/>
                </a:moveTo>
                <a:lnTo>
                  <a:pt x="6141859" y="0"/>
                </a:lnTo>
                <a:lnTo>
                  <a:pt x="6141859" y="1016199"/>
                </a:lnTo>
                <a:lnTo>
                  <a:pt x="0" y="10161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179197" y="9375965"/>
            <a:ext cx="5232869" cy="570858"/>
          </a:xfrm>
          <a:custGeom>
            <a:avLst/>
            <a:gdLst/>
            <a:ahLst/>
            <a:cxnLst/>
            <a:rect r="r" b="b" t="t" l="l"/>
            <a:pathLst>
              <a:path h="570858" w="5232869">
                <a:moveTo>
                  <a:pt x="0" y="0"/>
                </a:moveTo>
                <a:lnTo>
                  <a:pt x="5232869" y="0"/>
                </a:lnTo>
                <a:lnTo>
                  <a:pt x="5232869" y="570858"/>
                </a:lnTo>
                <a:lnTo>
                  <a:pt x="0" y="5708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0"/>
            <a:ext cx="5649566" cy="914203"/>
          </a:xfrm>
          <a:custGeom>
            <a:avLst/>
            <a:gdLst/>
            <a:ahLst/>
            <a:cxnLst/>
            <a:rect r="r" b="b" t="t" l="l"/>
            <a:pathLst>
              <a:path h="914203" w="5649566">
                <a:moveTo>
                  <a:pt x="0" y="0"/>
                </a:moveTo>
                <a:lnTo>
                  <a:pt x="5649566" y="0"/>
                </a:lnTo>
                <a:lnTo>
                  <a:pt x="5649566" y="914203"/>
                </a:lnTo>
                <a:lnTo>
                  <a:pt x="0" y="9142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377640" y="2984522"/>
            <a:ext cx="2027576" cy="1035907"/>
          </a:xfrm>
          <a:custGeom>
            <a:avLst/>
            <a:gdLst/>
            <a:ahLst/>
            <a:cxnLst/>
            <a:rect r="r" b="b" t="t" l="l"/>
            <a:pathLst>
              <a:path h="1035907" w="2027576">
                <a:moveTo>
                  <a:pt x="0" y="0"/>
                </a:moveTo>
                <a:lnTo>
                  <a:pt x="2027576" y="0"/>
                </a:lnTo>
                <a:lnTo>
                  <a:pt x="2027576" y="1035907"/>
                </a:lnTo>
                <a:lnTo>
                  <a:pt x="0" y="103590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260424" y="6314213"/>
            <a:ext cx="2027576" cy="1035907"/>
          </a:xfrm>
          <a:custGeom>
            <a:avLst/>
            <a:gdLst/>
            <a:ahLst/>
            <a:cxnLst/>
            <a:rect r="r" b="b" t="t" l="l"/>
            <a:pathLst>
              <a:path h="1035907" w="2027576">
                <a:moveTo>
                  <a:pt x="0" y="0"/>
                </a:moveTo>
                <a:lnTo>
                  <a:pt x="2027576" y="0"/>
                </a:lnTo>
                <a:lnTo>
                  <a:pt x="2027576" y="1035907"/>
                </a:lnTo>
                <a:lnTo>
                  <a:pt x="0" y="103590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108136" y="968185"/>
            <a:ext cx="16071729" cy="8350630"/>
            <a:chOff x="0" y="0"/>
            <a:chExt cx="4232883" cy="219934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32883" cy="2199343"/>
            </a:xfrm>
            <a:custGeom>
              <a:avLst/>
              <a:gdLst/>
              <a:ahLst/>
              <a:cxnLst/>
              <a:rect r="r" b="b" t="t" l="l"/>
              <a:pathLst>
                <a:path h="2199343" w="4232883">
                  <a:moveTo>
                    <a:pt x="32275" y="0"/>
                  </a:moveTo>
                  <a:lnTo>
                    <a:pt x="4200608" y="0"/>
                  </a:lnTo>
                  <a:cubicBezTo>
                    <a:pt x="4218433" y="0"/>
                    <a:pt x="4232883" y="14450"/>
                    <a:pt x="4232883" y="32275"/>
                  </a:cubicBezTo>
                  <a:lnTo>
                    <a:pt x="4232883" y="2167068"/>
                  </a:lnTo>
                  <a:cubicBezTo>
                    <a:pt x="4232883" y="2184893"/>
                    <a:pt x="4218433" y="2199343"/>
                    <a:pt x="4200608" y="2199343"/>
                  </a:cubicBezTo>
                  <a:lnTo>
                    <a:pt x="32275" y="2199343"/>
                  </a:lnTo>
                  <a:cubicBezTo>
                    <a:pt x="14450" y="2199343"/>
                    <a:pt x="0" y="2184893"/>
                    <a:pt x="0" y="2167068"/>
                  </a:cubicBezTo>
                  <a:lnTo>
                    <a:pt x="0" y="32275"/>
                  </a:lnTo>
                  <a:cubicBezTo>
                    <a:pt x="0" y="14450"/>
                    <a:pt x="14450" y="0"/>
                    <a:pt x="3227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232883" cy="22374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0958570" y="9318815"/>
            <a:ext cx="6141859" cy="1016198"/>
          </a:xfrm>
          <a:custGeom>
            <a:avLst/>
            <a:gdLst/>
            <a:ahLst/>
            <a:cxnLst/>
            <a:rect r="r" b="b" t="t" l="l"/>
            <a:pathLst>
              <a:path h="1016198" w="6141859">
                <a:moveTo>
                  <a:pt x="0" y="0"/>
                </a:moveTo>
                <a:lnTo>
                  <a:pt x="6141859" y="0"/>
                </a:lnTo>
                <a:lnTo>
                  <a:pt x="6141859" y="1016198"/>
                </a:lnTo>
                <a:lnTo>
                  <a:pt x="0" y="10161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0" y="8148216"/>
            <a:ext cx="2672753" cy="2186798"/>
          </a:xfrm>
          <a:custGeom>
            <a:avLst/>
            <a:gdLst/>
            <a:ahLst/>
            <a:cxnLst/>
            <a:rect r="r" b="b" t="t" l="l"/>
            <a:pathLst>
              <a:path h="2186798" w="2672753">
                <a:moveTo>
                  <a:pt x="2672753" y="0"/>
                </a:moveTo>
                <a:lnTo>
                  <a:pt x="0" y="0"/>
                </a:lnTo>
                <a:lnTo>
                  <a:pt x="0" y="2186797"/>
                </a:lnTo>
                <a:lnTo>
                  <a:pt x="2672753" y="2186797"/>
                </a:lnTo>
                <a:lnTo>
                  <a:pt x="2672753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464389" y="8967729"/>
            <a:ext cx="260479" cy="260479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7E9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5179197" y="1488310"/>
            <a:ext cx="1324079" cy="1324079"/>
          </a:xfrm>
          <a:custGeom>
            <a:avLst/>
            <a:gdLst/>
            <a:ahLst/>
            <a:cxnLst/>
            <a:rect r="r" b="b" t="t" l="l"/>
            <a:pathLst>
              <a:path h="1324079" w="1324079">
                <a:moveTo>
                  <a:pt x="0" y="0"/>
                </a:moveTo>
                <a:lnTo>
                  <a:pt x="1324078" y="0"/>
                </a:lnTo>
                <a:lnTo>
                  <a:pt x="1324078" y="1324079"/>
                </a:lnTo>
                <a:lnTo>
                  <a:pt x="0" y="132407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6027131" y="8148216"/>
            <a:ext cx="2146595" cy="2033410"/>
          </a:xfrm>
          <a:custGeom>
            <a:avLst/>
            <a:gdLst/>
            <a:ahLst/>
            <a:cxnLst/>
            <a:rect r="r" b="b" t="t" l="l"/>
            <a:pathLst>
              <a:path h="2033410" w="2146595">
                <a:moveTo>
                  <a:pt x="0" y="0"/>
                </a:moveTo>
                <a:lnTo>
                  <a:pt x="2146595" y="0"/>
                </a:lnTo>
                <a:lnTo>
                  <a:pt x="2146595" y="2033410"/>
                </a:lnTo>
                <a:lnTo>
                  <a:pt x="0" y="203341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2838122" y="2793339"/>
            <a:ext cx="12611756" cy="18802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820"/>
              </a:lnSpc>
            </a:pPr>
            <a:r>
              <a:rPr lang="en-US" sz="3000" spc="318">
                <a:solidFill>
                  <a:srgbClr val="000000"/>
                </a:solidFill>
                <a:latin typeface="Rugrats Sans"/>
                <a:ea typeface="Rugrats Sans"/>
                <a:cs typeface="Rugrats Sans"/>
                <a:sym typeface="Rugrats Sans"/>
              </a:rPr>
              <a:t>{{s09_text_1}}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818341" y="1610917"/>
            <a:ext cx="6651317" cy="106934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6579"/>
              </a:lnSpc>
            </a:pPr>
            <a:r>
              <a:rPr lang="en-US" sz="6999" spc="741">
                <a:solidFill>
                  <a:srgbClr val="0F294D"/>
                </a:solidFill>
                <a:latin typeface="Rugrats Sans"/>
                <a:ea typeface="Rugrats Sans"/>
                <a:cs typeface="Rugrats Sans"/>
                <a:sym typeface="Rugrats Sans"/>
              </a:rPr>
              <a:t>{{s09_title}}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838122" y="4765035"/>
            <a:ext cx="12611756" cy="18802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820"/>
              </a:lnSpc>
            </a:pPr>
            <a:r>
              <a:rPr lang="en-US" sz="3000" spc="318">
                <a:solidFill>
                  <a:srgbClr val="000000"/>
                </a:solidFill>
                <a:latin typeface="Rugrats Sans"/>
                <a:ea typeface="Rugrats Sans"/>
                <a:cs typeface="Rugrats Sans"/>
                <a:sym typeface="Rugrats Sans"/>
              </a:rPr>
              <a:t>{{s09_text_2}}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838122" y="6911970"/>
            <a:ext cx="12611756" cy="18802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820"/>
              </a:lnSpc>
            </a:pPr>
            <a:r>
              <a:rPr lang="en-US" sz="3000" spc="318">
                <a:solidFill>
                  <a:srgbClr val="000000"/>
                </a:solidFill>
                <a:latin typeface="Rugrats Sans"/>
                <a:ea typeface="Rugrats Sans"/>
                <a:cs typeface="Rugrats Sans"/>
                <a:sym typeface="Rugrats Sans"/>
              </a:rPr>
              <a:t>{{s09_text_3}}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E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4963060"/>
            <a:ext cx="3657600" cy="804672"/>
          </a:xfrm>
          <a:custGeom>
            <a:avLst/>
            <a:gdLst/>
            <a:ahLst/>
            <a:cxnLst/>
            <a:rect r="r" b="b" t="t" l="l"/>
            <a:pathLst>
              <a:path h="804672" w="3657600">
                <a:moveTo>
                  <a:pt x="0" y="0"/>
                </a:moveTo>
                <a:lnTo>
                  <a:pt x="3657600" y="0"/>
                </a:lnTo>
                <a:lnTo>
                  <a:pt x="3657600" y="804672"/>
                </a:lnTo>
                <a:lnTo>
                  <a:pt x="0" y="8046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108803" y="4127302"/>
            <a:ext cx="6141859" cy="1016198"/>
          </a:xfrm>
          <a:custGeom>
            <a:avLst/>
            <a:gdLst/>
            <a:ahLst/>
            <a:cxnLst/>
            <a:rect r="r" b="b" t="t" l="l"/>
            <a:pathLst>
              <a:path h="1016198" w="6141859">
                <a:moveTo>
                  <a:pt x="0" y="0"/>
                </a:moveTo>
                <a:lnTo>
                  <a:pt x="6141859" y="0"/>
                </a:lnTo>
                <a:lnTo>
                  <a:pt x="6141859" y="1016198"/>
                </a:lnTo>
                <a:lnTo>
                  <a:pt x="0" y="10161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224632" y="223202"/>
            <a:ext cx="6141859" cy="1016198"/>
          </a:xfrm>
          <a:custGeom>
            <a:avLst/>
            <a:gdLst/>
            <a:ahLst/>
            <a:cxnLst/>
            <a:rect r="r" b="b" t="t" l="l"/>
            <a:pathLst>
              <a:path h="1016198" w="6141859">
                <a:moveTo>
                  <a:pt x="0" y="0"/>
                </a:moveTo>
                <a:lnTo>
                  <a:pt x="6141859" y="0"/>
                </a:lnTo>
                <a:lnTo>
                  <a:pt x="6141859" y="1016199"/>
                </a:lnTo>
                <a:lnTo>
                  <a:pt x="0" y="10161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179197" y="9375965"/>
            <a:ext cx="5232869" cy="570858"/>
          </a:xfrm>
          <a:custGeom>
            <a:avLst/>
            <a:gdLst/>
            <a:ahLst/>
            <a:cxnLst/>
            <a:rect r="r" b="b" t="t" l="l"/>
            <a:pathLst>
              <a:path h="570858" w="5232869">
                <a:moveTo>
                  <a:pt x="0" y="0"/>
                </a:moveTo>
                <a:lnTo>
                  <a:pt x="5232869" y="0"/>
                </a:lnTo>
                <a:lnTo>
                  <a:pt x="5232869" y="570858"/>
                </a:lnTo>
                <a:lnTo>
                  <a:pt x="0" y="5708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0"/>
            <a:ext cx="5649566" cy="914203"/>
          </a:xfrm>
          <a:custGeom>
            <a:avLst/>
            <a:gdLst/>
            <a:ahLst/>
            <a:cxnLst/>
            <a:rect r="r" b="b" t="t" l="l"/>
            <a:pathLst>
              <a:path h="914203" w="5649566">
                <a:moveTo>
                  <a:pt x="0" y="0"/>
                </a:moveTo>
                <a:lnTo>
                  <a:pt x="5649566" y="0"/>
                </a:lnTo>
                <a:lnTo>
                  <a:pt x="5649566" y="914203"/>
                </a:lnTo>
                <a:lnTo>
                  <a:pt x="0" y="9142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377640" y="2984522"/>
            <a:ext cx="2027576" cy="1035907"/>
          </a:xfrm>
          <a:custGeom>
            <a:avLst/>
            <a:gdLst/>
            <a:ahLst/>
            <a:cxnLst/>
            <a:rect r="r" b="b" t="t" l="l"/>
            <a:pathLst>
              <a:path h="1035907" w="2027576">
                <a:moveTo>
                  <a:pt x="0" y="0"/>
                </a:moveTo>
                <a:lnTo>
                  <a:pt x="2027576" y="0"/>
                </a:lnTo>
                <a:lnTo>
                  <a:pt x="2027576" y="1035907"/>
                </a:lnTo>
                <a:lnTo>
                  <a:pt x="0" y="103590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260424" y="6314213"/>
            <a:ext cx="2027576" cy="1035907"/>
          </a:xfrm>
          <a:custGeom>
            <a:avLst/>
            <a:gdLst/>
            <a:ahLst/>
            <a:cxnLst/>
            <a:rect r="r" b="b" t="t" l="l"/>
            <a:pathLst>
              <a:path h="1035907" w="2027576">
                <a:moveTo>
                  <a:pt x="0" y="0"/>
                </a:moveTo>
                <a:lnTo>
                  <a:pt x="2027576" y="0"/>
                </a:lnTo>
                <a:lnTo>
                  <a:pt x="2027576" y="1035907"/>
                </a:lnTo>
                <a:lnTo>
                  <a:pt x="0" y="103590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108136" y="968185"/>
            <a:ext cx="16071729" cy="8350630"/>
            <a:chOff x="0" y="0"/>
            <a:chExt cx="4232883" cy="219934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32883" cy="2199343"/>
            </a:xfrm>
            <a:custGeom>
              <a:avLst/>
              <a:gdLst/>
              <a:ahLst/>
              <a:cxnLst/>
              <a:rect r="r" b="b" t="t" l="l"/>
              <a:pathLst>
                <a:path h="2199343" w="4232883">
                  <a:moveTo>
                    <a:pt x="32275" y="0"/>
                  </a:moveTo>
                  <a:lnTo>
                    <a:pt x="4200608" y="0"/>
                  </a:lnTo>
                  <a:cubicBezTo>
                    <a:pt x="4218433" y="0"/>
                    <a:pt x="4232883" y="14450"/>
                    <a:pt x="4232883" y="32275"/>
                  </a:cubicBezTo>
                  <a:lnTo>
                    <a:pt x="4232883" y="2167068"/>
                  </a:lnTo>
                  <a:cubicBezTo>
                    <a:pt x="4232883" y="2184893"/>
                    <a:pt x="4218433" y="2199343"/>
                    <a:pt x="4200608" y="2199343"/>
                  </a:cubicBezTo>
                  <a:lnTo>
                    <a:pt x="32275" y="2199343"/>
                  </a:lnTo>
                  <a:cubicBezTo>
                    <a:pt x="14450" y="2199343"/>
                    <a:pt x="0" y="2184893"/>
                    <a:pt x="0" y="2167068"/>
                  </a:cubicBezTo>
                  <a:lnTo>
                    <a:pt x="0" y="32275"/>
                  </a:lnTo>
                  <a:cubicBezTo>
                    <a:pt x="0" y="14450"/>
                    <a:pt x="14450" y="0"/>
                    <a:pt x="3227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232883" cy="22374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0958570" y="9318815"/>
            <a:ext cx="6141859" cy="1016198"/>
          </a:xfrm>
          <a:custGeom>
            <a:avLst/>
            <a:gdLst/>
            <a:ahLst/>
            <a:cxnLst/>
            <a:rect r="r" b="b" t="t" l="l"/>
            <a:pathLst>
              <a:path h="1016198" w="6141859">
                <a:moveTo>
                  <a:pt x="0" y="0"/>
                </a:moveTo>
                <a:lnTo>
                  <a:pt x="6141859" y="0"/>
                </a:lnTo>
                <a:lnTo>
                  <a:pt x="6141859" y="1016198"/>
                </a:lnTo>
                <a:lnTo>
                  <a:pt x="0" y="10161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08136" y="1028700"/>
            <a:ext cx="2565499" cy="2565499"/>
          </a:xfrm>
          <a:custGeom>
            <a:avLst/>
            <a:gdLst/>
            <a:ahLst/>
            <a:cxnLst/>
            <a:rect r="r" b="b" t="t" l="l"/>
            <a:pathLst>
              <a:path h="2565499" w="2565499">
                <a:moveTo>
                  <a:pt x="0" y="0"/>
                </a:moveTo>
                <a:lnTo>
                  <a:pt x="2565499" y="0"/>
                </a:lnTo>
                <a:lnTo>
                  <a:pt x="2565499" y="2565499"/>
                </a:lnTo>
                <a:lnTo>
                  <a:pt x="0" y="256549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204732" y="914203"/>
            <a:ext cx="2407103" cy="2407103"/>
          </a:xfrm>
          <a:custGeom>
            <a:avLst/>
            <a:gdLst/>
            <a:ahLst/>
            <a:cxnLst/>
            <a:rect r="r" b="b" t="t" l="l"/>
            <a:pathLst>
              <a:path h="2407103" w="2407103">
                <a:moveTo>
                  <a:pt x="0" y="0"/>
                </a:moveTo>
                <a:lnTo>
                  <a:pt x="2407103" y="0"/>
                </a:lnTo>
                <a:lnTo>
                  <a:pt x="2407103" y="2407102"/>
                </a:lnTo>
                <a:lnTo>
                  <a:pt x="0" y="240710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true" flipV="false" rot="0">
            <a:off x="-182161" y="8045233"/>
            <a:ext cx="2421723" cy="2426134"/>
          </a:xfrm>
          <a:custGeom>
            <a:avLst/>
            <a:gdLst/>
            <a:ahLst/>
            <a:cxnLst/>
            <a:rect r="r" b="b" t="t" l="l"/>
            <a:pathLst>
              <a:path h="2426134" w="2421723">
                <a:moveTo>
                  <a:pt x="2421722" y="0"/>
                </a:moveTo>
                <a:lnTo>
                  <a:pt x="0" y="0"/>
                </a:lnTo>
                <a:lnTo>
                  <a:pt x="0" y="2426134"/>
                </a:lnTo>
                <a:lnTo>
                  <a:pt x="2421722" y="2426134"/>
                </a:lnTo>
                <a:lnTo>
                  <a:pt x="2421722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6814072" y="4001379"/>
            <a:ext cx="4659856" cy="46996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820"/>
              </a:lnSpc>
            </a:pPr>
            <a:r>
              <a:rPr lang="en-US" sz="3000" spc="318">
                <a:solidFill>
                  <a:srgbClr val="000000"/>
                </a:solidFill>
                <a:latin typeface="Rugrats Sans"/>
                <a:ea typeface="Rugrats Sans"/>
                <a:cs typeface="Rugrats Sans"/>
                <a:sym typeface="Rugrats Sans"/>
              </a:rPr>
              <a:t>{{s10_text_1}}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532558" y="1772017"/>
            <a:ext cx="11222884" cy="106934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6579"/>
              </a:lnSpc>
            </a:pPr>
            <a:r>
              <a:rPr lang="en-US" sz="6999" spc="741">
                <a:solidFill>
                  <a:srgbClr val="0F294D"/>
                </a:solidFill>
                <a:latin typeface="Rugrats Sans"/>
                <a:ea typeface="Rugrats Sans"/>
                <a:cs typeface="Rugrats Sans"/>
                <a:sym typeface="Rugrats Sans"/>
              </a:rPr>
              <a:t>{{s10_title}}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55113" y="4001379"/>
            <a:ext cx="4659856" cy="46996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820"/>
              </a:lnSpc>
            </a:pPr>
            <a:r>
              <a:rPr lang="en-US" sz="3000" spc="318">
                <a:solidFill>
                  <a:srgbClr val="000000"/>
                </a:solidFill>
                <a:latin typeface="Rugrats Sans"/>
                <a:ea typeface="Rugrats Sans"/>
                <a:cs typeface="Rugrats Sans"/>
                <a:sym typeface="Rugrats Sans"/>
              </a:rPr>
              <a:t>{{s10_text_2}}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173031" y="4001379"/>
            <a:ext cx="4659856" cy="46996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820"/>
              </a:lnSpc>
            </a:pPr>
            <a:r>
              <a:rPr lang="en-US" sz="3000" spc="318">
                <a:solidFill>
                  <a:srgbClr val="000000"/>
                </a:solidFill>
                <a:latin typeface="Rugrats Sans"/>
                <a:ea typeface="Rugrats Sans"/>
                <a:cs typeface="Rugrats Sans"/>
                <a:sym typeface="Rugrats Sans"/>
              </a:rPr>
              <a:t>{{s10_text_3}}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E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4963060"/>
            <a:ext cx="3657600" cy="804672"/>
          </a:xfrm>
          <a:custGeom>
            <a:avLst/>
            <a:gdLst/>
            <a:ahLst/>
            <a:cxnLst/>
            <a:rect r="r" b="b" t="t" l="l"/>
            <a:pathLst>
              <a:path h="804672" w="3657600">
                <a:moveTo>
                  <a:pt x="0" y="0"/>
                </a:moveTo>
                <a:lnTo>
                  <a:pt x="3657600" y="0"/>
                </a:lnTo>
                <a:lnTo>
                  <a:pt x="3657600" y="804672"/>
                </a:lnTo>
                <a:lnTo>
                  <a:pt x="0" y="8046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108803" y="4127302"/>
            <a:ext cx="6141859" cy="1016198"/>
          </a:xfrm>
          <a:custGeom>
            <a:avLst/>
            <a:gdLst/>
            <a:ahLst/>
            <a:cxnLst/>
            <a:rect r="r" b="b" t="t" l="l"/>
            <a:pathLst>
              <a:path h="1016198" w="6141859">
                <a:moveTo>
                  <a:pt x="0" y="0"/>
                </a:moveTo>
                <a:lnTo>
                  <a:pt x="6141859" y="0"/>
                </a:lnTo>
                <a:lnTo>
                  <a:pt x="6141859" y="1016198"/>
                </a:lnTo>
                <a:lnTo>
                  <a:pt x="0" y="10161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224632" y="223202"/>
            <a:ext cx="6141859" cy="1016198"/>
          </a:xfrm>
          <a:custGeom>
            <a:avLst/>
            <a:gdLst/>
            <a:ahLst/>
            <a:cxnLst/>
            <a:rect r="r" b="b" t="t" l="l"/>
            <a:pathLst>
              <a:path h="1016198" w="6141859">
                <a:moveTo>
                  <a:pt x="0" y="0"/>
                </a:moveTo>
                <a:lnTo>
                  <a:pt x="6141859" y="0"/>
                </a:lnTo>
                <a:lnTo>
                  <a:pt x="6141859" y="1016199"/>
                </a:lnTo>
                <a:lnTo>
                  <a:pt x="0" y="10161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179197" y="9375965"/>
            <a:ext cx="5232869" cy="570858"/>
          </a:xfrm>
          <a:custGeom>
            <a:avLst/>
            <a:gdLst/>
            <a:ahLst/>
            <a:cxnLst/>
            <a:rect r="r" b="b" t="t" l="l"/>
            <a:pathLst>
              <a:path h="570858" w="5232869">
                <a:moveTo>
                  <a:pt x="0" y="0"/>
                </a:moveTo>
                <a:lnTo>
                  <a:pt x="5232869" y="0"/>
                </a:lnTo>
                <a:lnTo>
                  <a:pt x="5232869" y="570858"/>
                </a:lnTo>
                <a:lnTo>
                  <a:pt x="0" y="5708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0"/>
            <a:ext cx="5649566" cy="914203"/>
          </a:xfrm>
          <a:custGeom>
            <a:avLst/>
            <a:gdLst/>
            <a:ahLst/>
            <a:cxnLst/>
            <a:rect r="r" b="b" t="t" l="l"/>
            <a:pathLst>
              <a:path h="914203" w="5649566">
                <a:moveTo>
                  <a:pt x="0" y="0"/>
                </a:moveTo>
                <a:lnTo>
                  <a:pt x="5649566" y="0"/>
                </a:lnTo>
                <a:lnTo>
                  <a:pt x="5649566" y="914203"/>
                </a:lnTo>
                <a:lnTo>
                  <a:pt x="0" y="9142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377640" y="2984522"/>
            <a:ext cx="2027576" cy="1035907"/>
          </a:xfrm>
          <a:custGeom>
            <a:avLst/>
            <a:gdLst/>
            <a:ahLst/>
            <a:cxnLst/>
            <a:rect r="r" b="b" t="t" l="l"/>
            <a:pathLst>
              <a:path h="1035907" w="2027576">
                <a:moveTo>
                  <a:pt x="0" y="0"/>
                </a:moveTo>
                <a:lnTo>
                  <a:pt x="2027576" y="0"/>
                </a:lnTo>
                <a:lnTo>
                  <a:pt x="2027576" y="1035907"/>
                </a:lnTo>
                <a:lnTo>
                  <a:pt x="0" y="103590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260424" y="6314213"/>
            <a:ext cx="2027576" cy="1035907"/>
          </a:xfrm>
          <a:custGeom>
            <a:avLst/>
            <a:gdLst/>
            <a:ahLst/>
            <a:cxnLst/>
            <a:rect r="r" b="b" t="t" l="l"/>
            <a:pathLst>
              <a:path h="1035907" w="2027576">
                <a:moveTo>
                  <a:pt x="0" y="0"/>
                </a:moveTo>
                <a:lnTo>
                  <a:pt x="2027576" y="0"/>
                </a:lnTo>
                <a:lnTo>
                  <a:pt x="2027576" y="1035907"/>
                </a:lnTo>
                <a:lnTo>
                  <a:pt x="0" y="103590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108136" y="968185"/>
            <a:ext cx="16071729" cy="8350630"/>
            <a:chOff x="0" y="0"/>
            <a:chExt cx="4232883" cy="219934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32883" cy="2199343"/>
            </a:xfrm>
            <a:custGeom>
              <a:avLst/>
              <a:gdLst/>
              <a:ahLst/>
              <a:cxnLst/>
              <a:rect r="r" b="b" t="t" l="l"/>
              <a:pathLst>
                <a:path h="2199343" w="4232883">
                  <a:moveTo>
                    <a:pt x="32275" y="0"/>
                  </a:moveTo>
                  <a:lnTo>
                    <a:pt x="4200608" y="0"/>
                  </a:lnTo>
                  <a:cubicBezTo>
                    <a:pt x="4218433" y="0"/>
                    <a:pt x="4232883" y="14450"/>
                    <a:pt x="4232883" y="32275"/>
                  </a:cubicBezTo>
                  <a:lnTo>
                    <a:pt x="4232883" y="2167068"/>
                  </a:lnTo>
                  <a:cubicBezTo>
                    <a:pt x="4232883" y="2184893"/>
                    <a:pt x="4218433" y="2199343"/>
                    <a:pt x="4200608" y="2199343"/>
                  </a:cubicBezTo>
                  <a:lnTo>
                    <a:pt x="32275" y="2199343"/>
                  </a:lnTo>
                  <a:cubicBezTo>
                    <a:pt x="14450" y="2199343"/>
                    <a:pt x="0" y="2184893"/>
                    <a:pt x="0" y="2167068"/>
                  </a:cubicBezTo>
                  <a:lnTo>
                    <a:pt x="0" y="32275"/>
                  </a:lnTo>
                  <a:cubicBezTo>
                    <a:pt x="0" y="14450"/>
                    <a:pt x="14450" y="0"/>
                    <a:pt x="3227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232883" cy="22374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0958570" y="9318815"/>
            <a:ext cx="6141859" cy="1016198"/>
          </a:xfrm>
          <a:custGeom>
            <a:avLst/>
            <a:gdLst/>
            <a:ahLst/>
            <a:cxnLst/>
            <a:rect r="r" b="b" t="t" l="l"/>
            <a:pathLst>
              <a:path h="1016198" w="6141859">
                <a:moveTo>
                  <a:pt x="0" y="0"/>
                </a:moveTo>
                <a:lnTo>
                  <a:pt x="6141859" y="0"/>
                </a:lnTo>
                <a:lnTo>
                  <a:pt x="6141859" y="1016198"/>
                </a:lnTo>
                <a:lnTo>
                  <a:pt x="0" y="10161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46050" y="7095895"/>
            <a:ext cx="2565499" cy="2565499"/>
          </a:xfrm>
          <a:custGeom>
            <a:avLst/>
            <a:gdLst/>
            <a:ahLst/>
            <a:cxnLst/>
            <a:rect r="r" b="b" t="t" l="l"/>
            <a:pathLst>
              <a:path h="2565499" w="2565499">
                <a:moveTo>
                  <a:pt x="0" y="0"/>
                </a:moveTo>
                <a:lnTo>
                  <a:pt x="2565500" y="0"/>
                </a:lnTo>
                <a:lnTo>
                  <a:pt x="2565500" y="2565499"/>
                </a:lnTo>
                <a:lnTo>
                  <a:pt x="0" y="256549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204732" y="914203"/>
            <a:ext cx="2407103" cy="2407103"/>
          </a:xfrm>
          <a:custGeom>
            <a:avLst/>
            <a:gdLst/>
            <a:ahLst/>
            <a:cxnLst/>
            <a:rect r="r" b="b" t="t" l="l"/>
            <a:pathLst>
              <a:path h="2407103" w="2407103">
                <a:moveTo>
                  <a:pt x="0" y="0"/>
                </a:moveTo>
                <a:lnTo>
                  <a:pt x="2407103" y="0"/>
                </a:lnTo>
                <a:lnTo>
                  <a:pt x="2407103" y="2407102"/>
                </a:lnTo>
                <a:lnTo>
                  <a:pt x="0" y="240710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4057063" y="3064441"/>
            <a:ext cx="1647409" cy="1927819"/>
          </a:xfrm>
          <a:custGeom>
            <a:avLst/>
            <a:gdLst/>
            <a:ahLst/>
            <a:cxnLst/>
            <a:rect r="r" b="b" t="t" l="l"/>
            <a:pathLst>
              <a:path h="1927819" w="1647409">
                <a:moveTo>
                  <a:pt x="0" y="0"/>
                </a:moveTo>
                <a:lnTo>
                  <a:pt x="1647409" y="0"/>
                </a:lnTo>
                <a:lnTo>
                  <a:pt x="1647409" y="1927819"/>
                </a:lnTo>
                <a:lnTo>
                  <a:pt x="0" y="192781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4117187" y="6747288"/>
            <a:ext cx="1527159" cy="1441083"/>
          </a:xfrm>
          <a:custGeom>
            <a:avLst/>
            <a:gdLst/>
            <a:ahLst/>
            <a:cxnLst/>
            <a:rect r="r" b="b" t="t" l="l"/>
            <a:pathLst>
              <a:path h="1441083" w="1527159">
                <a:moveTo>
                  <a:pt x="0" y="0"/>
                </a:moveTo>
                <a:lnTo>
                  <a:pt x="1527160" y="0"/>
                </a:lnTo>
                <a:lnTo>
                  <a:pt x="1527160" y="1441083"/>
                </a:lnTo>
                <a:lnTo>
                  <a:pt x="0" y="1441083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6301331" y="2851507"/>
            <a:ext cx="7929607" cy="293751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820"/>
              </a:lnSpc>
            </a:pPr>
            <a:r>
              <a:rPr lang="en-US" sz="3000" spc="318">
                <a:solidFill>
                  <a:srgbClr val="000000"/>
                </a:solidFill>
                <a:latin typeface="Rugrats Sans"/>
                <a:ea typeface="Rugrats Sans"/>
                <a:cs typeface="Rugrats Sans"/>
                <a:sym typeface="Rugrats Sans"/>
              </a:rPr>
              <a:t>{{s11_text_1}}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853483" y="1409462"/>
            <a:ext cx="11222884" cy="106934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6579"/>
              </a:lnSpc>
            </a:pPr>
            <a:r>
              <a:rPr lang="en-US" sz="6999" spc="741">
                <a:solidFill>
                  <a:srgbClr val="0F294D"/>
                </a:solidFill>
                <a:latin typeface="Rugrats Sans"/>
                <a:ea typeface="Rugrats Sans"/>
                <a:cs typeface="Rugrats Sans"/>
                <a:sym typeface="Rugrats Sans"/>
              </a:rPr>
              <a:t>{{s11_title}}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301331" y="5989549"/>
            <a:ext cx="7929607" cy="293751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820"/>
              </a:lnSpc>
            </a:pPr>
            <a:r>
              <a:rPr lang="en-US" sz="3000" spc="318">
                <a:solidFill>
                  <a:srgbClr val="000000"/>
                </a:solidFill>
                <a:latin typeface="Rugrats Sans"/>
                <a:ea typeface="Rugrats Sans"/>
                <a:cs typeface="Rugrats Sans"/>
                <a:sym typeface="Rugrats Sans"/>
              </a:rPr>
              <a:t>{{s11_text_2}}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E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4963060"/>
            <a:ext cx="3657600" cy="804672"/>
          </a:xfrm>
          <a:custGeom>
            <a:avLst/>
            <a:gdLst/>
            <a:ahLst/>
            <a:cxnLst/>
            <a:rect r="r" b="b" t="t" l="l"/>
            <a:pathLst>
              <a:path h="804672" w="3657600">
                <a:moveTo>
                  <a:pt x="0" y="0"/>
                </a:moveTo>
                <a:lnTo>
                  <a:pt x="3657600" y="0"/>
                </a:lnTo>
                <a:lnTo>
                  <a:pt x="3657600" y="804672"/>
                </a:lnTo>
                <a:lnTo>
                  <a:pt x="0" y="8046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108803" y="4127302"/>
            <a:ext cx="6141859" cy="1016198"/>
          </a:xfrm>
          <a:custGeom>
            <a:avLst/>
            <a:gdLst/>
            <a:ahLst/>
            <a:cxnLst/>
            <a:rect r="r" b="b" t="t" l="l"/>
            <a:pathLst>
              <a:path h="1016198" w="6141859">
                <a:moveTo>
                  <a:pt x="0" y="0"/>
                </a:moveTo>
                <a:lnTo>
                  <a:pt x="6141859" y="0"/>
                </a:lnTo>
                <a:lnTo>
                  <a:pt x="6141859" y="1016198"/>
                </a:lnTo>
                <a:lnTo>
                  <a:pt x="0" y="10161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224632" y="223202"/>
            <a:ext cx="6141859" cy="1016198"/>
          </a:xfrm>
          <a:custGeom>
            <a:avLst/>
            <a:gdLst/>
            <a:ahLst/>
            <a:cxnLst/>
            <a:rect r="r" b="b" t="t" l="l"/>
            <a:pathLst>
              <a:path h="1016198" w="6141859">
                <a:moveTo>
                  <a:pt x="0" y="0"/>
                </a:moveTo>
                <a:lnTo>
                  <a:pt x="6141859" y="0"/>
                </a:lnTo>
                <a:lnTo>
                  <a:pt x="6141859" y="1016199"/>
                </a:lnTo>
                <a:lnTo>
                  <a:pt x="0" y="10161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179197" y="9375965"/>
            <a:ext cx="5232869" cy="570858"/>
          </a:xfrm>
          <a:custGeom>
            <a:avLst/>
            <a:gdLst/>
            <a:ahLst/>
            <a:cxnLst/>
            <a:rect r="r" b="b" t="t" l="l"/>
            <a:pathLst>
              <a:path h="570858" w="5232869">
                <a:moveTo>
                  <a:pt x="0" y="0"/>
                </a:moveTo>
                <a:lnTo>
                  <a:pt x="5232869" y="0"/>
                </a:lnTo>
                <a:lnTo>
                  <a:pt x="5232869" y="570858"/>
                </a:lnTo>
                <a:lnTo>
                  <a:pt x="0" y="5708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0"/>
            <a:ext cx="5649566" cy="914203"/>
          </a:xfrm>
          <a:custGeom>
            <a:avLst/>
            <a:gdLst/>
            <a:ahLst/>
            <a:cxnLst/>
            <a:rect r="r" b="b" t="t" l="l"/>
            <a:pathLst>
              <a:path h="914203" w="5649566">
                <a:moveTo>
                  <a:pt x="0" y="0"/>
                </a:moveTo>
                <a:lnTo>
                  <a:pt x="5649566" y="0"/>
                </a:lnTo>
                <a:lnTo>
                  <a:pt x="5649566" y="914203"/>
                </a:lnTo>
                <a:lnTo>
                  <a:pt x="0" y="9142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377640" y="2984522"/>
            <a:ext cx="2027576" cy="1035907"/>
          </a:xfrm>
          <a:custGeom>
            <a:avLst/>
            <a:gdLst/>
            <a:ahLst/>
            <a:cxnLst/>
            <a:rect r="r" b="b" t="t" l="l"/>
            <a:pathLst>
              <a:path h="1035907" w="2027576">
                <a:moveTo>
                  <a:pt x="0" y="0"/>
                </a:moveTo>
                <a:lnTo>
                  <a:pt x="2027576" y="0"/>
                </a:lnTo>
                <a:lnTo>
                  <a:pt x="2027576" y="1035907"/>
                </a:lnTo>
                <a:lnTo>
                  <a:pt x="0" y="103590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260424" y="6314213"/>
            <a:ext cx="2027576" cy="1035907"/>
          </a:xfrm>
          <a:custGeom>
            <a:avLst/>
            <a:gdLst/>
            <a:ahLst/>
            <a:cxnLst/>
            <a:rect r="r" b="b" t="t" l="l"/>
            <a:pathLst>
              <a:path h="1035907" w="2027576">
                <a:moveTo>
                  <a:pt x="0" y="0"/>
                </a:moveTo>
                <a:lnTo>
                  <a:pt x="2027576" y="0"/>
                </a:lnTo>
                <a:lnTo>
                  <a:pt x="2027576" y="1035907"/>
                </a:lnTo>
                <a:lnTo>
                  <a:pt x="0" y="103590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108136" y="968185"/>
            <a:ext cx="16071729" cy="8350630"/>
            <a:chOff x="0" y="0"/>
            <a:chExt cx="4232883" cy="219934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32883" cy="2199343"/>
            </a:xfrm>
            <a:custGeom>
              <a:avLst/>
              <a:gdLst/>
              <a:ahLst/>
              <a:cxnLst/>
              <a:rect r="r" b="b" t="t" l="l"/>
              <a:pathLst>
                <a:path h="2199343" w="4232883">
                  <a:moveTo>
                    <a:pt x="32275" y="0"/>
                  </a:moveTo>
                  <a:lnTo>
                    <a:pt x="4200608" y="0"/>
                  </a:lnTo>
                  <a:cubicBezTo>
                    <a:pt x="4218433" y="0"/>
                    <a:pt x="4232883" y="14450"/>
                    <a:pt x="4232883" y="32275"/>
                  </a:cubicBezTo>
                  <a:lnTo>
                    <a:pt x="4232883" y="2167068"/>
                  </a:lnTo>
                  <a:cubicBezTo>
                    <a:pt x="4232883" y="2184893"/>
                    <a:pt x="4218433" y="2199343"/>
                    <a:pt x="4200608" y="2199343"/>
                  </a:cubicBezTo>
                  <a:lnTo>
                    <a:pt x="32275" y="2199343"/>
                  </a:lnTo>
                  <a:cubicBezTo>
                    <a:pt x="14450" y="2199343"/>
                    <a:pt x="0" y="2184893"/>
                    <a:pt x="0" y="2167068"/>
                  </a:cubicBezTo>
                  <a:lnTo>
                    <a:pt x="0" y="32275"/>
                  </a:lnTo>
                  <a:cubicBezTo>
                    <a:pt x="0" y="14450"/>
                    <a:pt x="14450" y="0"/>
                    <a:pt x="3227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232883" cy="22374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0958570" y="9318815"/>
            <a:ext cx="6141859" cy="1016198"/>
          </a:xfrm>
          <a:custGeom>
            <a:avLst/>
            <a:gdLst/>
            <a:ahLst/>
            <a:cxnLst/>
            <a:rect r="r" b="b" t="t" l="l"/>
            <a:pathLst>
              <a:path h="1016198" w="6141859">
                <a:moveTo>
                  <a:pt x="0" y="0"/>
                </a:moveTo>
                <a:lnTo>
                  <a:pt x="6141859" y="0"/>
                </a:lnTo>
                <a:lnTo>
                  <a:pt x="6141859" y="1016198"/>
                </a:lnTo>
                <a:lnTo>
                  <a:pt x="0" y="10161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5371984" y="457101"/>
            <a:ext cx="2041524" cy="2041524"/>
          </a:xfrm>
          <a:custGeom>
            <a:avLst/>
            <a:gdLst/>
            <a:ahLst/>
            <a:cxnLst/>
            <a:rect r="r" b="b" t="t" l="l"/>
            <a:pathLst>
              <a:path h="2041524" w="2041524">
                <a:moveTo>
                  <a:pt x="0" y="0"/>
                </a:moveTo>
                <a:lnTo>
                  <a:pt x="2041524" y="0"/>
                </a:lnTo>
                <a:lnTo>
                  <a:pt x="2041524" y="2041524"/>
                </a:lnTo>
                <a:lnTo>
                  <a:pt x="0" y="204152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0" y="6832166"/>
            <a:ext cx="2358869" cy="2829228"/>
          </a:xfrm>
          <a:custGeom>
            <a:avLst/>
            <a:gdLst/>
            <a:ahLst/>
            <a:cxnLst/>
            <a:rect r="r" b="b" t="t" l="l"/>
            <a:pathLst>
              <a:path h="2829228" w="2358869">
                <a:moveTo>
                  <a:pt x="0" y="0"/>
                </a:moveTo>
                <a:lnTo>
                  <a:pt x="2358869" y="0"/>
                </a:lnTo>
                <a:lnTo>
                  <a:pt x="2358869" y="2829228"/>
                </a:lnTo>
                <a:lnTo>
                  <a:pt x="0" y="282922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413714" y="7436264"/>
            <a:ext cx="3693419" cy="2390650"/>
          </a:xfrm>
          <a:custGeom>
            <a:avLst/>
            <a:gdLst/>
            <a:ahLst/>
            <a:cxnLst/>
            <a:rect r="r" b="b" t="t" l="l"/>
            <a:pathLst>
              <a:path h="2390650" w="3693419">
                <a:moveTo>
                  <a:pt x="0" y="0"/>
                </a:moveTo>
                <a:lnTo>
                  <a:pt x="3693420" y="0"/>
                </a:lnTo>
                <a:lnTo>
                  <a:pt x="3693420" y="2390650"/>
                </a:lnTo>
                <a:lnTo>
                  <a:pt x="0" y="239065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-10800000">
            <a:off x="2211374" y="3697171"/>
            <a:ext cx="785054" cy="646515"/>
            <a:chOff x="0" y="0"/>
            <a:chExt cx="647700" cy="533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47700" cy="533400"/>
            </a:xfrm>
            <a:custGeom>
              <a:avLst/>
              <a:gdLst/>
              <a:ahLst/>
              <a:cxnLst/>
              <a:rect r="r" b="b" t="t" l="l"/>
              <a:pathLst>
                <a:path h="533400" w="6477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7CA3CC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20650" y="127000"/>
              <a:ext cx="527050" cy="24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3557866" y="2964577"/>
            <a:ext cx="11814118" cy="18802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820"/>
              </a:lnSpc>
            </a:pPr>
            <a:r>
              <a:rPr lang="en-US" sz="3000" spc="318">
                <a:solidFill>
                  <a:srgbClr val="000000"/>
                </a:solidFill>
                <a:latin typeface="Rugrats Sans"/>
                <a:ea typeface="Rugrats Sans"/>
                <a:cs typeface="Rugrats Sans"/>
                <a:sym typeface="Rugrats Sans"/>
              </a:rPr>
              <a:t>{{s12_text_1}}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853483" y="1409462"/>
            <a:ext cx="11222884" cy="106934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6579"/>
              </a:lnSpc>
            </a:pPr>
            <a:r>
              <a:rPr lang="en-US" sz="6999" spc="741">
                <a:solidFill>
                  <a:srgbClr val="0F294D"/>
                </a:solidFill>
                <a:latin typeface="Rugrats Sans"/>
                <a:ea typeface="Rugrats Sans"/>
                <a:cs typeface="Rugrats Sans"/>
                <a:sym typeface="Rugrats Sans"/>
              </a:rPr>
              <a:t>{{s12_title}}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557866" y="5305425"/>
            <a:ext cx="11814118" cy="18802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820"/>
              </a:lnSpc>
            </a:pPr>
            <a:r>
              <a:rPr lang="en-US" sz="3000" spc="318">
                <a:solidFill>
                  <a:srgbClr val="000000"/>
                </a:solidFill>
                <a:latin typeface="Rugrats Sans"/>
                <a:ea typeface="Rugrats Sans"/>
                <a:cs typeface="Rugrats Sans"/>
                <a:sym typeface="Rugrats Sans"/>
              </a:rPr>
              <a:t>{{s12_text_2}}</a:t>
            </a:r>
          </a:p>
        </p:txBody>
      </p:sp>
      <p:grpSp>
        <p:nvGrpSpPr>
          <p:cNvPr name="Group 22" id="22"/>
          <p:cNvGrpSpPr/>
          <p:nvPr/>
        </p:nvGrpSpPr>
        <p:grpSpPr>
          <a:xfrm rot="-10721789">
            <a:off x="2218626" y="5931810"/>
            <a:ext cx="785054" cy="646515"/>
            <a:chOff x="0" y="0"/>
            <a:chExt cx="647700" cy="533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47700" cy="533400"/>
            </a:xfrm>
            <a:custGeom>
              <a:avLst/>
              <a:gdLst/>
              <a:ahLst/>
              <a:cxnLst/>
              <a:rect r="r" b="b" t="t" l="l"/>
              <a:pathLst>
                <a:path h="533400" w="6477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7CA3CC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120650" y="127000"/>
              <a:ext cx="527050" cy="24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E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4963060"/>
            <a:ext cx="3657600" cy="804672"/>
          </a:xfrm>
          <a:custGeom>
            <a:avLst/>
            <a:gdLst/>
            <a:ahLst/>
            <a:cxnLst/>
            <a:rect r="r" b="b" t="t" l="l"/>
            <a:pathLst>
              <a:path h="804672" w="3657600">
                <a:moveTo>
                  <a:pt x="0" y="0"/>
                </a:moveTo>
                <a:lnTo>
                  <a:pt x="3657600" y="0"/>
                </a:lnTo>
                <a:lnTo>
                  <a:pt x="3657600" y="804672"/>
                </a:lnTo>
                <a:lnTo>
                  <a:pt x="0" y="8046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108803" y="4127302"/>
            <a:ext cx="6141859" cy="1016198"/>
          </a:xfrm>
          <a:custGeom>
            <a:avLst/>
            <a:gdLst/>
            <a:ahLst/>
            <a:cxnLst/>
            <a:rect r="r" b="b" t="t" l="l"/>
            <a:pathLst>
              <a:path h="1016198" w="6141859">
                <a:moveTo>
                  <a:pt x="0" y="0"/>
                </a:moveTo>
                <a:lnTo>
                  <a:pt x="6141859" y="0"/>
                </a:lnTo>
                <a:lnTo>
                  <a:pt x="6141859" y="1016198"/>
                </a:lnTo>
                <a:lnTo>
                  <a:pt x="0" y="10161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224632" y="223202"/>
            <a:ext cx="6141859" cy="1016198"/>
          </a:xfrm>
          <a:custGeom>
            <a:avLst/>
            <a:gdLst/>
            <a:ahLst/>
            <a:cxnLst/>
            <a:rect r="r" b="b" t="t" l="l"/>
            <a:pathLst>
              <a:path h="1016198" w="6141859">
                <a:moveTo>
                  <a:pt x="0" y="0"/>
                </a:moveTo>
                <a:lnTo>
                  <a:pt x="6141859" y="0"/>
                </a:lnTo>
                <a:lnTo>
                  <a:pt x="6141859" y="1016199"/>
                </a:lnTo>
                <a:lnTo>
                  <a:pt x="0" y="10161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179197" y="9375965"/>
            <a:ext cx="5232869" cy="570858"/>
          </a:xfrm>
          <a:custGeom>
            <a:avLst/>
            <a:gdLst/>
            <a:ahLst/>
            <a:cxnLst/>
            <a:rect r="r" b="b" t="t" l="l"/>
            <a:pathLst>
              <a:path h="570858" w="5232869">
                <a:moveTo>
                  <a:pt x="0" y="0"/>
                </a:moveTo>
                <a:lnTo>
                  <a:pt x="5232869" y="0"/>
                </a:lnTo>
                <a:lnTo>
                  <a:pt x="5232869" y="570858"/>
                </a:lnTo>
                <a:lnTo>
                  <a:pt x="0" y="5708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0"/>
            <a:ext cx="5649566" cy="914203"/>
          </a:xfrm>
          <a:custGeom>
            <a:avLst/>
            <a:gdLst/>
            <a:ahLst/>
            <a:cxnLst/>
            <a:rect r="r" b="b" t="t" l="l"/>
            <a:pathLst>
              <a:path h="914203" w="5649566">
                <a:moveTo>
                  <a:pt x="0" y="0"/>
                </a:moveTo>
                <a:lnTo>
                  <a:pt x="5649566" y="0"/>
                </a:lnTo>
                <a:lnTo>
                  <a:pt x="5649566" y="914203"/>
                </a:lnTo>
                <a:lnTo>
                  <a:pt x="0" y="9142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377640" y="2984522"/>
            <a:ext cx="2027576" cy="1035907"/>
          </a:xfrm>
          <a:custGeom>
            <a:avLst/>
            <a:gdLst/>
            <a:ahLst/>
            <a:cxnLst/>
            <a:rect r="r" b="b" t="t" l="l"/>
            <a:pathLst>
              <a:path h="1035907" w="2027576">
                <a:moveTo>
                  <a:pt x="0" y="0"/>
                </a:moveTo>
                <a:lnTo>
                  <a:pt x="2027576" y="0"/>
                </a:lnTo>
                <a:lnTo>
                  <a:pt x="2027576" y="1035907"/>
                </a:lnTo>
                <a:lnTo>
                  <a:pt x="0" y="103590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260424" y="6314213"/>
            <a:ext cx="2027576" cy="1035907"/>
          </a:xfrm>
          <a:custGeom>
            <a:avLst/>
            <a:gdLst/>
            <a:ahLst/>
            <a:cxnLst/>
            <a:rect r="r" b="b" t="t" l="l"/>
            <a:pathLst>
              <a:path h="1035907" w="2027576">
                <a:moveTo>
                  <a:pt x="0" y="0"/>
                </a:moveTo>
                <a:lnTo>
                  <a:pt x="2027576" y="0"/>
                </a:lnTo>
                <a:lnTo>
                  <a:pt x="2027576" y="1035907"/>
                </a:lnTo>
                <a:lnTo>
                  <a:pt x="0" y="103590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108136" y="968185"/>
            <a:ext cx="16071729" cy="8350630"/>
            <a:chOff x="0" y="0"/>
            <a:chExt cx="4232883" cy="219934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32883" cy="2199343"/>
            </a:xfrm>
            <a:custGeom>
              <a:avLst/>
              <a:gdLst/>
              <a:ahLst/>
              <a:cxnLst/>
              <a:rect r="r" b="b" t="t" l="l"/>
              <a:pathLst>
                <a:path h="2199343" w="4232883">
                  <a:moveTo>
                    <a:pt x="32275" y="0"/>
                  </a:moveTo>
                  <a:lnTo>
                    <a:pt x="4200608" y="0"/>
                  </a:lnTo>
                  <a:cubicBezTo>
                    <a:pt x="4218433" y="0"/>
                    <a:pt x="4232883" y="14450"/>
                    <a:pt x="4232883" y="32275"/>
                  </a:cubicBezTo>
                  <a:lnTo>
                    <a:pt x="4232883" y="2167068"/>
                  </a:lnTo>
                  <a:cubicBezTo>
                    <a:pt x="4232883" y="2184893"/>
                    <a:pt x="4218433" y="2199343"/>
                    <a:pt x="4200608" y="2199343"/>
                  </a:cubicBezTo>
                  <a:lnTo>
                    <a:pt x="32275" y="2199343"/>
                  </a:lnTo>
                  <a:cubicBezTo>
                    <a:pt x="14450" y="2199343"/>
                    <a:pt x="0" y="2184893"/>
                    <a:pt x="0" y="2167068"/>
                  </a:cubicBezTo>
                  <a:lnTo>
                    <a:pt x="0" y="32275"/>
                  </a:lnTo>
                  <a:cubicBezTo>
                    <a:pt x="0" y="14450"/>
                    <a:pt x="14450" y="0"/>
                    <a:pt x="3227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232883" cy="22374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0958570" y="9318815"/>
            <a:ext cx="6141859" cy="1016198"/>
          </a:xfrm>
          <a:custGeom>
            <a:avLst/>
            <a:gdLst/>
            <a:ahLst/>
            <a:cxnLst/>
            <a:rect r="r" b="b" t="t" l="l"/>
            <a:pathLst>
              <a:path h="1016198" w="6141859">
                <a:moveTo>
                  <a:pt x="0" y="0"/>
                </a:moveTo>
                <a:lnTo>
                  <a:pt x="6141859" y="0"/>
                </a:lnTo>
                <a:lnTo>
                  <a:pt x="6141859" y="1016198"/>
                </a:lnTo>
                <a:lnTo>
                  <a:pt x="0" y="10161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413714" y="7436264"/>
            <a:ext cx="3693419" cy="2390650"/>
          </a:xfrm>
          <a:custGeom>
            <a:avLst/>
            <a:gdLst/>
            <a:ahLst/>
            <a:cxnLst/>
            <a:rect r="r" b="b" t="t" l="l"/>
            <a:pathLst>
              <a:path h="2390650" w="3693419">
                <a:moveTo>
                  <a:pt x="0" y="0"/>
                </a:moveTo>
                <a:lnTo>
                  <a:pt x="3693420" y="0"/>
                </a:lnTo>
                <a:lnTo>
                  <a:pt x="3693420" y="2390650"/>
                </a:lnTo>
                <a:lnTo>
                  <a:pt x="0" y="239065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069585" y="5790193"/>
            <a:ext cx="1567796" cy="1544991"/>
          </a:xfrm>
          <a:custGeom>
            <a:avLst/>
            <a:gdLst/>
            <a:ahLst/>
            <a:cxnLst/>
            <a:rect r="r" b="b" t="t" l="l"/>
            <a:pathLst>
              <a:path h="1544991" w="1567796">
                <a:moveTo>
                  <a:pt x="0" y="0"/>
                </a:moveTo>
                <a:lnTo>
                  <a:pt x="1567796" y="0"/>
                </a:lnTo>
                <a:lnTo>
                  <a:pt x="1567796" y="1544991"/>
                </a:lnTo>
                <a:lnTo>
                  <a:pt x="0" y="154499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610244" y="3396302"/>
            <a:ext cx="1459341" cy="1461999"/>
          </a:xfrm>
          <a:custGeom>
            <a:avLst/>
            <a:gdLst/>
            <a:ahLst/>
            <a:cxnLst/>
            <a:rect r="r" b="b" t="t" l="l"/>
            <a:pathLst>
              <a:path h="1461999" w="1459341">
                <a:moveTo>
                  <a:pt x="0" y="0"/>
                </a:moveTo>
                <a:lnTo>
                  <a:pt x="1459341" y="0"/>
                </a:lnTo>
                <a:lnTo>
                  <a:pt x="1459341" y="1461999"/>
                </a:lnTo>
                <a:lnTo>
                  <a:pt x="0" y="146199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4949862" y="1576484"/>
            <a:ext cx="1925991" cy="1925991"/>
          </a:xfrm>
          <a:custGeom>
            <a:avLst/>
            <a:gdLst/>
            <a:ahLst/>
            <a:cxnLst/>
            <a:rect r="r" b="b" t="t" l="l"/>
            <a:pathLst>
              <a:path h="1925991" w="1925991">
                <a:moveTo>
                  <a:pt x="0" y="0"/>
                </a:moveTo>
                <a:lnTo>
                  <a:pt x="1925991" y="0"/>
                </a:lnTo>
                <a:lnTo>
                  <a:pt x="1925991" y="1925991"/>
                </a:lnTo>
                <a:lnTo>
                  <a:pt x="0" y="1925991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true" flipV="false" rot="0">
            <a:off x="521990" y="7639984"/>
            <a:ext cx="3135610" cy="2565499"/>
          </a:xfrm>
          <a:custGeom>
            <a:avLst/>
            <a:gdLst/>
            <a:ahLst/>
            <a:cxnLst/>
            <a:rect r="r" b="b" t="t" l="l"/>
            <a:pathLst>
              <a:path h="2565499" w="3135610">
                <a:moveTo>
                  <a:pt x="3135610" y="0"/>
                </a:moveTo>
                <a:lnTo>
                  <a:pt x="0" y="0"/>
                </a:lnTo>
                <a:lnTo>
                  <a:pt x="0" y="2565500"/>
                </a:lnTo>
                <a:lnTo>
                  <a:pt x="3135610" y="2565500"/>
                </a:lnTo>
                <a:lnTo>
                  <a:pt x="313561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066800" y="8601418"/>
            <a:ext cx="305588" cy="305588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7E9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3468253" y="3042249"/>
            <a:ext cx="9900698" cy="223266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820"/>
              </a:lnSpc>
            </a:pPr>
            <a:r>
              <a:rPr lang="en-US" sz="3000" spc="318">
                <a:solidFill>
                  <a:srgbClr val="000000"/>
                </a:solidFill>
                <a:latin typeface="Rugrats Sans"/>
                <a:ea typeface="Rugrats Sans"/>
                <a:cs typeface="Rugrats Sans"/>
                <a:sym typeface="Rugrats Sans"/>
              </a:rPr>
              <a:t>{{s13_text_1}}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532558" y="1610917"/>
            <a:ext cx="11222884" cy="106934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6579"/>
              </a:lnSpc>
            </a:pPr>
            <a:r>
              <a:rPr lang="en-US" sz="6999" spc="741">
                <a:solidFill>
                  <a:srgbClr val="0F294D"/>
                </a:solidFill>
                <a:latin typeface="Rugrats Sans"/>
                <a:ea typeface="Rugrats Sans"/>
                <a:cs typeface="Rugrats Sans"/>
                <a:sym typeface="Rugrats Sans"/>
              </a:rPr>
              <a:t>{{s13_title}}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919049" y="5436834"/>
            <a:ext cx="9900698" cy="223266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820"/>
              </a:lnSpc>
            </a:pPr>
            <a:r>
              <a:rPr lang="en-US" sz="3000" spc="318">
                <a:solidFill>
                  <a:srgbClr val="000000"/>
                </a:solidFill>
                <a:latin typeface="Rugrats Sans"/>
                <a:ea typeface="Rugrats Sans"/>
                <a:cs typeface="Rugrats Sans"/>
                <a:sym typeface="Rugrats Sans"/>
              </a:rPr>
              <a:t>{{s13_text_2}}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E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4963060"/>
            <a:ext cx="3657600" cy="804672"/>
          </a:xfrm>
          <a:custGeom>
            <a:avLst/>
            <a:gdLst/>
            <a:ahLst/>
            <a:cxnLst/>
            <a:rect r="r" b="b" t="t" l="l"/>
            <a:pathLst>
              <a:path h="804672" w="3657600">
                <a:moveTo>
                  <a:pt x="0" y="0"/>
                </a:moveTo>
                <a:lnTo>
                  <a:pt x="3657600" y="0"/>
                </a:lnTo>
                <a:lnTo>
                  <a:pt x="3657600" y="804672"/>
                </a:lnTo>
                <a:lnTo>
                  <a:pt x="0" y="8046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108803" y="4127302"/>
            <a:ext cx="6141859" cy="1016198"/>
          </a:xfrm>
          <a:custGeom>
            <a:avLst/>
            <a:gdLst/>
            <a:ahLst/>
            <a:cxnLst/>
            <a:rect r="r" b="b" t="t" l="l"/>
            <a:pathLst>
              <a:path h="1016198" w="6141859">
                <a:moveTo>
                  <a:pt x="0" y="0"/>
                </a:moveTo>
                <a:lnTo>
                  <a:pt x="6141859" y="0"/>
                </a:lnTo>
                <a:lnTo>
                  <a:pt x="6141859" y="1016198"/>
                </a:lnTo>
                <a:lnTo>
                  <a:pt x="0" y="10161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224632" y="223202"/>
            <a:ext cx="6141859" cy="1016198"/>
          </a:xfrm>
          <a:custGeom>
            <a:avLst/>
            <a:gdLst/>
            <a:ahLst/>
            <a:cxnLst/>
            <a:rect r="r" b="b" t="t" l="l"/>
            <a:pathLst>
              <a:path h="1016198" w="6141859">
                <a:moveTo>
                  <a:pt x="0" y="0"/>
                </a:moveTo>
                <a:lnTo>
                  <a:pt x="6141859" y="0"/>
                </a:lnTo>
                <a:lnTo>
                  <a:pt x="6141859" y="1016199"/>
                </a:lnTo>
                <a:lnTo>
                  <a:pt x="0" y="10161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179197" y="9375965"/>
            <a:ext cx="5232869" cy="570858"/>
          </a:xfrm>
          <a:custGeom>
            <a:avLst/>
            <a:gdLst/>
            <a:ahLst/>
            <a:cxnLst/>
            <a:rect r="r" b="b" t="t" l="l"/>
            <a:pathLst>
              <a:path h="570858" w="5232869">
                <a:moveTo>
                  <a:pt x="0" y="0"/>
                </a:moveTo>
                <a:lnTo>
                  <a:pt x="5232869" y="0"/>
                </a:lnTo>
                <a:lnTo>
                  <a:pt x="5232869" y="570858"/>
                </a:lnTo>
                <a:lnTo>
                  <a:pt x="0" y="5708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0"/>
            <a:ext cx="5649566" cy="914203"/>
          </a:xfrm>
          <a:custGeom>
            <a:avLst/>
            <a:gdLst/>
            <a:ahLst/>
            <a:cxnLst/>
            <a:rect r="r" b="b" t="t" l="l"/>
            <a:pathLst>
              <a:path h="914203" w="5649566">
                <a:moveTo>
                  <a:pt x="0" y="0"/>
                </a:moveTo>
                <a:lnTo>
                  <a:pt x="5649566" y="0"/>
                </a:lnTo>
                <a:lnTo>
                  <a:pt x="5649566" y="914203"/>
                </a:lnTo>
                <a:lnTo>
                  <a:pt x="0" y="9142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377640" y="2984522"/>
            <a:ext cx="2027576" cy="1035907"/>
          </a:xfrm>
          <a:custGeom>
            <a:avLst/>
            <a:gdLst/>
            <a:ahLst/>
            <a:cxnLst/>
            <a:rect r="r" b="b" t="t" l="l"/>
            <a:pathLst>
              <a:path h="1035907" w="2027576">
                <a:moveTo>
                  <a:pt x="0" y="0"/>
                </a:moveTo>
                <a:lnTo>
                  <a:pt x="2027576" y="0"/>
                </a:lnTo>
                <a:lnTo>
                  <a:pt x="2027576" y="1035907"/>
                </a:lnTo>
                <a:lnTo>
                  <a:pt x="0" y="103590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260424" y="6314213"/>
            <a:ext cx="2027576" cy="1035907"/>
          </a:xfrm>
          <a:custGeom>
            <a:avLst/>
            <a:gdLst/>
            <a:ahLst/>
            <a:cxnLst/>
            <a:rect r="r" b="b" t="t" l="l"/>
            <a:pathLst>
              <a:path h="1035907" w="2027576">
                <a:moveTo>
                  <a:pt x="0" y="0"/>
                </a:moveTo>
                <a:lnTo>
                  <a:pt x="2027576" y="0"/>
                </a:lnTo>
                <a:lnTo>
                  <a:pt x="2027576" y="1035907"/>
                </a:lnTo>
                <a:lnTo>
                  <a:pt x="0" y="103590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108136" y="968185"/>
            <a:ext cx="16071729" cy="8350630"/>
            <a:chOff x="0" y="0"/>
            <a:chExt cx="4232883" cy="219934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32883" cy="2199343"/>
            </a:xfrm>
            <a:custGeom>
              <a:avLst/>
              <a:gdLst/>
              <a:ahLst/>
              <a:cxnLst/>
              <a:rect r="r" b="b" t="t" l="l"/>
              <a:pathLst>
                <a:path h="2199343" w="4232883">
                  <a:moveTo>
                    <a:pt x="32275" y="0"/>
                  </a:moveTo>
                  <a:lnTo>
                    <a:pt x="4200608" y="0"/>
                  </a:lnTo>
                  <a:cubicBezTo>
                    <a:pt x="4218433" y="0"/>
                    <a:pt x="4232883" y="14450"/>
                    <a:pt x="4232883" y="32275"/>
                  </a:cubicBezTo>
                  <a:lnTo>
                    <a:pt x="4232883" y="2167068"/>
                  </a:lnTo>
                  <a:cubicBezTo>
                    <a:pt x="4232883" y="2184893"/>
                    <a:pt x="4218433" y="2199343"/>
                    <a:pt x="4200608" y="2199343"/>
                  </a:cubicBezTo>
                  <a:lnTo>
                    <a:pt x="32275" y="2199343"/>
                  </a:lnTo>
                  <a:cubicBezTo>
                    <a:pt x="14450" y="2199343"/>
                    <a:pt x="0" y="2184893"/>
                    <a:pt x="0" y="2167068"/>
                  </a:cubicBezTo>
                  <a:lnTo>
                    <a:pt x="0" y="32275"/>
                  </a:lnTo>
                  <a:cubicBezTo>
                    <a:pt x="0" y="14450"/>
                    <a:pt x="14450" y="0"/>
                    <a:pt x="3227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232883" cy="22374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0958570" y="9318815"/>
            <a:ext cx="6141859" cy="1016198"/>
          </a:xfrm>
          <a:custGeom>
            <a:avLst/>
            <a:gdLst/>
            <a:ahLst/>
            <a:cxnLst/>
            <a:rect r="r" b="b" t="t" l="l"/>
            <a:pathLst>
              <a:path h="1016198" w="6141859">
                <a:moveTo>
                  <a:pt x="0" y="0"/>
                </a:moveTo>
                <a:lnTo>
                  <a:pt x="6141859" y="0"/>
                </a:lnTo>
                <a:lnTo>
                  <a:pt x="6141859" y="1016198"/>
                </a:lnTo>
                <a:lnTo>
                  <a:pt x="0" y="10161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521990" y="7639984"/>
            <a:ext cx="3135610" cy="2565499"/>
          </a:xfrm>
          <a:custGeom>
            <a:avLst/>
            <a:gdLst/>
            <a:ahLst/>
            <a:cxnLst/>
            <a:rect r="r" b="b" t="t" l="l"/>
            <a:pathLst>
              <a:path h="2565499" w="3135610">
                <a:moveTo>
                  <a:pt x="3135610" y="0"/>
                </a:moveTo>
                <a:lnTo>
                  <a:pt x="0" y="0"/>
                </a:lnTo>
                <a:lnTo>
                  <a:pt x="0" y="2565500"/>
                </a:lnTo>
                <a:lnTo>
                  <a:pt x="3135610" y="2565500"/>
                </a:lnTo>
                <a:lnTo>
                  <a:pt x="313561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066800" y="8601418"/>
            <a:ext cx="305588" cy="305588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7E9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5179197" y="1488310"/>
            <a:ext cx="1324079" cy="1324079"/>
          </a:xfrm>
          <a:custGeom>
            <a:avLst/>
            <a:gdLst/>
            <a:ahLst/>
            <a:cxnLst/>
            <a:rect r="r" b="b" t="t" l="l"/>
            <a:pathLst>
              <a:path h="1324079" w="1324079">
                <a:moveTo>
                  <a:pt x="0" y="0"/>
                </a:moveTo>
                <a:lnTo>
                  <a:pt x="1324078" y="0"/>
                </a:lnTo>
                <a:lnTo>
                  <a:pt x="1324078" y="1324079"/>
                </a:lnTo>
                <a:lnTo>
                  <a:pt x="0" y="132407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2888551" y="3185717"/>
            <a:ext cx="3588749" cy="3399524"/>
          </a:xfrm>
          <a:custGeom>
            <a:avLst/>
            <a:gdLst/>
            <a:ahLst/>
            <a:cxnLst/>
            <a:rect r="r" b="b" t="t" l="l"/>
            <a:pathLst>
              <a:path h="3399524" w="3588749">
                <a:moveTo>
                  <a:pt x="0" y="0"/>
                </a:moveTo>
                <a:lnTo>
                  <a:pt x="3588749" y="0"/>
                </a:lnTo>
                <a:lnTo>
                  <a:pt x="3588749" y="3399525"/>
                </a:lnTo>
                <a:lnTo>
                  <a:pt x="0" y="339952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-7560998">
            <a:off x="15081925" y="3342254"/>
            <a:ext cx="262585" cy="262585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7E9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2089795" y="3174339"/>
            <a:ext cx="10369296" cy="223266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820"/>
              </a:lnSpc>
            </a:pPr>
            <a:r>
              <a:rPr lang="en-US" sz="3000" spc="318">
                <a:solidFill>
                  <a:srgbClr val="000000"/>
                </a:solidFill>
                <a:latin typeface="Rugrats Sans"/>
                <a:ea typeface="Rugrats Sans"/>
                <a:cs typeface="Rugrats Sans"/>
                <a:sym typeface="Rugrats Sans"/>
              </a:rPr>
              <a:t>{{s14_text_1}}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818341" y="1610917"/>
            <a:ext cx="6651317" cy="106934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6579"/>
              </a:lnSpc>
            </a:pPr>
            <a:r>
              <a:rPr lang="en-US" sz="6999" spc="741">
                <a:solidFill>
                  <a:srgbClr val="0F294D"/>
                </a:solidFill>
                <a:latin typeface="Rugrats Sans"/>
                <a:ea typeface="Rugrats Sans"/>
                <a:cs typeface="Rugrats Sans"/>
                <a:sym typeface="Rugrats Sans"/>
              </a:rPr>
              <a:t>{{s14_title}}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089795" y="5635599"/>
            <a:ext cx="10369296" cy="18802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820"/>
              </a:lnSpc>
            </a:pPr>
            <a:r>
              <a:rPr lang="en-US" sz="3000" spc="318">
                <a:solidFill>
                  <a:srgbClr val="000000"/>
                </a:solidFill>
                <a:latin typeface="Rugrats Sans"/>
                <a:ea typeface="Rugrats Sans"/>
                <a:cs typeface="Rugrats Sans"/>
                <a:sym typeface="Rugrats Sans"/>
              </a:rPr>
              <a:t>{{s14_text_2}}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E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4963060"/>
            <a:ext cx="3657600" cy="804672"/>
          </a:xfrm>
          <a:custGeom>
            <a:avLst/>
            <a:gdLst/>
            <a:ahLst/>
            <a:cxnLst/>
            <a:rect r="r" b="b" t="t" l="l"/>
            <a:pathLst>
              <a:path h="804672" w="3657600">
                <a:moveTo>
                  <a:pt x="0" y="0"/>
                </a:moveTo>
                <a:lnTo>
                  <a:pt x="3657600" y="0"/>
                </a:lnTo>
                <a:lnTo>
                  <a:pt x="3657600" y="804672"/>
                </a:lnTo>
                <a:lnTo>
                  <a:pt x="0" y="8046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108803" y="4127302"/>
            <a:ext cx="6141859" cy="1016198"/>
          </a:xfrm>
          <a:custGeom>
            <a:avLst/>
            <a:gdLst/>
            <a:ahLst/>
            <a:cxnLst/>
            <a:rect r="r" b="b" t="t" l="l"/>
            <a:pathLst>
              <a:path h="1016198" w="6141859">
                <a:moveTo>
                  <a:pt x="0" y="0"/>
                </a:moveTo>
                <a:lnTo>
                  <a:pt x="6141859" y="0"/>
                </a:lnTo>
                <a:lnTo>
                  <a:pt x="6141859" y="1016198"/>
                </a:lnTo>
                <a:lnTo>
                  <a:pt x="0" y="10161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224632" y="223202"/>
            <a:ext cx="6141859" cy="1016198"/>
          </a:xfrm>
          <a:custGeom>
            <a:avLst/>
            <a:gdLst/>
            <a:ahLst/>
            <a:cxnLst/>
            <a:rect r="r" b="b" t="t" l="l"/>
            <a:pathLst>
              <a:path h="1016198" w="6141859">
                <a:moveTo>
                  <a:pt x="0" y="0"/>
                </a:moveTo>
                <a:lnTo>
                  <a:pt x="6141859" y="0"/>
                </a:lnTo>
                <a:lnTo>
                  <a:pt x="6141859" y="1016199"/>
                </a:lnTo>
                <a:lnTo>
                  <a:pt x="0" y="10161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179197" y="9375965"/>
            <a:ext cx="5232869" cy="570858"/>
          </a:xfrm>
          <a:custGeom>
            <a:avLst/>
            <a:gdLst/>
            <a:ahLst/>
            <a:cxnLst/>
            <a:rect r="r" b="b" t="t" l="l"/>
            <a:pathLst>
              <a:path h="570858" w="5232869">
                <a:moveTo>
                  <a:pt x="0" y="0"/>
                </a:moveTo>
                <a:lnTo>
                  <a:pt x="5232869" y="0"/>
                </a:lnTo>
                <a:lnTo>
                  <a:pt x="5232869" y="570858"/>
                </a:lnTo>
                <a:lnTo>
                  <a:pt x="0" y="5708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0"/>
            <a:ext cx="5649566" cy="914203"/>
          </a:xfrm>
          <a:custGeom>
            <a:avLst/>
            <a:gdLst/>
            <a:ahLst/>
            <a:cxnLst/>
            <a:rect r="r" b="b" t="t" l="l"/>
            <a:pathLst>
              <a:path h="914203" w="5649566">
                <a:moveTo>
                  <a:pt x="0" y="0"/>
                </a:moveTo>
                <a:lnTo>
                  <a:pt x="5649566" y="0"/>
                </a:lnTo>
                <a:lnTo>
                  <a:pt x="5649566" y="914203"/>
                </a:lnTo>
                <a:lnTo>
                  <a:pt x="0" y="9142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377640" y="2984522"/>
            <a:ext cx="2027576" cy="1035907"/>
          </a:xfrm>
          <a:custGeom>
            <a:avLst/>
            <a:gdLst/>
            <a:ahLst/>
            <a:cxnLst/>
            <a:rect r="r" b="b" t="t" l="l"/>
            <a:pathLst>
              <a:path h="1035907" w="2027576">
                <a:moveTo>
                  <a:pt x="0" y="0"/>
                </a:moveTo>
                <a:lnTo>
                  <a:pt x="2027576" y="0"/>
                </a:lnTo>
                <a:lnTo>
                  <a:pt x="2027576" y="1035907"/>
                </a:lnTo>
                <a:lnTo>
                  <a:pt x="0" y="103590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260424" y="6314213"/>
            <a:ext cx="2027576" cy="1035907"/>
          </a:xfrm>
          <a:custGeom>
            <a:avLst/>
            <a:gdLst/>
            <a:ahLst/>
            <a:cxnLst/>
            <a:rect r="r" b="b" t="t" l="l"/>
            <a:pathLst>
              <a:path h="1035907" w="2027576">
                <a:moveTo>
                  <a:pt x="0" y="0"/>
                </a:moveTo>
                <a:lnTo>
                  <a:pt x="2027576" y="0"/>
                </a:lnTo>
                <a:lnTo>
                  <a:pt x="2027576" y="1035907"/>
                </a:lnTo>
                <a:lnTo>
                  <a:pt x="0" y="103590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108136" y="968185"/>
            <a:ext cx="16071729" cy="8350630"/>
            <a:chOff x="0" y="0"/>
            <a:chExt cx="4232883" cy="219934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32883" cy="2199343"/>
            </a:xfrm>
            <a:custGeom>
              <a:avLst/>
              <a:gdLst/>
              <a:ahLst/>
              <a:cxnLst/>
              <a:rect r="r" b="b" t="t" l="l"/>
              <a:pathLst>
                <a:path h="2199343" w="4232883">
                  <a:moveTo>
                    <a:pt x="32275" y="0"/>
                  </a:moveTo>
                  <a:lnTo>
                    <a:pt x="4200608" y="0"/>
                  </a:lnTo>
                  <a:cubicBezTo>
                    <a:pt x="4218433" y="0"/>
                    <a:pt x="4232883" y="14450"/>
                    <a:pt x="4232883" y="32275"/>
                  </a:cubicBezTo>
                  <a:lnTo>
                    <a:pt x="4232883" y="2167068"/>
                  </a:lnTo>
                  <a:cubicBezTo>
                    <a:pt x="4232883" y="2184893"/>
                    <a:pt x="4218433" y="2199343"/>
                    <a:pt x="4200608" y="2199343"/>
                  </a:cubicBezTo>
                  <a:lnTo>
                    <a:pt x="32275" y="2199343"/>
                  </a:lnTo>
                  <a:cubicBezTo>
                    <a:pt x="14450" y="2199343"/>
                    <a:pt x="0" y="2184893"/>
                    <a:pt x="0" y="2167068"/>
                  </a:cubicBezTo>
                  <a:lnTo>
                    <a:pt x="0" y="32275"/>
                  </a:lnTo>
                  <a:cubicBezTo>
                    <a:pt x="0" y="14450"/>
                    <a:pt x="14450" y="0"/>
                    <a:pt x="3227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232883" cy="22374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0958570" y="9318815"/>
            <a:ext cx="6141859" cy="1016198"/>
          </a:xfrm>
          <a:custGeom>
            <a:avLst/>
            <a:gdLst/>
            <a:ahLst/>
            <a:cxnLst/>
            <a:rect r="r" b="b" t="t" l="l"/>
            <a:pathLst>
              <a:path h="1016198" w="6141859">
                <a:moveTo>
                  <a:pt x="0" y="0"/>
                </a:moveTo>
                <a:lnTo>
                  <a:pt x="6141859" y="0"/>
                </a:lnTo>
                <a:lnTo>
                  <a:pt x="6141859" y="1016198"/>
                </a:lnTo>
                <a:lnTo>
                  <a:pt x="0" y="10161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0" y="8148216"/>
            <a:ext cx="2672753" cy="2186798"/>
          </a:xfrm>
          <a:custGeom>
            <a:avLst/>
            <a:gdLst/>
            <a:ahLst/>
            <a:cxnLst/>
            <a:rect r="r" b="b" t="t" l="l"/>
            <a:pathLst>
              <a:path h="2186798" w="2672753">
                <a:moveTo>
                  <a:pt x="2672753" y="0"/>
                </a:moveTo>
                <a:lnTo>
                  <a:pt x="0" y="0"/>
                </a:lnTo>
                <a:lnTo>
                  <a:pt x="0" y="2186797"/>
                </a:lnTo>
                <a:lnTo>
                  <a:pt x="2672753" y="2186797"/>
                </a:lnTo>
                <a:lnTo>
                  <a:pt x="2672753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464389" y="8967729"/>
            <a:ext cx="260479" cy="260479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7E9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5179197" y="1488310"/>
            <a:ext cx="1324079" cy="1324079"/>
          </a:xfrm>
          <a:custGeom>
            <a:avLst/>
            <a:gdLst/>
            <a:ahLst/>
            <a:cxnLst/>
            <a:rect r="r" b="b" t="t" l="l"/>
            <a:pathLst>
              <a:path h="1324079" w="1324079">
                <a:moveTo>
                  <a:pt x="0" y="0"/>
                </a:moveTo>
                <a:lnTo>
                  <a:pt x="1324078" y="0"/>
                </a:lnTo>
                <a:lnTo>
                  <a:pt x="1324078" y="1324079"/>
                </a:lnTo>
                <a:lnTo>
                  <a:pt x="0" y="132407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6027131" y="8148216"/>
            <a:ext cx="2146595" cy="2033410"/>
          </a:xfrm>
          <a:custGeom>
            <a:avLst/>
            <a:gdLst/>
            <a:ahLst/>
            <a:cxnLst/>
            <a:rect r="r" b="b" t="t" l="l"/>
            <a:pathLst>
              <a:path h="2033410" w="2146595">
                <a:moveTo>
                  <a:pt x="0" y="0"/>
                </a:moveTo>
                <a:lnTo>
                  <a:pt x="2146595" y="0"/>
                </a:lnTo>
                <a:lnTo>
                  <a:pt x="2146595" y="2033410"/>
                </a:lnTo>
                <a:lnTo>
                  <a:pt x="0" y="203341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2838122" y="2793339"/>
            <a:ext cx="12611756" cy="18802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820"/>
              </a:lnSpc>
            </a:pPr>
            <a:r>
              <a:rPr lang="en-US" sz="3000" spc="318">
                <a:solidFill>
                  <a:srgbClr val="000000"/>
                </a:solidFill>
                <a:latin typeface="Rugrats Sans"/>
                <a:ea typeface="Rugrats Sans"/>
                <a:cs typeface="Rugrats Sans"/>
                <a:sym typeface="Rugrats Sans"/>
              </a:rPr>
              <a:t>{{s15_text_1}}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818341" y="1610917"/>
            <a:ext cx="6651317" cy="106934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6579"/>
              </a:lnSpc>
            </a:pPr>
            <a:r>
              <a:rPr lang="en-US" sz="6999" spc="741">
                <a:solidFill>
                  <a:srgbClr val="0F294D"/>
                </a:solidFill>
                <a:latin typeface="Rugrats Sans"/>
                <a:ea typeface="Rugrats Sans"/>
                <a:cs typeface="Rugrats Sans"/>
                <a:sym typeface="Rugrats Sans"/>
              </a:rPr>
              <a:t>{{s15_title}}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838122" y="4765035"/>
            <a:ext cx="12611756" cy="18802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820"/>
              </a:lnSpc>
            </a:pPr>
            <a:r>
              <a:rPr lang="en-US" sz="3000" spc="318">
                <a:solidFill>
                  <a:srgbClr val="000000"/>
                </a:solidFill>
                <a:latin typeface="Rugrats Sans"/>
                <a:ea typeface="Rugrats Sans"/>
                <a:cs typeface="Rugrats Sans"/>
                <a:sym typeface="Rugrats Sans"/>
              </a:rPr>
              <a:t>{{s15_text_2}}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838122" y="6911970"/>
            <a:ext cx="12611756" cy="18802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820"/>
              </a:lnSpc>
            </a:pPr>
            <a:r>
              <a:rPr lang="en-US" sz="3000" spc="318">
                <a:solidFill>
                  <a:srgbClr val="000000"/>
                </a:solidFill>
                <a:latin typeface="Rugrats Sans"/>
                <a:ea typeface="Rugrats Sans"/>
                <a:cs typeface="Rugrats Sans"/>
                <a:sym typeface="Rugrats Sans"/>
              </a:rPr>
              <a:t>{{s15_text_3}}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E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4963060"/>
            <a:ext cx="3657600" cy="804672"/>
          </a:xfrm>
          <a:custGeom>
            <a:avLst/>
            <a:gdLst/>
            <a:ahLst/>
            <a:cxnLst/>
            <a:rect r="r" b="b" t="t" l="l"/>
            <a:pathLst>
              <a:path h="804672" w="3657600">
                <a:moveTo>
                  <a:pt x="0" y="0"/>
                </a:moveTo>
                <a:lnTo>
                  <a:pt x="3657600" y="0"/>
                </a:lnTo>
                <a:lnTo>
                  <a:pt x="3657600" y="804672"/>
                </a:lnTo>
                <a:lnTo>
                  <a:pt x="0" y="8046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108803" y="4127302"/>
            <a:ext cx="6141859" cy="1016198"/>
          </a:xfrm>
          <a:custGeom>
            <a:avLst/>
            <a:gdLst/>
            <a:ahLst/>
            <a:cxnLst/>
            <a:rect r="r" b="b" t="t" l="l"/>
            <a:pathLst>
              <a:path h="1016198" w="6141859">
                <a:moveTo>
                  <a:pt x="0" y="0"/>
                </a:moveTo>
                <a:lnTo>
                  <a:pt x="6141859" y="0"/>
                </a:lnTo>
                <a:lnTo>
                  <a:pt x="6141859" y="1016198"/>
                </a:lnTo>
                <a:lnTo>
                  <a:pt x="0" y="10161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224632" y="223202"/>
            <a:ext cx="6141859" cy="1016198"/>
          </a:xfrm>
          <a:custGeom>
            <a:avLst/>
            <a:gdLst/>
            <a:ahLst/>
            <a:cxnLst/>
            <a:rect r="r" b="b" t="t" l="l"/>
            <a:pathLst>
              <a:path h="1016198" w="6141859">
                <a:moveTo>
                  <a:pt x="0" y="0"/>
                </a:moveTo>
                <a:lnTo>
                  <a:pt x="6141859" y="0"/>
                </a:lnTo>
                <a:lnTo>
                  <a:pt x="6141859" y="1016199"/>
                </a:lnTo>
                <a:lnTo>
                  <a:pt x="0" y="10161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179197" y="9375965"/>
            <a:ext cx="5232869" cy="570858"/>
          </a:xfrm>
          <a:custGeom>
            <a:avLst/>
            <a:gdLst/>
            <a:ahLst/>
            <a:cxnLst/>
            <a:rect r="r" b="b" t="t" l="l"/>
            <a:pathLst>
              <a:path h="570858" w="5232869">
                <a:moveTo>
                  <a:pt x="0" y="0"/>
                </a:moveTo>
                <a:lnTo>
                  <a:pt x="5232869" y="0"/>
                </a:lnTo>
                <a:lnTo>
                  <a:pt x="5232869" y="570858"/>
                </a:lnTo>
                <a:lnTo>
                  <a:pt x="0" y="5708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0"/>
            <a:ext cx="5649566" cy="914203"/>
          </a:xfrm>
          <a:custGeom>
            <a:avLst/>
            <a:gdLst/>
            <a:ahLst/>
            <a:cxnLst/>
            <a:rect r="r" b="b" t="t" l="l"/>
            <a:pathLst>
              <a:path h="914203" w="5649566">
                <a:moveTo>
                  <a:pt x="0" y="0"/>
                </a:moveTo>
                <a:lnTo>
                  <a:pt x="5649566" y="0"/>
                </a:lnTo>
                <a:lnTo>
                  <a:pt x="5649566" y="914203"/>
                </a:lnTo>
                <a:lnTo>
                  <a:pt x="0" y="9142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377640" y="2984522"/>
            <a:ext cx="2027576" cy="1035907"/>
          </a:xfrm>
          <a:custGeom>
            <a:avLst/>
            <a:gdLst/>
            <a:ahLst/>
            <a:cxnLst/>
            <a:rect r="r" b="b" t="t" l="l"/>
            <a:pathLst>
              <a:path h="1035907" w="2027576">
                <a:moveTo>
                  <a:pt x="0" y="0"/>
                </a:moveTo>
                <a:lnTo>
                  <a:pt x="2027576" y="0"/>
                </a:lnTo>
                <a:lnTo>
                  <a:pt x="2027576" y="1035907"/>
                </a:lnTo>
                <a:lnTo>
                  <a:pt x="0" y="103590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260424" y="6314213"/>
            <a:ext cx="2027576" cy="1035907"/>
          </a:xfrm>
          <a:custGeom>
            <a:avLst/>
            <a:gdLst/>
            <a:ahLst/>
            <a:cxnLst/>
            <a:rect r="r" b="b" t="t" l="l"/>
            <a:pathLst>
              <a:path h="1035907" w="2027576">
                <a:moveTo>
                  <a:pt x="0" y="0"/>
                </a:moveTo>
                <a:lnTo>
                  <a:pt x="2027576" y="0"/>
                </a:lnTo>
                <a:lnTo>
                  <a:pt x="2027576" y="1035907"/>
                </a:lnTo>
                <a:lnTo>
                  <a:pt x="0" y="103590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108136" y="968185"/>
            <a:ext cx="16071729" cy="8350630"/>
            <a:chOff x="0" y="0"/>
            <a:chExt cx="4232883" cy="219934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32883" cy="2199343"/>
            </a:xfrm>
            <a:custGeom>
              <a:avLst/>
              <a:gdLst/>
              <a:ahLst/>
              <a:cxnLst/>
              <a:rect r="r" b="b" t="t" l="l"/>
              <a:pathLst>
                <a:path h="2199343" w="4232883">
                  <a:moveTo>
                    <a:pt x="32275" y="0"/>
                  </a:moveTo>
                  <a:lnTo>
                    <a:pt x="4200608" y="0"/>
                  </a:lnTo>
                  <a:cubicBezTo>
                    <a:pt x="4218433" y="0"/>
                    <a:pt x="4232883" y="14450"/>
                    <a:pt x="4232883" y="32275"/>
                  </a:cubicBezTo>
                  <a:lnTo>
                    <a:pt x="4232883" y="2167068"/>
                  </a:lnTo>
                  <a:cubicBezTo>
                    <a:pt x="4232883" y="2184893"/>
                    <a:pt x="4218433" y="2199343"/>
                    <a:pt x="4200608" y="2199343"/>
                  </a:cubicBezTo>
                  <a:lnTo>
                    <a:pt x="32275" y="2199343"/>
                  </a:lnTo>
                  <a:cubicBezTo>
                    <a:pt x="14450" y="2199343"/>
                    <a:pt x="0" y="2184893"/>
                    <a:pt x="0" y="2167068"/>
                  </a:cubicBezTo>
                  <a:lnTo>
                    <a:pt x="0" y="32275"/>
                  </a:lnTo>
                  <a:cubicBezTo>
                    <a:pt x="0" y="14450"/>
                    <a:pt x="14450" y="0"/>
                    <a:pt x="3227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232883" cy="22374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0958570" y="9318815"/>
            <a:ext cx="6141859" cy="1016198"/>
          </a:xfrm>
          <a:custGeom>
            <a:avLst/>
            <a:gdLst/>
            <a:ahLst/>
            <a:cxnLst/>
            <a:rect r="r" b="b" t="t" l="l"/>
            <a:pathLst>
              <a:path h="1016198" w="6141859">
                <a:moveTo>
                  <a:pt x="0" y="0"/>
                </a:moveTo>
                <a:lnTo>
                  <a:pt x="6141859" y="0"/>
                </a:lnTo>
                <a:lnTo>
                  <a:pt x="6141859" y="1016198"/>
                </a:lnTo>
                <a:lnTo>
                  <a:pt x="0" y="10161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5371984" y="457101"/>
            <a:ext cx="2041524" cy="2041524"/>
          </a:xfrm>
          <a:custGeom>
            <a:avLst/>
            <a:gdLst/>
            <a:ahLst/>
            <a:cxnLst/>
            <a:rect r="r" b="b" t="t" l="l"/>
            <a:pathLst>
              <a:path h="2041524" w="2041524">
                <a:moveTo>
                  <a:pt x="0" y="0"/>
                </a:moveTo>
                <a:lnTo>
                  <a:pt x="2041524" y="0"/>
                </a:lnTo>
                <a:lnTo>
                  <a:pt x="2041524" y="2041524"/>
                </a:lnTo>
                <a:lnTo>
                  <a:pt x="0" y="204152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0" y="6832166"/>
            <a:ext cx="2358869" cy="2829228"/>
          </a:xfrm>
          <a:custGeom>
            <a:avLst/>
            <a:gdLst/>
            <a:ahLst/>
            <a:cxnLst/>
            <a:rect r="r" b="b" t="t" l="l"/>
            <a:pathLst>
              <a:path h="2829228" w="2358869">
                <a:moveTo>
                  <a:pt x="0" y="0"/>
                </a:moveTo>
                <a:lnTo>
                  <a:pt x="2358869" y="0"/>
                </a:lnTo>
                <a:lnTo>
                  <a:pt x="2358869" y="2829228"/>
                </a:lnTo>
                <a:lnTo>
                  <a:pt x="0" y="282922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413714" y="7436264"/>
            <a:ext cx="3693419" cy="2390650"/>
          </a:xfrm>
          <a:custGeom>
            <a:avLst/>
            <a:gdLst/>
            <a:ahLst/>
            <a:cxnLst/>
            <a:rect r="r" b="b" t="t" l="l"/>
            <a:pathLst>
              <a:path h="2390650" w="3693419">
                <a:moveTo>
                  <a:pt x="0" y="0"/>
                </a:moveTo>
                <a:lnTo>
                  <a:pt x="3693420" y="0"/>
                </a:lnTo>
                <a:lnTo>
                  <a:pt x="3693420" y="2390650"/>
                </a:lnTo>
                <a:lnTo>
                  <a:pt x="0" y="239065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-10800000">
            <a:off x="2211374" y="3697171"/>
            <a:ext cx="785054" cy="646515"/>
            <a:chOff x="0" y="0"/>
            <a:chExt cx="647700" cy="533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47700" cy="533400"/>
            </a:xfrm>
            <a:custGeom>
              <a:avLst/>
              <a:gdLst/>
              <a:ahLst/>
              <a:cxnLst/>
              <a:rect r="r" b="b" t="t" l="l"/>
              <a:pathLst>
                <a:path h="533400" w="6477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7CA3CC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20650" y="127000"/>
              <a:ext cx="527050" cy="24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3557866" y="2964577"/>
            <a:ext cx="11814118" cy="18802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820"/>
              </a:lnSpc>
            </a:pPr>
            <a:r>
              <a:rPr lang="en-US" sz="3000" spc="318">
                <a:solidFill>
                  <a:srgbClr val="000000"/>
                </a:solidFill>
                <a:latin typeface="Rugrats Sans"/>
                <a:ea typeface="Rugrats Sans"/>
                <a:cs typeface="Rugrats Sans"/>
                <a:sym typeface="Rugrats Sans"/>
              </a:rPr>
              <a:t>{{s16_text_1}}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853483" y="1409462"/>
            <a:ext cx="11222884" cy="106934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6579"/>
              </a:lnSpc>
            </a:pPr>
            <a:r>
              <a:rPr lang="en-US" sz="6999" spc="741">
                <a:solidFill>
                  <a:srgbClr val="0F294D"/>
                </a:solidFill>
                <a:latin typeface="Rugrats Sans"/>
                <a:ea typeface="Rugrats Sans"/>
                <a:cs typeface="Rugrats Sans"/>
                <a:sym typeface="Rugrats Sans"/>
              </a:rPr>
              <a:t>{{s16_title}}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557866" y="5305425"/>
            <a:ext cx="11814118" cy="18802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820"/>
              </a:lnSpc>
            </a:pPr>
            <a:r>
              <a:rPr lang="en-US" sz="3000" spc="318">
                <a:solidFill>
                  <a:srgbClr val="000000"/>
                </a:solidFill>
                <a:latin typeface="Rugrats Sans"/>
                <a:ea typeface="Rugrats Sans"/>
                <a:cs typeface="Rugrats Sans"/>
                <a:sym typeface="Rugrats Sans"/>
              </a:rPr>
              <a:t>{{s16_text_2}}</a:t>
            </a:r>
          </a:p>
        </p:txBody>
      </p:sp>
      <p:grpSp>
        <p:nvGrpSpPr>
          <p:cNvPr name="Group 22" id="22"/>
          <p:cNvGrpSpPr/>
          <p:nvPr/>
        </p:nvGrpSpPr>
        <p:grpSpPr>
          <a:xfrm rot="-10721789">
            <a:off x="2218626" y="5931810"/>
            <a:ext cx="785054" cy="646515"/>
            <a:chOff x="0" y="0"/>
            <a:chExt cx="647700" cy="533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47700" cy="533400"/>
            </a:xfrm>
            <a:custGeom>
              <a:avLst/>
              <a:gdLst/>
              <a:ahLst/>
              <a:cxnLst/>
              <a:rect r="r" b="b" t="t" l="l"/>
              <a:pathLst>
                <a:path h="533400" w="6477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7CA3CC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120650" y="127000"/>
              <a:ext cx="527050" cy="24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E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4963060"/>
            <a:ext cx="3657600" cy="804672"/>
          </a:xfrm>
          <a:custGeom>
            <a:avLst/>
            <a:gdLst/>
            <a:ahLst/>
            <a:cxnLst/>
            <a:rect r="r" b="b" t="t" l="l"/>
            <a:pathLst>
              <a:path h="804672" w="3657600">
                <a:moveTo>
                  <a:pt x="0" y="0"/>
                </a:moveTo>
                <a:lnTo>
                  <a:pt x="3657600" y="0"/>
                </a:lnTo>
                <a:lnTo>
                  <a:pt x="3657600" y="804672"/>
                </a:lnTo>
                <a:lnTo>
                  <a:pt x="0" y="8046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108803" y="4127302"/>
            <a:ext cx="6141859" cy="1016198"/>
          </a:xfrm>
          <a:custGeom>
            <a:avLst/>
            <a:gdLst/>
            <a:ahLst/>
            <a:cxnLst/>
            <a:rect r="r" b="b" t="t" l="l"/>
            <a:pathLst>
              <a:path h="1016198" w="6141859">
                <a:moveTo>
                  <a:pt x="0" y="0"/>
                </a:moveTo>
                <a:lnTo>
                  <a:pt x="6141859" y="0"/>
                </a:lnTo>
                <a:lnTo>
                  <a:pt x="6141859" y="1016198"/>
                </a:lnTo>
                <a:lnTo>
                  <a:pt x="0" y="10161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224632" y="223202"/>
            <a:ext cx="6141859" cy="1016198"/>
          </a:xfrm>
          <a:custGeom>
            <a:avLst/>
            <a:gdLst/>
            <a:ahLst/>
            <a:cxnLst/>
            <a:rect r="r" b="b" t="t" l="l"/>
            <a:pathLst>
              <a:path h="1016198" w="6141859">
                <a:moveTo>
                  <a:pt x="0" y="0"/>
                </a:moveTo>
                <a:lnTo>
                  <a:pt x="6141859" y="0"/>
                </a:lnTo>
                <a:lnTo>
                  <a:pt x="6141859" y="1016199"/>
                </a:lnTo>
                <a:lnTo>
                  <a:pt x="0" y="10161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179197" y="9375965"/>
            <a:ext cx="5232869" cy="570858"/>
          </a:xfrm>
          <a:custGeom>
            <a:avLst/>
            <a:gdLst/>
            <a:ahLst/>
            <a:cxnLst/>
            <a:rect r="r" b="b" t="t" l="l"/>
            <a:pathLst>
              <a:path h="570858" w="5232869">
                <a:moveTo>
                  <a:pt x="0" y="0"/>
                </a:moveTo>
                <a:lnTo>
                  <a:pt x="5232869" y="0"/>
                </a:lnTo>
                <a:lnTo>
                  <a:pt x="5232869" y="570858"/>
                </a:lnTo>
                <a:lnTo>
                  <a:pt x="0" y="5708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0"/>
            <a:ext cx="5649566" cy="914203"/>
          </a:xfrm>
          <a:custGeom>
            <a:avLst/>
            <a:gdLst/>
            <a:ahLst/>
            <a:cxnLst/>
            <a:rect r="r" b="b" t="t" l="l"/>
            <a:pathLst>
              <a:path h="914203" w="5649566">
                <a:moveTo>
                  <a:pt x="0" y="0"/>
                </a:moveTo>
                <a:lnTo>
                  <a:pt x="5649566" y="0"/>
                </a:lnTo>
                <a:lnTo>
                  <a:pt x="5649566" y="914203"/>
                </a:lnTo>
                <a:lnTo>
                  <a:pt x="0" y="9142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377640" y="2984522"/>
            <a:ext cx="2027576" cy="1035907"/>
          </a:xfrm>
          <a:custGeom>
            <a:avLst/>
            <a:gdLst/>
            <a:ahLst/>
            <a:cxnLst/>
            <a:rect r="r" b="b" t="t" l="l"/>
            <a:pathLst>
              <a:path h="1035907" w="2027576">
                <a:moveTo>
                  <a:pt x="0" y="0"/>
                </a:moveTo>
                <a:lnTo>
                  <a:pt x="2027576" y="0"/>
                </a:lnTo>
                <a:lnTo>
                  <a:pt x="2027576" y="1035907"/>
                </a:lnTo>
                <a:lnTo>
                  <a:pt x="0" y="103590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260424" y="6314213"/>
            <a:ext cx="2027576" cy="1035907"/>
          </a:xfrm>
          <a:custGeom>
            <a:avLst/>
            <a:gdLst/>
            <a:ahLst/>
            <a:cxnLst/>
            <a:rect r="r" b="b" t="t" l="l"/>
            <a:pathLst>
              <a:path h="1035907" w="2027576">
                <a:moveTo>
                  <a:pt x="0" y="0"/>
                </a:moveTo>
                <a:lnTo>
                  <a:pt x="2027576" y="0"/>
                </a:lnTo>
                <a:lnTo>
                  <a:pt x="2027576" y="1035907"/>
                </a:lnTo>
                <a:lnTo>
                  <a:pt x="0" y="103590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108136" y="968185"/>
            <a:ext cx="16071729" cy="8350630"/>
            <a:chOff x="0" y="0"/>
            <a:chExt cx="4232883" cy="219934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32883" cy="2199343"/>
            </a:xfrm>
            <a:custGeom>
              <a:avLst/>
              <a:gdLst/>
              <a:ahLst/>
              <a:cxnLst/>
              <a:rect r="r" b="b" t="t" l="l"/>
              <a:pathLst>
                <a:path h="2199343" w="4232883">
                  <a:moveTo>
                    <a:pt x="32275" y="0"/>
                  </a:moveTo>
                  <a:lnTo>
                    <a:pt x="4200608" y="0"/>
                  </a:lnTo>
                  <a:cubicBezTo>
                    <a:pt x="4218433" y="0"/>
                    <a:pt x="4232883" y="14450"/>
                    <a:pt x="4232883" y="32275"/>
                  </a:cubicBezTo>
                  <a:lnTo>
                    <a:pt x="4232883" y="2167068"/>
                  </a:lnTo>
                  <a:cubicBezTo>
                    <a:pt x="4232883" y="2184893"/>
                    <a:pt x="4218433" y="2199343"/>
                    <a:pt x="4200608" y="2199343"/>
                  </a:cubicBezTo>
                  <a:lnTo>
                    <a:pt x="32275" y="2199343"/>
                  </a:lnTo>
                  <a:cubicBezTo>
                    <a:pt x="14450" y="2199343"/>
                    <a:pt x="0" y="2184893"/>
                    <a:pt x="0" y="2167068"/>
                  </a:cubicBezTo>
                  <a:lnTo>
                    <a:pt x="0" y="32275"/>
                  </a:lnTo>
                  <a:cubicBezTo>
                    <a:pt x="0" y="14450"/>
                    <a:pt x="14450" y="0"/>
                    <a:pt x="3227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232883" cy="22374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0958570" y="9318815"/>
            <a:ext cx="6141859" cy="1016198"/>
          </a:xfrm>
          <a:custGeom>
            <a:avLst/>
            <a:gdLst/>
            <a:ahLst/>
            <a:cxnLst/>
            <a:rect r="r" b="b" t="t" l="l"/>
            <a:pathLst>
              <a:path h="1016198" w="6141859">
                <a:moveTo>
                  <a:pt x="0" y="0"/>
                </a:moveTo>
                <a:lnTo>
                  <a:pt x="6141859" y="0"/>
                </a:lnTo>
                <a:lnTo>
                  <a:pt x="6141859" y="1016198"/>
                </a:lnTo>
                <a:lnTo>
                  <a:pt x="0" y="10161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0" y="8148216"/>
            <a:ext cx="2672753" cy="2186798"/>
          </a:xfrm>
          <a:custGeom>
            <a:avLst/>
            <a:gdLst/>
            <a:ahLst/>
            <a:cxnLst/>
            <a:rect r="r" b="b" t="t" l="l"/>
            <a:pathLst>
              <a:path h="2186798" w="2672753">
                <a:moveTo>
                  <a:pt x="2672753" y="0"/>
                </a:moveTo>
                <a:lnTo>
                  <a:pt x="0" y="0"/>
                </a:lnTo>
                <a:lnTo>
                  <a:pt x="0" y="2186797"/>
                </a:lnTo>
                <a:lnTo>
                  <a:pt x="2672753" y="2186797"/>
                </a:lnTo>
                <a:lnTo>
                  <a:pt x="2672753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464389" y="8967729"/>
            <a:ext cx="260479" cy="260479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7E9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5179197" y="1488310"/>
            <a:ext cx="1324079" cy="1324079"/>
          </a:xfrm>
          <a:custGeom>
            <a:avLst/>
            <a:gdLst/>
            <a:ahLst/>
            <a:cxnLst/>
            <a:rect r="r" b="b" t="t" l="l"/>
            <a:pathLst>
              <a:path h="1324079" w="1324079">
                <a:moveTo>
                  <a:pt x="0" y="0"/>
                </a:moveTo>
                <a:lnTo>
                  <a:pt x="1324078" y="0"/>
                </a:lnTo>
                <a:lnTo>
                  <a:pt x="1324078" y="1324079"/>
                </a:lnTo>
                <a:lnTo>
                  <a:pt x="0" y="132407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6027131" y="8148216"/>
            <a:ext cx="2146595" cy="2033410"/>
          </a:xfrm>
          <a:custGeom>
            <a:avLst/>
            <a:gdLst/>
            <a:ahLst/>
            <a:cxnLst/>
            <a:rect r="r" b="b" t="t" l="l"/>
            <a:pathLst>
              <a:path h="2033410" w="2146595">
                <a:moveTo>
                  <a:pt x="0" y="0"/>
                </a:moveTo>
                <a:lnTo>
                  <a:pt x="2146595" y="0"/>
                </a:lnTo>
                <a:lnTo>
                  <a:pt x="2146595" y="2033410"/>
                </a:lnTo>
                <a:lnTo>
                  <a:pt x="0" y="203341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2838122" y="2793339"/>
            <a:ext cx="12611756" cy="18802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820"/>
              </a:lnSpc>
            </a:pPr>
            <a:r>
              <a:rPr lang="en-US" sz="3000" spc="318">
                <a:solidFill>
                  <a:srgbClr val="000000"/>
                </a:solidFill>
                <a:latin typeface="Rugrats Sans"/>
                <a:ea typeface="Rugrats Sans"/>
                <a:cs typeface="Rugrats Sans"/>
                <a:sym typeface="Rugrats Sans"/>
              </a:rPr>
              <a:t>{{s17_text_1}}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818341" y="1610917"/>
            <a:ext cx="6651317" cy="106934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6579"/>
              </a:lnSpc>
            </a:pPr>
            <a:r>
              <a:rPr lang="en-US" sz="6999" spc="741">
                <a:solidFill>
                  <a:srgbClr val="0F294D"/>
                </a:solidFill>
                <a:latin typeface="Rugrats Sans"/>
                <a:ea typeface="Rugrats Sans"/>
                <a:cs typeface="Rugrats Sans"/>
                <a:sym typeface="Rugrats Sans"/>
              </a:rPr>
              <a:t>{{s17_title}}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838122" y="4765035"/>
            <a:ext cx="12611756" cy="18802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820"/>
              </a:lnSpc>
            </a:pPr>
            <a:r>
              <a:rPr lang="en-US" sz="3000" spc="318">
                <a:solidFill>
                  <a:srgbClr val="000000"/>
                </a:solidFill>
                <a:latin typeface="Rugrats Sans"/>
                <a:ea typeface="Rugrats Sans"/>
                <a:cs typeface="Rugrats Sans"/>
                <a:sym typeface="Rugrats Sans"/>
              </a:rPr>
              <a:t>{{s17_text_2}}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838122" y="6911970"/>
            <a:ext cx="12611756" cy="18802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820"/>
              </a:lnSpc>
            </a:pPr>
            <a:r>
              <a:rPr lang="en-US" sz="3000" spc="318">
                <a:solidFill>
                  <a:srgbClr val="000000"/>
                </a:solidFill>
                <a:latin typeface="Rugrats Sans"/>
                <a:ea typeface="Rugrats Sans"/>
                <a:cs typeface="Rugrats Sans"/>
                <a:sym typeface="Rugrats Sans"/>
              </a:rPr>
              <a:t>{{s17_text_3}}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E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4963060"/>
            <a:ext cx="3657600" cy="804672"/>
          </a:xfrm>
          <a:custGeom>
            <a:avLst/>
            <a:gdLst/>
            <a:ahLst/>
            <a:cxnLst/>
            <a:rect r="r" b="b" t="t" l="l"/>
            <a:pathLst>
              <a:path h="804672" w="3657600">
                <a:moveTo>
                  <a:pt x="0" y="0"/>
                </a:moveTo>
                <a:lnTo>
                  <a:pt x="3657600" y="0"/>
                </a:lnTo>
                <a:lnTo>
                  <a:pt x="3657600" y="804672"/>
                </a:lnTo>
                <a:lnTo>
                  <a:pt x="0" y="8046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108803" y="4127302"/>
            <a:ext cx="6141859" cy="1016198"/>
          </a:xfrm>
          <a:custGeom>
            <a:avLst/>
            <a:gdLst/>
            <a:ahLst/>
            <a:cxnLst/>
            <a:rect r="r" b="b" t="t" l="l"/>
            <a:pathLst>
              <a:path h="1016198" w="6141859">
                <a:moveTo>
                  <a:pt x="0" y="0"/>
                </a:moveTo>
                <a:lnTo>
                  <a:pt x="6141859" y="0"/>
                </a:lnTo>
                <a:lnTo>
                  <a:pt x="6141859" y="1016198"/>
                </a:lnTo>
                <a:lnTo>
                  <a:pt x="0" y="10161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224632" y="223202"/>
            <a:ext cx="6141859" cy="1016198"/>
          </a:xfrm>
          <a:custGeom>
            <a:avLst/>
            <a:gdLst/>
            <a:ahLst/>
            <a:cxnLst/>
            <a:rect r="r" b="b" t="t" l="l"/>
            <a:pathLst>
              <a:path h="1016198" w="6141859">
                <a:moveTo>
                  <a:pt x="0" y="0"/>
                </a:moveTo>
                <a:lnTo>
                  <a:pt x="6141859" y="0"/>
                </a:lnTo>
                <a:lnTo>
                  <a:pt x="6141859" y="1016199"/>
                </a:lnTo>
                <a:lnTo>
                  <a:pt x="0" y="10161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179197" y="9375965"/>
            <a:ext cx="5232869" cy="570858"/>
          </a:xfrm>
          <a:custGeom>
            <a:avLst/>
            <a:gdLst/>
            <a:ahLst/>
            <a:cxnLst/>
            <a:rect r="r" b="b" t="t" l="l"/>
            <a:pathLst>
              <a:path h="570858" w="5232869">
                <a:moveTo>
                  <a:pt x="0" y="0"/>
                </a:moveTo>
                <a:lnTo>
                  <a:pt x="5232869" y="0"/>
                </a:lnTo>
                <a:lnTo>
                  <a:pt x="5232869" y="570858"/>
                </a:lnTo>
                <a:lnTo>
                  <a:pt x="0" y="5708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0"/>
            <a:ext cx="5649566" cy="914203"/>
          </a:xfrm>
          <a:custGeom>
            <a:avLst/>
            <a:gdLst/>
            <a:ahLst/>
            <a:cxnLst/>
            <a:rect r="r" b="b" t="t" l="l"/>
            <a:pathLst>
              <a:path h="914203" w="5649566">
                <a:moveTo>
                  <a:pt x="0" y="0"/>
                </a:moveTo>
                <a:lnTo>
                  <a:pt x="5649566" y="0"/>
                </a:lnTo>
                <a:lnTo>
                  <a:pt x="5649566" y="914203"/>
                </a:lnTo>
                <a:lnTo>
                  <a:pt x="0" y="9142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377640" y="2984522"/>
            <a:ext cx="2027576" cy="1035907"/>
          </a:xfrm>
          <a:custGeom>
            <a:avLst/>
            <a:gdLst/>
            <a:ahLst/>
            <a:cxnLst/>
            <a:rect r="r" b="b" t="t" l="l"/>
            <a:pathLst>
              <a:path h="1035907" w="2027576">
                <a:moveTo>
                  <a:pt x="0" y="0"/>
                </a:moveTo>
                <a:lnTo>
                  <a:pt x="2027576" y="0"/>
                </a:lnTo>
                <a:lnTo>
                  <a:pt x="2027576" y="1035907"/>
                </a:lnTo>
                <a:lnTo>
                  <a:pt x="0" y="103590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260424" y="6314213"/>
            <a:ext cx="2027576" cy="1035907"/>
          </a:xfrm>
          <a:custGeom>
            <a:avLst/>
            <a:gdLst/>
            <a:ahLst/>
            <a:cxnLst/>
            <a:rect r="r" b="b" t="t" l="l"/>
            <a:pathLst>
              <a:path h="1035907" w="2027576">
                <a:moveTo>
                  <a:pt x="0" y="0"/>
                </a:moveTo>
                <a:lnTo>
                  <a:pt x="2027576" y="0"/>
                </a:lnTo>
                <a:lnTo>
                  <a:pt x="2027576" y="1035907"/>
                </a:lnTo>
                <a:lnTo>
                  <a:pt x="0" y="103590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108136" y="968185"/>
            <a:ext cx="16071729" cy="8350630"/>
            <a:chOff x="0" y="0"/>
            <a:chExt cx="4232883" cy="219934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32883" cy="2199343"/>
            </a:xfrm>
            <a:custGeom>
              <a:avLst/>
              <a:gdLst/>
              <a:ahLst/>
              <a:cxnLst/>
              <a:rect r="r" b="b" t="t" l="l"/>
              <a:pathLst>
                <a:path h="2199343" w="4232883">
                  <a:moveTo>
                    <a:pt x="32275" y="0"/>
                  </a:moveTo>
                  <a:lnTo>
                    <a:pt x="4200608" y="0"/>
                  </a:lnTo>
                  <a:cubicBezTo>
                    <a:pt x="4218433" y="0"/>
                    <a:pt x="4232883" y="14450"/>
                    <a:pt x="4232883" y="32275"/>
                  </a:cubicBezTo>
                  <a:lnTo>
                    <a:pt x="4232883" y="2167068"/>
                  </a:lnTo>
                  <a:cubicBezTo>
                    <a:pt x="4232883" y="2184893"/>
                    <a:pt x="4218433" y="2199343"/>
                    <a:pt x="4200608" y="2199343"/>
                  </a:cubicBezTo>
                  <a:lnTo>
                    <a:pt x="32275" y="2199343"/>
                  </a:lnTo>
                  <a:cubicBezTo>
                    <a:pt x="14450" y="2199343"/>
                    <a:pt x="0" y="2184893"/>
                    <a:pt x="0" y="2167068"/>
                  </a:cubicBezTo>
                  <a:lnTo>
                    <a:pt x="0" y="32275"/>
                  </a:lnTo>
                  <a:cubicBezTo>
                    <a:pt x="0" y="14450"/>
                    <a:pt x="14450" y="0"/>
                    <a:pt x="3227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232883" cy="22374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0958570" y="9318815"/>
            <a:ext cx="6141859" cy="1016198"/>
          </a:xfrm>
          <a:custGeom>
            <a:avLst/>
            <a:gdLst/>
            <a:ahLst/>
            <a:cxnLst/>
            <a:rect r="r" b="b" t="t" l="l"/>
            <a:pathLst>
              <a:path h="1016198" w="6141859">
                <a:moveTo>
                  <a:pt x="0" y="0"/>
                </a:moveTo>
                <a:lnTo>
                  <a:pt x="6141859" y="0"/>
                </a:lnTo>
                <a:lnTo>
                  <a:pt x="6141859" y="1016198"/>
                </a:lnTo>
                <a:lnTo>
                  <a:pt x="0" y="10161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521990" y="7639984"/>
            <a:ext cx="3135610" cy="2565499"/>
          </a:xfrm>
          <a:custGeom>
            <a:avLst/>
            <a:gdLst/>
            <a:ahLst/>
            <a:cxnLst/>
            <a:rect r="r" b="b" t="t" l="l"/>
            <a:pathLst>
              <a:path h="2565499" w="3135610">
                <a:moveTo>
                  <a:pt x="3135610" y="0"/>
                </a:moveTo>
                <a:lnTo>
                  <a:pt x="0" y="0"/>
                </a:lnTo>
                <a:lnTo>
                  <a:pt x="0" y="2565500"/>
                </a:lnTo>
                <a:lnTo>
                  <a:pt x="3135610" y="2565500"/>
                </a:lnTo>
                <a:lnTo>
                  <a:pt x="313561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066800" y="8601418"/>
            <a:ext cx="305588" cy="305588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7E9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5179197" y="1488310"/>
            <a:ext cx="1324079" cy="1324079"/>
          </a:xfrm>
          <a:custGeom>
            <a:avLst/>
            <a:gdLst/>
            <a:ahLst/>
            <a:cxnLst/>
            <a:rect r="r" b="b" t="t" l="l"/>
            <a:pathLst>
              <a:path h="1324079" w="1324079">
                <a:moveTo>
                  <a:pt x="0" y="0"/>
                </a:moveTo>
                <a:lnTo>
                  <a:pt x="1324078" y="0"/>
                </a:lnTo>
                <a:lnTo>
                  <a:pt x="1324078" y="1324079"/>
                </a:lnTo>
                <a:lnTo>
                  <a:pt x="0" y="132407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2888551" y="3185717"/>
            <a:ext cx="3588749" cy="3399524"/>
          </a:xfrm>
          <a:custGeom>
            <a:avLst/>
            <a:gdLst/>
            <a:ahLst/>
            <a:cxnLst/>
            <a:rect r="r" b="b" t="t" l="l"/>
            <a:pathLst>
              <a:path h="3399524" w="3588749">
                <a:moveTo>
                  <a:pt x="0" y="0"/>
                </a:moveTo>
                <a:lnTo>
                  <a:pt x="3588749" y="0"/>
                </a:lnTo>
                <a:lnTo>
                  <a:pt x="3588749" y="3399525"/>
                </a:lnTo>
                <a:lnTo>
                  <a:pt x="0" y="339952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-7560998">
            <a:off x="15081925" y="3342254"/>
            <a:ext cx="262585" cy="262585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7E9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2089795" y="3174339"/>
            <a:ext cx="10369296" cy="223266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820"/>
              </a:lnSpc>
            </a:pPr>
            <a:r>
              <a:rPr lang="en-US" sz="3000" spc="318">
                <a:solidFill>
                  <a:srgbClr val="000000"/>
                </a:solidFill>
                <a:latin typeface="Rugrats Sans"/>
                <a:ea typeface="Rugrats Sans"/>
                <a:cs typeface="Rugrats Sans"/>
                <a:sym typeface="Rugrats Sans"/>
              </a:rPr>
              <a:t>{{s18_text_1}}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818341" y="1610917"/>
            <a:ext cx="6651317" cy="106934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6579"/>
              </a:lnSpc>
            </a:pPr>
            <a:r>
              <a:rPr lang="en-US" sz="6999" spc="741">
                <a:solidFill>
                  <a:srgbClr val="0F294D"/>
                </a:solidFill>
                <a:latin typeface="Rugrats Sans"/>
                <a:ea typeface="Rugrats Sans"/>
                <a:cs typeface="Rugrats Sans"/>
                <a:sym typeface="Rugrats Sans"/>
              </a:rPr>
              <a:t>{{s18_title}}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089795" y="5635599"/>
            <a:ext cx="10369296" cy="18802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2820"/>
              </a:lnSpc>
            </a:pPr>
            <a:r>
              <a:rPr lang="en-US" sz="3000" spc="318">
                <a:solidFill>
                  <a:srgbClr val="000000"/>
                </a:solidFill>
                <a:latin typeface="Rugrats Sans"/>
                <a:ea typeface="Rugrats Sans"/>
                <a:cs typeface="Rugrats Sans"/>
                <a:sym typeface="Rugrats Sans"/>
              </a:rPr>
              <a:t>{{s18_text_2}}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E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4963060"/>
            <a:ext cx="3657600" cy="804672"/>
          </a:xfrm>
          <a:custGeom>
            <a:avLst/>
            <a:gdLst/>
            <a:ahLst/>
            <a:cxnLst/>
            <a:rect r="r" b="b" t="t" l="l"/>
            <a:pathLst>
              <a:path h="804672" w="3657600">
                <a:moveTo>
                  <a:pt x="0" y="0"/>
                </a:moveTo>
                <a:lnTo>
                  <a:pt x="3657600" y="0"/>
                </a:lnTo>
                <a:lnTo>
                  <a:pt x="3657600" y="804672"/>
                </a:lnTo>
                <a:lnTo>
                  <a:pt x="0" y="8046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108803" y="4127302"/>
            <a:ext cx="6141859" cy="1016198"/>
          </a:xfrm>
          <a:custGeom>
            <a:avLst/>
            <a:gdLst/>
            <a:ahLst/>
            <a:cxnLst/>
            <a:rect r="r" b="b" t="t" l="l"/>
            <a:pathLst>
              <a:path h="1016198" w="6141859">
                <a:moveTo>
                  <a:pt x="0" y="0"/>
                </a:moveTo>
                <a:lnTo>
                  <a:pt x="6141859" y="0"/>
                </a:lnTo>
                <a:lnTo>
                  <a:pt x="6141859" y="1016198"/>
                </a:lnTo>
                <a:lnTo>
                  <a:pt x="0" y="10161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224632" y="223202"/>
            <a:ext cx="6141859" cy="1016198"/>
          </a:xfrm>
          <a:custGeom>
            <a:avLst/>
            <a:gdLst/>
            <a:ahLst/>
            <a:cxnLst/>
            <a:rect r="r" b="b" t="t" l="l"/>
            <a:pathLst>
              <a:path h="1016198" w="6141859">
                <a:moveTo>
                  <a:pt x="0" y="0"/>
                </a:moveTo>
                <a:lnTo>
                  <a:pt x="6141859" y="0"/>
                </a:lnTo>
                <a:lnTo>
                  <a:pt x="6141859" y="1016199"/>
                </a:lnTo>
                <a:lnTo>
                  <a:pt x="0" y="10161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179197" y="9375965"/>
            <a:ext cx="5232869" cy="570858"/>
          </a:xfrm>
          <a:custGeom>
            <a:avLst/>
            <a:gdLst/>
            <a:ahLst/>
            <a:cxnLst/>
            <a:rect r="r" b="b" t="t" l="l"/>
            <a:pathLst>
              <a:path h="570858" w="5232869">
                <a:moveTo>
                  <a:pt x="0" y="0"/>
                </a:moveTo>
                <a:lnTo>
                  <a:pt x="5232869" y="0"/>
                </a:lnTo>
                <a:lnTo>
                  <a:pt x="5232869" y="570858"/>
                </a:lnTo>
                <a:lnTo>
                  <a:pt x="0" y="5708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0"/>
            <a:ext cx="5649566" cy="914203"/>
          </a:xfrm>
          <a:custGeom>
            <a:avLst/>
            <a:gdLst/>
            <a:ahLst/>
            <a:cxnLst/>
            <a:rect r="r" b="b" t="t" l="l"/>
            <a:pathLst>
              <a:path h="914203" w="5649566">
                <a:moveTo>
                  <a:pt x="0" y="0"/>
                </a:moveTo>
                <a:lnTo>
                  <a:pt x="5649566" y="0"/>
                </a:lnTo>
                <a:lnTo>
                  <a:pt x="5649566" y="914203"/>
                </a:lnTo>
                <a:lnTo>
                  <a:pt x="0" y="9142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377640" y="2984522"/>
            <a:ext cx="2027576" cy="1035907"/>
          </a:xfrm>
          <a:custGeom>
            <a:avLst/>
            <a:gdLst/>
            <a:ahLst/>
            <a:cxnLst/>
            <a:rect r="r" b="b" t="t" l="l"/>
            <a:pathLst>
              <a:path h="1035907" w="2027576">
                <a:moveTo>
                  <a:pt x="0" y="0"/>
                </a:moveTo>
                <a:lnTo>
                  <a:pt x="2027576" y="0"/>
                </a:lnTo>
                <a:lnTo>
                  <a:pt x="2027576" y="1035907"/>
                </a:lnTo>
                <a:lnTo>
                  <a:pt x="0" y="103590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260424" y="6314213"/>
            <a:ext cx="2027576" cy="1035907"/>
          </a:xfrm>
          <a:custGeom>
            <a:avLst/>
            <a:gdLst/>
            <a:ahLst/>
            <a:cxnLst/>
            <a:rect r="r" b="b" t="t" l="l"/>
            <a:pathLst>
              <a:path h="1035907" w="2027576">
                <a:moveTo>
                  <a:pt x="0" y="0"/>
                </a:moveTo>
                <a:lnTo>
                  <a:pt x="2027576" y="0"/>
                </a:lnTo>
                <a:lnTo>
                  <a:pt x="2027576" y="1035907"/>
                </a:lnTo>
                <a:lnTo>
                  <a:pt x="0" y="103590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108136" y="968185"/>
            <a:ext cx="16071729" cy="8350630"/>
            <a:chOff x="0" y="0"/>
            <a:chExt cx="4232883" cy="219934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32883" cy="2199343"/>
            </a:xfrm>
            <a:custGeom>
              <a:avLst/>
              <a:gdLst/>
              <a:ahLst/>
              <a:cxnLst/>
              <a:rect r="r" b="b" t="t" l="l"/>
              <a:pathLst>
                <a:path h="2199343" w="4232883">
                  <a:moveTo>
                    <a:pt x="32275" y="0"/>
                  </a:moveTo>
                  <a:lnTo>
                    <a:pt x="4200608" y="0"/>
                  </a:lnTo>
                  <a:cubicBezTo>
                    <a:pt x="4218433" y="0"/>
                    <a:pt x="4232883" y="14450"/>
                    <a:pt x="4232883" y="32275"/>
                  </a:cubicBezTo>
                  <a:lnTo>
                    <a:pt x="4232883" y="2167068"/>
                  </a:lnTo>
                  <a:cubicBezTo>
                    <a:pt x="4232883" y="2184893"/>
                    <a:pt x="4218433" y="2199343"/>
                    <a:pt x="4200608" y="2199343"/>
                  </a:cubicBezTo>
                  <a:lnTo>
                    <a:pt x="32275" y="2199343"/>
                  </a:lnTo>
                  <a:cubicBezTo>
                    <a:pt x="14450" y="2199343"/>
                    <a:pt x="0" y="2184893"/>
                    <a:pt x="0" y="2167068"/>
                  </a:cubicBezTo>
                  <a:lnTo>
                    <a:pt x="0" y="32275"/>
                  </a:lnTo>
                  <a:cubicBezTo>
                    <a:pt x="0" y="14450"/>
                    <a:pt x="14450" y="0"/>
                    <a:pt x="3227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232883" cy="22374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0958570" y="9318815"/>
            <a:ext cx="6141859" cy="1016198"/>
          </a:xfrm>
          <a:custGeom>
            <a:avLst/>
            <a:gdLst/>
            <a:ahLst/>
            <a:cxnLst/>
            <a:rect r="r" b="b" t="t" l="l"/>
            <a:pathLst>
              <a:path h="1016198" w="6141859">
                <a:moveTo>
                  <a:pt x="0" y="0"/>
                </a:moveTo>
                <a:lnTo>
                  <a:pt x="6141859" y="0"/>
                </a:lnTo>
                <a:lnTo>
                  <a:pt x="6141859" y="1016198"/>
                </a:lnTo>
                <a:lnTo>
                  <a:pt x="0" y="10161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880908" y="6172200"/>
            <a:ext cx="3407092" cy="4114800"/>
          </a:xfrm>
          <a:custGeom>
            <a:avLst/>
            <a:gdLst/>
            <a:ahLst/>
            <a:cxnLst/>
            <a:rect r="r" b="b" t="t" l="l"/>
            <a:pathLst>
              <a:path h="4114800" w="3407092">
                <a:moveTo>
                  <a:pt x="0" y="0"/>
                </a:moveTo>
                <a:lnTo>
                  <a:pt x="3407092" y="0"/>
                </a:lnTo>
                <a:lnTo>
                  <a:pt x="34070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649936" y="7350120"/>
            <a:ext cx="2716861" cy="2573609"/>
          </a:xfrm>
          <a:custGeom>
            <a:avLst/>
            <a:gdLst/>
            <a:ahLst/>
            <a:cxnLst/>
            <a:rect r="r" b="b" t="t" l="l"/>
            <a:pathLst>
              <a:path h="2573609" w="2716861">
                <a:moveTo>
                  <a:pt x="0" y="0"/>
                </a:moveTo>
                <a:lnTo>
                  <a:pt x="2716861" y="0"/>
                </a:lnTo>
                <a:lnTo>
                  <a:pt x="2716861" y="2573608"/>
                </a:lnTo>
                <a:lnTo>
                  <a:pt x="0" y="257360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28700" y="7525975"/>
            <a:ext cx="1242472" cy="2397753"/>
          </a:xfrm>
          <a:custGeom>
            <a:avLst/>
            <a:gdLst/>
            <a:ahLst/>
            <a:cxnLst/>
            <a:rect r="r" b="b" t="t" l="l"/>
            <a:pathLst>
              <a:path h="2397753" w="1242472">
                <a:moveTo>
                  <a:pt x="0" y="0"/>
                </a:moveTo>
                <a:lnTo>
                  <a:pt x="1242472" y="0"/>
                </a:lnTo>
                <a:lnTo>
                  <a:pt x="1242472" y="2397753"/>
                </a:lnTo>
                <a:lnTo>
                  <a:pt x="0" y="239775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5179197" y="2238588"/>
            <a:ext cx="7929607" cy="148234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9117"/>
              </a:lnSpc>
            </a:pPr>
            <a:r>
              <a:rPr lang="en-US" sz="7200" spc="1028">
                <a:solidFill>
                  <a:srgbClr val="0F294D"/>
                </a:solidFill>
                <a:latin typeface="Rugrats Sans"/>
                <a:ea typeface="Rugrats Sans"/>
                <a:cs typeface="Rugrats Sans"/>
                <a:sym typeface="Rugrats Sans"/>
              </a:rPr>
              <a:t>{{adabiyotlar}}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008367" y="4057245"/>
            <a:ext cx="11609734" cy="293751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820"/>
              </a:lnSpc>
            </a:pPr>
            <a:r>
              <a:rPr lang="en-US" sz="2800" spc="318">
                <a:solidFill>
                  <a:srgbClr val="000000"/>
                </a:solidFill>
                <a:latin typeface="Rugrats Sans"/>
                <a:ea typeface="Rugrats Sans"/>
                <a:cs typeface="Rugrats Sans"/>
                <a:sym typeface="Rugrats Sans"/>
              </a:rPr>
              <a:t>{{adabiyotlar_ro_yxati}}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E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4963060"/>
            <a:ext cx="3657600" cy="804672"/>
          </a:xfrm>
          <a:custGeom>
            <a:avLst/>
            <a:gdLst/>
            <a:ahLst/>
            <a:cxnLst/>
            <a:rect r="r" b="b" t="t" l="l"/>
            <a:pathLst>
              <a:path h="804672" w="3657600">
                <a:moveTo>
                  <a:pt x="0" y="0"/>
                </a:moveTo>
                <a:lnTo>
                  <a:pt x="3657600" y="0"/>
                </a:lnTo>
                <a:lnTo>
                  <a:pt x="3657600" y="804672"/>
                </a:lnTo>
                <a:lnTo>
                  <a:pt x="0" y="8046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108803" y="4127302"/>
            <a:ext cx="6141859" cy="1016198"/>
          </a:xfrm>
          <a:custGeom>
            <a:avLst/>
            <a:gdLst/>
            <a:ahLst/>
            <a:cxnLst/>
            <a:rect r="r" b="b" t="t" l="l"/>
            <a:pathLst>
              <a:path h="1016198" w="6141859">
                <a:moveTo>
                  <a:pt x="0" y="0"/>
                </a:moveTo>
                <a:lnTo>
                  <a:pt x="6141859" y="0"/>
                </a:lnTo>
                <a:lnTo>
                  <a:pt x="6141859" y="1016198"/>
                </a:lnTo>
                <a:lnTo>
                  <a:pt x="0" y="10161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385570" y="1457084"/>
            <a:ext cx="13516859" cy="7372832"/>
          </a:xfrm>
          <a:custGeom>
            <a:avLst/>
            <a:gdLst/>
            <a:ahLst/>
            <a:cxnLst/>
            <a:rect r="r" b="b" t="t" l="l"/>
            <a:pathLst>
              <a:path h="7372832" w="13516859">
                <a:moveTo>
                  <a:pt x="0" y="0"/>
                </a:moveTo>
                <a:lnTo>
                  <a:pt x="13516860" y="0"/>
                </a:lnTo>
                <a:lnTo>
                  <a:pt x="13516860" y="7372832"/>
                </a:lnTo>
                <a:lnTo>
                  <a:pt x="0" y="73728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841928" y="281716"/>
            <a:ext cx="6141859" cy="1016198"/>
          </a:xfrm>
          <a:custGeom>
            <a:avLst/>
            <a:gdLst/>
            <a:ahLst/>
            <a:cxnLst/>
            <a:rect r="r" b="b" t="t" l="l"/>
            <a:pathLst>
              <a:path h="1016198" w="6141859">
                <a:moveTo>
                  <a:pt x="0" y="0"/>
                </a:moveTo>
                <a:lnTo>
                  <a:pt x="6141859" y="0"/>
                </a:lnTo>
                <a:lnTo>
                  <a:pt x="6141859" y="1016198"/>
                </a:lnTo>
                <a:lnTo>
                  <a:pt x="0" y="10161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179197" y="3114675"/>
            <a:ext cx="7929607" cy="406717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4100"/>
              </a:lnSpc>
            </a:pPr>
            <a:r>
              <a:rPr lang="en-US" sz="10000" spc="1589">
                <a:solidFill>
                  <a:srgbClr val="0F294D"/>
                </a:solidFill>
                <a:latin typeface="Rugrats Sans"/>
                <a:ea typeface="Rugrats Sans"/>
                <a:cs typeface="Rugrats Sans"/>
                <a:sym typeface="Rugrats Sans"/>
              </a:rPr>
              <a:t>{{yakun}}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5486400" y="6646591"/>
            <a:ext cx="7315200" cy="1070517"/>
          </a:xfrm>
          <a:custGeom>
            <a:avLst/>
            <a:gdLst/>
            <a:ahLst/>
            <a:cxnLst/>
            <a:rect r="r" b="b" t="t" l="l"/>
            <a:pathLst>
              <a:path h="1070517" w="7315200">
                <a:moveTo>
                  <a:pt x="0" y="0"/>
                </a:moveTo>
                <a:lnTo>
                  <a:pt x="7315200" y="0"/>
                </a:lnTo>
                <a:lnTo>
                  <a:pt x="7315200" y="1070518"/>
                </a:lnTo>
                <a:lnTo>
                  <a:pt x="0" y="107051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43291" y="8229600"/>
            <a:ext cx="3178567" cy="2057400"/>
          </a:xfrm>
          <a:custGeom>
            <a:avLst/>
            <a:gdLst/>
            <a:ahLst/>
            <a:cxnLst/>
            <a:rect r="r" b="b" t="t" l="l"/>
            <a:pathLst>
              <a:path h="2057400" w="3178567">
                <a:moveTo>
                  <a:pt x="0" y="0"/>
                </a:moveTo>
                <a:lnTo>
                  <a:pt x="3178568" y="0"/>
                </a:lnTo>
                <a:lnTo>
                  <a:pt x="3178568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30911" y="6172200"/>
            <a:ext cx="2154659" cy="4114800"/>
          </a:xfrm>
          <a:custGeom>
            <a:avLst/>
            <a:gdLst/>
            <a:ahLst/>
            <a:cxnLst/>
            <a:rect r="r" b="b" t="t" l="l"/>
            <a:pathLst>
              <a:path h="4114800" w="2154659">
                <a:moveTo>
                  <a:pt x="0" y="0"/>
                </a:moveTo>
                <a:lnTo>
                  <a:pt x="2154659" y="0"/>
                </a:lnTo>
                <a:lnTo>
                  <a:pt x="215465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880908" y="6172200"/>
            <a:ext cx="3407092" cy="4114800"/>
          </a:xfrm>
          <a:custGeom>
            <a:avLst/>
            <a:gdLst/>
            <a:ahLst/>
            <a:cxnLst/>
            <a:rect r="r" b="b" t="t" l="l"/>
            <a:pathLst>
              <a:path h="4114800" w="3407092">
                <a:moveTo>
                  <a:pt x="0" y="0"/>
                </a:moveTo>
                <a:lnTo>
                  <a:pt x="3407092" y="0"/>
                </a:lnTo>
                <a:lnTo>
                  <a:pt x="34070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108803" y="2478802"/>
            <a:ext cx="2484259" cy="2484259"/>
          </a:xfrm>
          <a:custGeom>
            <a:avLst/>
            <a:gdLst/>
            <a:ahLst/>
            <a:cxnLst/>
            <a:rect r="r" b="b" t="t" l="l"/>
            <a:pathLst>
              <a:path h="2484259" w="2484259">
                <a:moveTo>
                  <a:pt x="0" y="0"/>
                </a:moveTo>
                <a:lnTo>
                  <a:pt x="2484259" y="0"/>
                </a:lnTo>
                <a:lnTo>
                  <a:pt x="2484259" y="2484258"/>
                </a:lnTo>
                <a:lnTo>
                  <a:pt x="0" y="248425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443169" y="7713391"/>
            <a:ext cx="2716861" cy="2573609"/>
          </a:xfrm>
          <a:custGeom>
            <a:avLst/>
            <a:gdLst/>
            <a:ahLst/>
            <a:cxnLst/>
            <a:rect r="r" b="b" t="t" l="l"/>
            <a:pathLst>
              <a:path h="2573609" w="2716861">
                <a:moveTo>
                  <a:pt x="0" y="0"/>
                </a:moveTo>
                <a:lnTo>
                  <a:pt x="2716862" y="0"/>
                </a:lnTo>
                <a:lnTo>
                  <a:pt x="2716862" y="2573609"/>
                </a:lnTo>
                <a:lnTo>
                  <a:pt x="0" y="2573609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521859" y="7889247"/>
            <a:ext cx="1242472" cy="2397753"/>
          </a:xfrm>
          <a:custGeom>
            <a:avLst/>
            <a:gdLst/>
            <a:ahLst/>
            <a:cxnLst/>
            <a:rect r="r" b="b" t="t" l="l"/>
            <a:pathLst>
              <a:path h="2397753" w="1242472">
                <a:moveTo>
                  <a:pt x="0" y="0"/>
                </a:moveTo>
                <a:lnTo>
                  <a:pt x="1242472" y="0"/>
                </a:lnTo>
                <a:lnTo>
                  <a:pt x="1242472" y="2397753"/>
                </a:lnTo>
                <a:lnTo>
                  <a:pt x="0" y="2397753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210300" y="9258300"/>
            <a:ext cx="5232869" cy="570858"/>
          </a:xfrm>
          <a:custGeom>
            <a:avLst/>
            <a:gdLst/>
            <a:ahLst/>
            <a:cxnLst/>
            <a:rect r="r" b="b" t="t" l="l"/>
            <a:pathLst>
              <a:path h="570858" w="5232869">
                <a:moveTo>
                  <a:pt x="0" y="0"/>
                </a:moveTo>
                <a:lnTo>
                  <a:pt x="5232869" y="0"/>
                </a:lnTo>
                <a:lnTo>
                  <a:pt x="5232869" y="570858"/>
                </a:lnTo>
                <a:lnTo>
                  <a:pt x="0" y="570858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319217" y="281716"/>
            <a:ext cx="5649566" cy="914203"/>
          </a:xfrm>
          <a:custGeom>
            <a:avLst/>
            <a:gdLst/>
            <a:ahLst/>
            <a:cxnLst/>
            <a:rect r="r" b="b" t="t" l="l"/>
            <a:pathLst>
              <a:path h="914203" w="5649566">
                <a:moveTo>
                  <a:pt x="0" y="0"/>
                </a:moveTo>
                <a:lnTo>
                  <a:pt x="5649566" y="0"/>
                </a:lnTo>
                <a:lnTo>
                  <a:pt x="5649566" y="914202"/>
                </a:lnTo>
                <a:lnTo>
                  <a:pt x="0" y="914202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421296" y="848260"/>
            <a:ext cx="4472609" cy="4114800"/>
          </a:xfrm>
          <a:custGeom>
            <a:avLst/>
            <a:gdLst/>
            <a:ahLst/>
            <a:cxnLst/>
            <a:rect r="r" b="b" t="t" l="l"/>
            <a:pathLst>
              <a:path h="4114800" w="4472609">
                <a:moveTo>
                  <a:pt x="0" y="0"/>
                </a:moveTo>
                <a:lnTo>
                  <a:pt x="4472608" y="0"/>
                </a:lnTo>
                <a:lnTo>
                  <a:pt x="44726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2884950" y="1626196"/>
            <a:ext cx="581136" cy="581136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7E9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DAHXbS_4ocw</dc:identifier>
  <dcterms:modified xsi:type="dcterms:W3CDTF">2011-08-01T06:04:30Z</dcterms:modified>
  <cp:revision>1</cp:revision>
  <dc:title>Pastel Minimalist Math Inspired Group Project Presentation</dc:title>
</cp:coreProperties>
</file>