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Fibre" charset="1" panose="02000506060000020004"/>
      <p:regular r:id="rId17"/>
    </p:embeddedFont>
    <p:embeddedFont>
      <p:font typeface="Quicksand Semi-Bold" charset="1" panose="00000000000000000000"/>
      <p:regular r:id="rId18"/>
    </p:embeddedFont>
    <p:embeddedFont>
      <p:font typeface="Public Sans" charset="1" panose="00000000000000000000"/>
      <p:regular r:id="rId19"/>
    </p:embeddedFont>
    <p:embeddedFont>
      <p:font typeface="Quicksand Medium" charset="1" panose="00000000000000000000"/>
      <p:regular r:id="rId20"/>
    </p:embeddedFont>
    <p:embeddedFont>
      <p:font typeface="Lazydog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2" Target="../media/image11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jpeg" Type="http://schemas.openxmlformats.org/officeDocument/2006/relationships/image"/><Relationship Id="rId11" Target="../media/image40.pn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jpeg" Type="http://schemas.openxmlformats.org/officeDocument/2006/relationships/image"/><Relationship Id="rId3" Target="../media/image40.pn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12" Target="../media/image48.png" Type="http://schemas.openxmlformats.org/officeDocument/2006/relationships/image"/><Relationship Id="rId13" Target="../media/image49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78.png" Type="http://schemas.openxmlformats.org/officeDocument/2006/relationships/image"/><Relationship Id="rId5" Target="../media/image79.sv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jpeg" Type="http://schemas.openxmlformats.org/officeDocument/2006/relationships/image"/><Relationship Id="rId11" Target="../media/image40.pn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jpeg" Type="http://schemas.openxmlformats.org/officeDocument/2006/relationships/image"/><Relationship Id="rId11" Target="../media/image40.png" Type="http://schemas.openxmlformats.org/officeDocument/2006/relationships/image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jpeg" Type="http://schemas.openxmlformats.org/officeDocument/2006/relationships/image"/><Relationship Id="rId3" Target="../media/image40.pn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2" Target="../media/image11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37559">
            <a:off x="2514574" y="8661324"/>
            <a:ext cx="4277568" cy="2978743"/>
          </a:xfrm>
          <a:custGeom>
            <a:avLst/>
            <a:gdLst/>
            <a:ahLst/>
            <a:cxnLst/>
            <a:rect r="r" b="b" t="t" l="l"/>
            <a:pathLst>
              <a:path h="2978743" w="4277568">
                <a:moveTo>
                  <a:pt x="0" y="0"/>
                </a:moveTo>
                <a:lnTo>
                  <a:pt x="4277569" y="0"/>
                </a:lnTo>
                <a:lnTo>
                  <a:pt x="4277569" y="2978743"/>
                </a:lnTo>
                <a:lnTo>
                  <a:pt x="0" y="297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096905" y="3925196"/>
            <a:ext cx="2854557" cy="2956698"/>
          </a:xfrm>
          <a:custGeom>
            <a:avLst/>
            <a:gdLst/>
            <a:ahLst/>
            <a:cxnLst/>
            <a:rect r="r" b="b" t="t" l="l"/>
            <a:pathLst>
              <a:path h="2956698" w="2854557">
                <a:moveTo>
                  <a:pt x="0" y="0"/>
                </a:moveTo>
                <a:lnTo>
                  <a:pt x="2854557" y="0"/>
                </a:lnTo>
                <a:lnTo>
                  <a:pt x="2854557" y="2956698"/>
                </a:lnTo>
                <a:lnTo>
                  <a:pt x="0" y="2956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36496" y="8228619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3011" y="7395331"/>
            <a:ext cx="4539051" cy="4810170"/>
          </a:xfrm>
          <a:custGeom>
            <a:avLst/>
            <a:gdLst/>
            <a:ahLst/>
            <a:cxnLst/>
            <a:rect r="r" b="b" t="t" l="l"/>
            <a:pathLst>
              <a:path h="4810170" w="4539051">
                <a:moveTo>
                  <a:pt x="0" y="0"/>
                </a:moveTo>
                <a:lnTo>
                  <a:pt x="4539051" y="0"/>
                </a:lnTo>
                <a:lnTo>
                  <a:pt x="4539051" y="4810170"/>
                </a:lnTo>
                <a:lnTo>
                  <a:pt x="0" y="48101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29695" y="4662240"/>
            <a:ext cx="2058395" cy="3339578"/>
          </a:xfrm>
          <a:custGeom>
            <a:avLst/>
            <a:gdLst/>
            <a:ahLst/>
            <a:cxnLst/>
            <a:rect r="r" b="b" t="t" l="l"/>
            <a:pathLst>
              <a:path h="3339578" w="2058395">
                <a:moveTo>
                  <a:pt x="0" y="0"/>
                </a:moveTo>
                <a:lnTo>
                  <a:pt x="2058395" y="0"/>
                </a:lnTo>
                <a:lnTo>
                  <a:pt x="2058395" y="3339578"/>
                </a:lnTo>
                <a:lnTo>
                  <a:pt x="0" y="3339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426264" y="8847163"/>
            <a:ext cx="2906489" cy="3358338"/>
          </a:xfrm>
          <a:custGeom>
            <a:avLst/>
            <a:gdLst/>
            <a:ahLst/>
            <a:cxnLst/>
            <a:rect r="r" b="b" t="t" l="l"/>
            <a:pathLst>
              <a:path h="3358338" w="2906489">
                <a:moveTo>
                  <a:pt x="0" y="0"/>
                </a:moveTo>
                <a:lnTo>
                  <a:pt x="2906488" y="0"/>
                </a:lnTo>
                <a:lnTo>
                  <a:pt x="2906488" y="3358338"/>
                </a:lnTo>
                <a:lnTo>
                  <a:pt x="0" y="3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096905" y="1028700"/>
            <a:ext cx="2886146" cy="2524065"/>
          </a:xfrm>
          <a:custGeom>
            <a:avLst/>
            <a:gdLst/>
            <a:ahLst/>
            <a:cxnLst/>
            <a:rect r="r" b="b" t="t" l="l"/>
            <a:pathLst>
              <a:path h="2524065" w="2886146">
                <a:moveTo>
                  <a:pt x="0" y="0"/>
                </a:moveTo>
                <a:lnTo>
                  <a:pt x="2886145" y="0"/>
                </a:lnTo>
                <a:lnTo>
                  <a:pt x="2886145" y="2524065"/>
                </a:lnTo>
                <a:lnTo>
                  <a:pt x="0" y="25240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0696671" y="9261214"/>
            <a:ext cx="5352421" cy="2530235"/>
          </a:xfrm>
          <a:custGeom>
            <a:avLst/>
            <a:gdLst/>
            <a:ahLst/>
            <a:cxnLst/>
            <a:rect r="r" b="b" t="t" l="l"/>
            <a:pathLst>
              <a:path h="2530235" w="5352421">
                <a:moveTo>
                  <a:pt x="0" y="0"/>
                </a:moveTo>
                <a:lnTo>
                  <a:pt x="5352421" y="0"/>
                </a:lnTo>
                <a:lnTo>
                  <a:pt x="5352421" y="2530235"/>
                </a:lnTo>
                <a:lnTo>
                  <a:pt x="0" y="25302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17113" y="-1667348"/>
            <a:ext cx="2477977" cy="3577131"/>
          </a:xfrm>
          <a:custGeom>
            <a:avLst/>
            <a:gdLst/>
            <a:ahLst/>
            <a:cxnLst/>
            <a:rect r="r" b="b" t="t" l="l"/>
            <a:pathLst>
              <a:path h="3577131" w="2477977">
                <a:moveTo>
                  <a:pt x="0" y="0"/>
                </a:moveTo>
                <a:lnTo>
                  <a:pt x="2477976" y="0"/>
                </a:lnTo>
                <a:lnTo>
                  <a:pt x="2477976" y="3577131"/>
                </a:lnTo>
                <a:lnTo>
                  <a:pt x="0" y="357713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060863" y="-1667348"/>
            <a:ext cx="3006706" cy="2766169"/>
          </a:xfrm>
          <a:custGeom>
            <a:avLst/>
            <a:gdLst/>
            <a:ahLst/>
            <a:cxnLst/>
            <a:rect r="r" b="b" t="t" l="l"/>
            <a:pathLst>
              <a:path h="2766169" w="3006706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4182716">
            <a:off x="5683694" y="-2327113"/>
            <a:ext cx="3249068" cy="4006698"/>
          </a:xfrm>
          <a:custGeom>
            <a:avLst/>
            <a:gdLst/>
            <a:ahLst/>
            <a:cxnLst/>
            <a:rect r="r" b="b" t="t" l="l"/>
            <a:pathLst>
              <a:path h="4006698" w="3249068">
                <a:moveTo>
                  <a:pt x="0" y="0"/>
                </a:moveTo>
                <a:lnTo>
                  <a:pt x="3249068" y="0"/>
                </a:lnTo>
                <a:lnTo>
                  <a:pt x="3249068" y="4006699"/>
                </a:lnTo>
                <a:lnTo>
                  <a:pt x="0" y="40066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81395" y="-3285587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10684014" y="-1843014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972660" y="2160503"/>
            <a:ext cx="2001360" cy="2251018"/>
          </a:xfrm>
          <a:custGeom>
            <a:avLst/>
            <a:gdLst/>
            <a:ahLst/>
            <a:cxnLst/>
            <a:rect r="r" b="b" t="t" l="l"/>
            <a:pathLst>
              <a:path h="2251018" w="2001360">
                <a:moveTo>
                  <a:pt x="0" y="0"/>
                </a:moveTo>
                <a:lnTo>
                  <a:pt x="2001360" y="0"/>
                </a:lnTo>
                <a:lnTo>
                  <a:pt x="2001360" y="2251018"/>
                </a:lnTo>
                <a:lnTo>
                  <a:pt x="0" y="22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302274" y="3290019"/>
            <a:ext cx="11683452" cy="33724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2842"/>
              </a:lnSpc>
            </a:pPr>
            <a:r>
              <a:rPr lang="en-US" sz="10000" spc="-27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{{topic}}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454932" y="3790368"/>
            <a:ext cx="1018413" cy="2057400"/>
          </a:xfrm>
          <a:custGeom>
            <a:avLst/>
            <a:gdLst/>
            <a:ahLst/>
            <a:cxnLst/>
            <a:rect r="r" b="b" t="t" l="l"/>
            <a:pathLst>
              <a:path h="2057400" w="1018413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35209" y="6591941"/>
            <a:ext cx="12017582" cy="5993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4371"/>
              </a:lnSpc>
            </a:pPr>
            <a:r>
              <a:rPr lang="en-US" sz="36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{{muallif}}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10800000">
            <a:off x="14814655" y="3790368"/>
            <a:ext cx="1018413" cy="2057400"/>
          </a:xfrm>
          <a:custGeom>
            <a:avLst/>
            <a:gdLst/>
            <a:ahLst/>
            <a:cxnLst/>
            <a:rect r="r" b="b" t="t" l="l"/>
            <a:pathLst>
              <a:path h="2057400" w="1018413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4675393"/>
            <a:ext cx="7321793" cy="33242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{{reja_1}}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{{reja_2}}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{{reja_3}}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{{reja_4}}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392157"/>
            <a:ext cx="6680372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{{reja}}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4675393"/>
            <a:ext cx="7321793" cy="33242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{{s03_text_1}}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392157"/>
            <a:ext cx="6680372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{{s03_title}}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{{image_1}}" id="9" descr="{{image_1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804324" y="1901884"/>
            <a:ext cx="6483233" cy="6483233"/>
            <a:chOff x="0" y="0"/>
            <a:chExt cx="34823400" cy="34823400"/>
          </a:xfrm>
        </p:grpSpPr>
        <p:sp>
          <p:nvSpPr>
            <p:cNvPr name="{{image_2}}" id="3" descr="{{image_2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58564" y="5317295"/>
            <a:ext cx="7321793" cy="2907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b="true" sz="1899" spc="58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{{s04_text_1}}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58564" y="2167450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{{s04_title}}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3339" y="4435040"/>
            <a:ext cx="7321793" cy="5993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{{s04_label_1}}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737559">
            <a:off x="-973962" y="8243230"/>
            <a:ext cx="4670260" cy="3252199"/>
          </a:xfrm>
          <a:custGeom>
            <a:avLst/>
            <a:gdLst/>
            <a:ahLst/>
            <a:cxnLst/>
            <a:rect r="r" b="b" t="t" l="l"/>
            <a:pathLst>
              <a:path h="3252199" w="4670260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437963" y="-3539609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4544" y="1172977"/>
            <a:ext cx="11198912" cy="7941047"/>
          </a:xfrm>
          <a:custGeom>
            <a:avLst/>
            <a:gdLst/>
            <a:ahLst/>
            <a:cxnLst/>
            <a:rect r="r" b="b" t="t" l="l"/>
            <a:pathLst>
              <a:path h="7941047" w="11198912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48704" y="-3236984"/>
            <a:ext cx="3554807" cy="5131612"/>
          </a:xfrm>
          <a:custGeom>
            <a:avLst/>
            <a:gdLst/>
            <a:ahLst/>
            <a:cxnLst/>
            <a:rect r="r" b="b" t="t" l="l"/>
            <a:pathLst>
              <a:path h="5131612" w="3554807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503353" y="2377331"/>
            <a:ext cx="3006706" cy="2766169"/>
          </a:xfrm>
          <a:custGeom>
            <a:avLst/>
            <a:gdLst/>
            <a:ahLst/>
            <a:cxnLst/>
            <a:rect r="r" b="b" t="t" l="l"/>
            <a:pathLst>
              <a:path h="2766169" w="3006706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182716">
            <a:off x="16663466" y="7802025"/>
            <a:ext cx="3249068" cy="4006698"/>
          </a:xfrm>
          <a:custGeom>
            <a:avLst/>
            <a:gdLst/>
            <a:ahLst/>
            <a:cxnLst/>
            <a:rect r="r" b="b" t="t" l="l"/>
            <a:pathLst>
              <a:path h="4006698" w="324906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4754150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737559">
            <a:off x="1159713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003287" y="-481992"/>
            <a:ext cx="2781341" cy="2859323"/>
          </a:xfrm>
          <a:custGeom>
            <a:avLst/>
            <a:gdLst/>
            <a:ahLst/>
            <a:cxnLst/>
            <a:rect r="r" b="b" t="t" l="l"/>
            <a:pathLst>
              <a:path h="2859323" w="2781341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547019" y="4929507"/>
            <a:ext cx="9193961" cy="265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{{s05_text_1}}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03814" y="2804792"/>
            <a:ext cx="6680372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{{s05_title}}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5257137"/>
            <a:ext cx="7975566" cy="29908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{{s06_text_1}}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143788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{{s06_title}}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{{image_3}}" id="9" descr="{{image_3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09725" y="4411378"/>
            <a:ext cx="7321793" cy="5993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{{s06_label_1}}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1168" y="5521691"/>
            <a:ext cx="7321793" cy="2907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b="true" sz="1899" spc="58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{{s07_text_1}}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61168" y="1905904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{{s07_title}}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5943" y="4173494"/>
            <a:ext cx="6712622" cy="11517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{{s07_label_1}}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737559">
            <a:off x="-973962" y="8243230"/>
            <a:ext cx="4670260" cy="3252199"/>
          </a:xfrm>
          <a:custGeom>
            <a:avLst/>
            <a:gdLst/>
            <a:ahLst/>
            <a:cxnLst/>
            <a:rect r="r" b="b" t="t" l="l"/>
            <a:pathLst>
              <a:path h="3252199" w="4670260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908749" y="-3521026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61239" y="1170261"/>
            <a:ext cx="6998061" cy="2561528"/>
            <a:chOff x="0" y="0"/>
            <a:chExt cx="2342659" cy="857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767897" y="1966203"/>
            <a:ext cx="1578952" cy="11696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Public Sans"/>
                <a:ea typeface="Public Sans"/>
                <a:cs typeface="Public Sans"/>
                <a:sym typeface="Public Sans"/>
              </a:rPr>
              <a:t/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61239" y="3862348"/>
            <a:ext cx="6998061" cy="2561528"/>
            <a:chOff x="0" y="0"/>
            <a:chExt cx="2342659" cy="8574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61239" y="6557226"/>
            <a:ext cx="6998061" cy="2561528"/>
            <a:chOff x="0" y="0"/>
            <a:chExt cx="2342659" cy="8574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767897" y="4635817"/>
            <a:ext cx="1578952" cy="11696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Public Sans"/>
                <a:ea typeface="Public Sans"/>
                <a:cs typeface="Public Sans"/>
                <a:sym typeface="Public Sans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7897" y="7353167"/>
            <a:ext cx="1578952" cy="11696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Public Sans"/>
                <a:ea typeface="Public Sans"/>
                <a:cs typeface="Public Sans"/>
                <a:sym typeface="Public Sans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0858" y="1730935"/>
            <a:ext cx="4132127" cy="1421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 u="none">
                <a:solidFill>
                  <a:srgbClr val="2B2B2B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{{s07_text_2}}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0858" y="4423022"/>
            <a:ext cx="4132127" cy="1421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 u="none">
                <a:solidFill>
                  <a:srgbClr val="2B2B2B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{{s07_text_3}}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0858" y="7117899"/>
            <a:ext cx="4132127" cy="1421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 u="none">
                <a:solidFill>
                  <a:srgbClr val="2B2B2B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{{s07_text_4}}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4544" y="1172977"/>
            <a:ext cx="11198912" cy="7941047"/>
          </a:xfrm>
          <a:custGeom>
            <a:avLst/>
            <a:gdLst/>
            <a:ahLst/>
            <a:cxnLst/>
            <a:rect r="r" b="b" t="t" l="l"/>
            <a:pathLst>
              <a:path h="7941047" w="11198912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48704" y="-3236984"/>
            <a:ext cx="3554807" cy="5131612"/>
          </a:xfrm>
          <a:custGeom>
            <a:avLst/>
            <a:gdLst/>
            <a:ahLst/>
            <a:cxnLst/>
            <a:rect r="r" b="b" t="t" l="l"/>
            <a:pathLst>
              <a:path h="5131612" w="3554807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503353" y="2377331"/>
            <a:ext cx="3006706" cy="2766169"/>
          </a:xfrm>
          <a:custGeom>
            <a:avLst/>
            <a:gdLst/>
            <a:ahLst/>
            <a:cxnLst/>
            <a:rect r="r" b="b" t="t" l="l"/>
            <a:pathLst>
              <a:path h="2766169" w="3006706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182716">
            <a:off x="16663466" y="7802025"/>
            <a:ext cx="3249068" cy="4006698"/>
          </a:xfrm>
          <a:custGeom>
            <a:avLst/>
            <a:gdLst/>
            <a:ahLst/>
            <a:cxnLst/>
            <a:rect r="r" b="b" t="t" l="l"/>
            <a:pathLst>
              <a:path h="4006698" w="324906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4754150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1737559">
            <a:off x="1159713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003287" y="-481992"/>
            <a:ext cx="2781341" cy="2859323"/>
          </a:xfrm>
          <a:custGeom>
            <a:avLst/>
            <a:gdLst/>
            <a:ahLst/>
            <a:cxnLst/>
            <a:rect r="r" b="b" t="t" l="l"/>
            <a:pathLst>
              <a:path h="2859323" w="2781341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547019" y="4905108"/>
            <a:ext cx="9193961" cy="265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{{s08_text_1}}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33718" y="2819667"/>
            <a:ext cx="9020563" cy="2038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7800"/>
              </a:lnSpc>
            </a:pPr>
            <a:r>
              <a:rPr lang="en-US" sz="7200" spc="-15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{{s08_title}}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804324" y="1901884"/>
            <a:ext cx="6483233" cy="6483233"/>
            <a:chOff x="0" y="0"/>
            <a:chExt cx="34823400" cy="34823400"/>
          </a:xfrm>
        </p:grpSpPr>
        <p:sp>
          <p:nvSpPr>
            <p:cNvPr name="{{image_4}}" id="3" descr="{{image_4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58564" y="5521691"/>
            <a:ext cx="7321793" cy="2907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b="true" sz="1899" spc="58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{{s09_text_1}}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58564" y="1963054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{{s09_title}}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3339" y="4173494"/>
            <a:ext cx="7321793" cy="11517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{{s09_label_1}}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737559">
            <a:off x="-973962" y="8243230"/>
            <a:ext cx="4670260" cy="3252199"/>
          </a:xfrm>
          <a:custGeom>
            <a:avLst/>
            <a:gdLst/>
            <a:ahLst/>
            <a:cxnLst/>
            <a:rect r="r" b="b" t="t" l="l"/>
            <a:pathLst>
              <a:path h="3252199" w="4670260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437963" y="-3539609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4142" y="3290364"/>
            <a:ext cx="4494794" cy="3031943"/>
          </a:xfrm>
          <a:custGeom>
            <a:avLst/>
            <a:gdLst/>
            <a:ahLst/>
            <a:cxnLst/>
            <a:rect r="r" b="b" t="t" l="l"/>
            <a:pathLst>
              <a:path h="3031943" w="4494794">
                <a:moveTo>
                  <a:pt x="0" y="0"/>
                </a:moveTo>
                <a:lnTo>
                  <a:pt x="4494794" y="0"/>
                </a:lnTo>
                <a:lnTo>
                  <a:pt x="4494794" y="3031943"/>
                </a:lnTo>
                <a:lnTo>
                  <a:pt x="0" y="3031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24142" y="681051"/>
            <a:ext cx="4494794" cy="2508913"/>
          </a:xfrm>
          <a:custGeom>
            <a:avLst/>
            <a:gdLst/>
            <a:ahLst/>
            <a:cxnLst/>
            <a:rect r="r" b="b" t="t" l="l"/>
            <a:pathLst>
              <a:path h="2508913" w="4494794">
                <a:moveTo>
                  <a:pt x="0" y="0"/>
                </a:moveTo>
                <a:lnTo>
                  <a:pt x="4494794" y="0"/>
                </a:lnTo>
                <a:lnTo>
                  <a:pt x="4494794" y="2508913"/>
                </a:lnTo>
                <a:lnTo>
                  <a:pt x="0" y="2508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24142" y="6418731"/>
            <a:ext cx="4494794" cy="3187218"/>
          </a:xfrm>
          <a:custGeom>
            <a:avLst/>
            <a:gdLst/>
            <a:ahLst/>
            <a:cxnLst/>
            <a:rect r="r" b="b" t="t" l="l"/>
            <a:pathLst>
              <a:path h="3187218" w="4494794">
                <a:moveTo>
                  <a:pt x="0" y="0"/>
                </a:moveTo>
                <a:lnTo>
                  <a:pt x="4494794" y="0"/>
                </a:lnTo>
                <a:lnTo>
                  <a:pt x="4494794" y="3187218"/>
                </a:lnTo>
                <a:lnTo>
                  <a:pt x="0" y="31872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669064" y="681051"/>
            <a:ext cx="4494794" cy="3187218"/>
          </a:xfrm>
          <a:custGeom>
            <a:avLst/>
            <a:gdLst/>
            <a:ahLst/>
            <a:cxnLst/>
            <a:rect r="r" b="b" t="t" l="l"/>
            <a:pathLst>
              <a:path h="3187218" w="4494794">
                <a:moveTo>
                  <a:pt x="0" y="0"/>
                </a:moveTo>
                <a:lnTo>
                  <a:pt x="4494794" y="0"/>
                </a:lnTo>
                <a:lnTo>
                  <a:pt x="4494794" y="3187218"/>
                </a:lnTo>
                <a:lnTo>
                  <a:pt x="0" y="31872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669064" y="3909818"/>
            <a:ext cx="4494794" cy="2508913"/>
          </a:xfrm>
          <a:custGeom>
            <a:avLst/>
            <a:gdLst/>
            <a:ahLst/>
            <a:cxnLst/>
            <a:rect r="r" b="b" t="t" l="l"/>
            <a:pathLst>
              <a:path h="2508913" w="4494794">
                <a:moveTo>
                  <a:pt x="0" y="0"/>
                </a:moveTo>
                <a:lnTo>
                  <a:pt x="4494794" y="0"/>
                </a:lnTo>
                <a:lnTo>
                  <a:pt x="4494794" y="2508913"/>
                </a:lnTo>
                <a:lnTo>
                  <a:pt x="0" y="2508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669064" y="6496368"/>
            <a:ext cx="4494794" cy="3031943"/>
          </a:xfrm>
          <a:custGeom>
            <a:avLst/>
            <a:gdLst/>
            <a:ahLst/>
            <a:cxnLst/>
            <a:rect r="r" b="b" t="t" l="l"/>
            <a:pathLst>
              <a:path h="3031943" w="4494794">
                <a:moveTo>
                  <a:pt x="0" y="0"/>
                </a:moveTo>
                <a:lnTo>
                  <a:pt x="4494794" y="0"/>
                </a:lnTo>
                <a:lnTo>
                  <a:pt x="4494794" y="3031944"/>
                </a:lnTo>
                <a:lnTo>
                  <a:pt x="0" y="3031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656338" y="3692898"/>
            <a:ext cx="4975325" cy="1712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28"/>
              </a:lnSpc>
            </a:pPr>
            <a:r>
              <a:rPr lang="en-US" sz="6800">
                <a:solidFill>
                  <a:srgbClr val="303030"/>
                </a:solidFill>
                <a:latin typeface="Fibre"/>
                <a:ea typeface="Fibre"/>
                <a:cs typeface="Fibre"/>
                <a:sym typeface="Fibre"/>
              </a:rPr>
              <a:t>{{s10_title}}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7063" y="1203988"/>
            <a:ext cx="3220828" cy="1415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80"/>
              </a:lnSpc>
            </a:pPr>
            <a:r>
              <a:rPr lang="en-US" sz="1500">
                <a:solidFill>
                  <a:srgbClr val="303030"/>
                </a:solidFill>
                <a:latin typeface="Lazydog"/>
                <a:ea typeface="Lazydog"/>
                <a:cs typeface="Lazydog"/>
                <a:sym typeface="Lazydog"/>
              </a:rPr>
              <a:t>{{s10_text_1}}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1125" y="4148906"/>
            <a:ext cx="3220828" cy="1415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80"/>
              </a:lnSpc>
            </a:pPr>
            <a:r>
              <a:rPr lang="en-US" sz="1500">
                <a:solidFill>
                  <a:srgbClr val="303030"/>
                </a:solidFill>
                <a:latin typeface="Lazydog"/>
                <a:ea typeface="Lazydog"/>
                <a:cs typeface="Lazydog"/>
                <a:sym typeface="Lazydog"/>
              </a:rPr>
              <a:t>{{s10_text_2}}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1125" y="7280820"/>
            <a:ext cx="3220828" cy="1415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80"/>
              </a:lnSpc>
            </a:pPr>
            <a:r>
              <a:rPr lang="en-US" sz="1500">
                <a:solidFill>
                  <a:srgbClr val="303030"/>
                </a:solidFill>
                <a:latin typeface="Lazydog"/>
                <a:ea typeface="Lazydog"/>
                <a:cs typeface="Lazydog"/>
                <a:sym typeface="Lazydog"/>
              </a:rPr>
              <a:t>{{s10_text_3}}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06047" y="7280820"/>
            <a:ext cx="3220828" cy="1415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80"/>
              </a:lnSpc>
            </a:pPr>
            <a:r>
              <a:rPr lang="en-US" sz="1500">
                <a:solidFill>
                  <a:srgbClr val="303030"/>
                </a:solidFill>
                <a:latin typeface="Lazydog"/>
                <a:ea typeface="Lazydog"/>
                <a:cs typeface="Lazydog"/>
                <a:sym typeface="Lazydog"/>
              </a:rPr>
              <a:t>{{s10_text_4}}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40881" y="4411980"/>
            <a:ext cx="3220828" cy="1415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80"/>
              </a:lnSpc>
            </a:pPr>
            <a:r>
              <a:rPr lang="en-US" sz="1500">
                <a:solidFill>
                  <a:srgbClr val="303030"/>
                </a:solidFill>
                <a:latin typeface="Lazydog"/>
                <a:ea typeface="Lazydog"/>
                <a:cs typeface="Lazydog"/>
                <a:sym typeface="Lazydog"/>
              </a:rPr>
              <a:t>{{s10_text_5}}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40881" y="1543140"/>
            <a:ext cx="3220828" cy="14154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280"/>
              </a:lnSpc>
            </a:pPr>
            <a:r>
              <a:rPr lang="en-US" sz="1500">
                <a:solidFill>
                  <a:srgbClr val="303030"/>
                </a:solidFill>
                <a:latin typeface="Lazydog"/>
                <a:ea typeface="Lazydog"/>
                <a:cs typeface="Lazydog"/>
                <a:sym typeface="Lazydog"/>
              </a:rPr>
              <a:t>{{s10_text_6}}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12583" y="5475867"/>
            <a:ext cx="3862834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1">
              <a:lnSpc>
                <a:spcPts val="4935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{{s10_label_1}}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4182716">
            <a:off x="8570472" y="-2234255"/>
            <a:ext cx="2943750" cy="3630186"/>
          </a:xfrm>
          <a:custGeom>
            <a:avLst/>
            <a:gdLst/>
            <a:ahLst/>
            <a:cxnLst/>
            <a:rect r="r" b="b" t="t" l="l"/>
            <a:pathLst>
              <a:path h="3630186" w="2943750">
                <a:moveTo>
                  <a:pt x="0" y="0"/>
                </a:moveTo>
                <a:lnTo>
                  <a:pt x="2943751" y="0"/>
                </a:lnTo>
                <a:lnTo>
                  <a:pt x="2943751" y="3630186"/>
                </a:lnTo>
                <a:lnTo>
                  <a:pt x="0" y="3630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459133" y="5801884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8"/>
                </a:lnTo>
                <a:lnTo>
                  <a:pt x="0" y="3726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1737559">
            <a:off x="6016825" y="8980873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-2085825" y="1189741"/>
            <a:ext cx="2781341" cy="2859323"/>
          </a:xfrm>
          <a:custGeom>
            <a:avLst/>
            <a:gdLst/>
            <a:ahLst/>
            <a:cxnLst/>
            <a:rect r="r" b="b" t="t" l="l"/>
            <a:pathLst>
              <a:path h="2859323" w="2781341">
                <a:moveTo>
                  <a:pt x="0" y="0"/>
                </a:moveTo>
                <a:lnTo>
                  <a:pt x="2781342" y="0"/>
                </a:lnTo>
                <a:lnTo>
                  <a:pt x="2781342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4675393"/>
            <a:ext cx="7321793" cy="33242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{{s11_text_1}}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392157"/>
            <a:ext cx="6680372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{{s11_title}}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{{image_1}}" id="9" descr="{{image_1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804324" y="1901884"/>
            <a:ext cx="6483233" cy="6483233"/>
            <a:chOff x="0" y="0"/>
            <a:chExt cx="34823400" cy="34823400"/>
          </a:xfrm>
        </p:grpSpPr>
        <p:sp>
          <p:nvSpPr>
            <p:cNvPr name="{{image_2}}" id="3" descr="{{image_2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58564" y="5317295"/>
            <a:ext cx="7321793" cy="2907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b="true" sz="1899" spc="58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{{s12_text_1}}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58564" y="2167450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{{s12_title}}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3339" y="4435040"/>
            <a:ext cx="7321793" cy="5993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{{s12_label_1}}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737559">
            <a:off x="-973962" y="8243230"/>
            <a:ext cx="4670260" cy="3252199"/>
          </a:xfrm>
          <a:custGeom>
            <a:avLst/>
            <a:gdLst/>
            <a:ahLst/>
            <a:cxnLst/>
            <a:rect r="r" b="b" t="t" l="l"/>
            <a:pathLst>
              <a:path h="3252199" w="4670260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437963" y="-3539609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4544" y="1172977"/>
            <a:ext cx="11198912" cy="7941047"/>
          </a:xfrm>
          <a:custGeom>
            <a:avLst/>
            <a:gdLst/>
            <a:ahLst/>
            <a:cxnLst/>
            <a:rect r="r" b="b" t="t" l="l"/>
            <a:pathLst>
              <a:path h="7941047" w="11198912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48704" y="-3236984"/>
            <a:ext cx="3554807" cy="5131612"/>
          </a:xfrm>
          <a:custGeom>
            <a:avLst/>
            <a:gdLst/>
            <a:ahLst/>
            <a:cxnLst/>
            <a:rect r="r" b="b" t="t" l="l"/>
            <a:pathLst>
              <a:path h="5131612" w="3554807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503353" y="2377331"/>
            <a:ext cx="3006706" cy="2766169"/>
          </a:xfrm>
          <a:custGeom>
            <a:avLst/>
            <a:gdLst/>
            <a:ahLst/>
            <a:cxnLst/>
            <a:rect r="r" b="b" t="t" l="l"/>
            <a:pathLst>
              <a:path h="2766169" w="3006706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182716">
            <a:off x="16663466" y="7802025"/>
            <a:ext cx="3249068" cy="4006698"/>
          </a:xfrm>
          <a:custGeom>
            <a:avLst/>
            <a:gdLst/>
            <a:ahLst/>
            <a:cxnLst/>
            <a:rect r="r" b="b" t="t" l="l"/>
            <a:pathLst>
              <a:path h="4006698" w="324906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4754150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737559">
            <a:off x="1159713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003287" y="-481992"/>
            <a:ext cx="2781341" cy="2859323"/>
          </a:xfrm>
          <a:custGeom>
            <a:avLst/>
            <a:gdLst/>
            <a:ahLst/>
            <a:cxnLst/>
            <a:rect r="r" b="b" t="t" l="l"/>
            <a:pathLst>
              <a:path h="2859323" w="2781341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547019" y="4929507"/>
            <a:ext cx="9193961" cy="265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{{s13_text_1}}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03814" y="2804792"/>
            <a:ext cx="6680372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{{s13_title}}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5257137"/>
            <a:ext cx="7975566" cy="29908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{{s14_text_1}}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143788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{{s14_title}}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{{image_3}}" id="9" descr="{{image_3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09725" y="4411378"/>
            <a:ext cx="7321793" cy="59931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{{s14_label_1}}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1168" y="5521691"/>
            <a:ext cx="7321793" cy="2907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b="true" sz="1899" spc="58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{{s15_text_1}}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61168" y="1905904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{{s15_title}}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5943" y="4173494"/>
            <a:ext cx="6712622" cy="11517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{{s15_label_1}}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737559">
            <a:off x="-973962" y="8243230"/>
            <a:ext cx="4670260" cy="3252199"/>
          </a:xfrm>
          <a:custGeom>
            <a:avLst/>
            <a:gdLst/>
            <a:ahLst/>
            <a:cxnLst/>
            <a:rect r="r" b="b" t="t" l="l"/>
            <a:pathLst>
              <a:path h="3252199" w="4670260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908749" y="-3521026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61239" y="1170261"/>
            <a:ext cx="6998061" cy="2561528"/>
            <a:chOff x="0" y="0"/>
            <a:chExt cx="2342659" cy="857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767897" y="1966203"/>
            <a:ext cx="1578952" cy="11696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Public Sans"/>
                <a:ea typeface="Public Sans"/>
                <a:cs typeface="Public Sans"/>
                <a:sym typeface="Public Sans"/>
              </a:rPr>
              <a:t/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61239" y="3862348"/>
            <a:ext cx="6998061" cy="2561528"/>
            <a:chOff x="0" y="0"/>
            <a:chExt cx="2342659" cy="8574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61239" y="6557226"/>
            <a:ext cx="6998061" cy="2561528"/>
            <a:chOff x="0" y="0"/>
            <a:chExt cx="2342659" cy="8574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767897" y="4635817"/>
            <a:ext cx="1578952" cy="11696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Public Sans"/>
                <a:ea typeface="Public Sans"/>
                <a:cs typeface="Public Sans"/>
                <a:sym typeface="Public Sans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7897" y="7353167"/>
            <a:ext cx="1578952" cy="116967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Public Sans"/>
                <a:ea typeface="Public Sans"/>
                <a:cs typeface="Public Sans"/>
                <a:sym typeface="Public Sans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0858" y="1730935"/>
            <a:ext cx="4132127" cy="1421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 u="none">
                <a:solidFill>
                  <a:srgbClr val="2B2B2B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{{s15_text_2}}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80858" y="4423022"/>
            <a:ext cx="4132127" cy="1421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 u="none">
                <a:solidFill>
                  <a:srgbClr val="2B2B2B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{{s15_text_3}}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0858" y="7117899"/>
            <a:ext cx="4132127" cy="14211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1890"/>
              </a:lnSpc>
              <a:spcBef>
                <a:spcPct val="0"/>
              </a:spcBef>
            </a:pPr>
            <a:r>
              <a:rPr lang="en-US" b="true" sz="1400" spc="84" u="none">
                <a:solidFill>
                  <a:srgbClr val="2B2B2B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{{s15_text_4}}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4544" y="1172977"/>
            <a:ext cx="11198912" cy="7941047"/>
          </a:xfrm>
          <a:custGeom>
            <a:avLst/>
            <a:gdLst/>
            <a:ahLst/>
            <a:cxnLst/>
            <a:rect r="r" b="b" t="t" l="l"/>
            <a:pathLst>
              <a:path h="7941047" w="11198912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48704" y="-3236984"/>
            <a:ext cx="3554807" cy="5131612"/>
          </a:xfrm>
          <a:custGeom>
            <a:avLst/>
            <a:gdLst/>
            <a:ahLst/>
            <a:cxnLst/>
            <a:rect r="r" b="b" t="t" l="l"/>
            <a:pathLst>
              <a:path h="5131612" w="3554807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503353" y="2377331"/>
            <a:ext cx="3006706" cy="2766169"/>
          </a:xfrm>
          <a:custGeom>
            <a:avLst/>
            <a:gdLst/>
            <a:ahLst/>
            <a:cxnLst/>
            <a:rect r="r" b="b" t="t" l="l"/>
            <a:pathLst>
              <a:path h="2766169" w="3006706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182716">
            <a:off x="16663466" y="7802025"/>
            <a:ext cx="3249068" cy="4006698"/>
          </a:xfrm>
          <a:custGeom>
            <a:avLst/>
            <a:gdLst/>
            <a:ahLst/>
            <a:cxnLst/>
            <a:rect r="r" b="b" t="t" l="l"/>
            <a:pathLst>
              <a:path h="4006698" w="324906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4754150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1737559">
            <a:off x="1159713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003287" y="-481992"/>
            <a:ext cx="2781341" cy="2859323"/>
          </a:xfrm>
          <a:custGeom>
            <a:avLst/>
            <a:gdLst/>
            <a:ahLst/>
            <a:cxnLst/>
            <a:rect r="r" b="b" t="t" l="l"/>
            <a:pathLst>
              <a:path h="2859323" w="2781341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4547019" y="4905108"/>
            <a:ext cx="9193961" cy="26574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{{s16_text_1}}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33718" y="2819667"/>
            <a:ext cx="9020563" cy="20383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7800"/>
              </a:lnSpc>
            </a:pPr>
            <a:r>
              <a:rPr lang="en-US" sz="7200" spc="-15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{{s16_title}}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4995199"/>
            <a:ext cx="7975566" cy="29908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{{s17_text_1}}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405725"/>
            <a:ext cx="7321793" cy="1105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{{s17_title}}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{{image_5}}" id="9" descr="{{image_5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09725" y="3625566"/>
            <a:ext cx="6460001" cy="11517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{{s17_label_1}}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804324" y="1901884"/>
            <a:ext cx="6483233" cy="6483233"/>
            <a:chOff x="0" y="0"/>
            <a:chExt cx="34823400" cy="34823400"/>
          </a:xfrm>
        </p:grpSpPr>
        <p:sp>
          <p:nvSpPr>
            <p:cNvPr name="{{image_4}}" id="3" descr="{{image_4}}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2"/>
              <a:stretch>
                <a:fillRect l="-38888" t="0" r="-3888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458564" y="5521691"/>
            <a:ext cx="7321793" cy="2907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b="true" sz="1899" spc="58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{{s18_text_1}}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58564" y="1963054"/>
            <a:ext cx="7321793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{{s18_title}}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3339" y="4173494"/>
            <a:ext cx="7321793" cy="11517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371"/>
              </a:lnSpc>
            </a:pPr>
            <a:r>
              <a:rPr lang="en-US" sz="4200" spc="-94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{{s18_label_1}}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737559">
            <a:off x="-973962" y="8243230"/>
            <a:ext cx="4670260" cy="3252199"/>
          </a:xfrm>
          <a:custGeom>
            <a:avLst/>
            <a:gdLst/>
            <a:ahLst/>
            <a:cxnLst/>
            <a:rect r="r" b="b" t="t" l="l"/>
            <a:pathLst>
              <a:path h="3252199" w="4670260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437963" y="-3539609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4950" y="4675393"/>
            <a:ext cx="7321793" cy="33242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61" u="none">
                <a:solidFill>
                  <a:srgbClr val="2B2B2B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{{adabiyotlar_ro_yxati}}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4950" y="2392157"/>
            <a:ext cx="6680372" cy="21532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8320"/>
              </a:lnSpc>
            </a:pPr>
            <a:r>
              <a:rPr lang="en-US" sz="7200" spc="-160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{{adabiyotlar}}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737559">
            <a:off x="2318674" y="8845184"/>
            <a:ext cx="3751278" cy="2612254"/>
          </a:xfrm>
          <a:custGeom>
            <a:avLst/>
            <a:gdLst/>
            <a:ahLst/>
            <a:cxnLst/>
            <a:rect r="r" b="b" t="t" l="l"/>
            <a:pathLst>
              <a:path h="2612254" w="3751278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328922" y="8100335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98230"/>
            <a:ext cx="3198742" cy="2797445"/>
          </a:xfrm>
          <a:custGeom>
            <a:avLst/>
            <a:gdLst/>
            <a:ahLst/>
            <a:cxnLst/>
            <a:rect r="r" b="b" t="t" l="l"/>
            <a:pathLst>
              <a:path h="2797445" w="3198742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5561337" y="-1937162"/>
            <a:ext cx="2491650" cy="4103017"/>
          </a:xfrm>
          <a:custGeom>
            <a:avLst/>
            <a:gdLst/>
            <a:ahLst/>
            <a:cxnLst/>
            <a:rect r="r" b="b" t="t" l="l"/>
            <a:pathLst>
              <a:path h="4103017" w="2491650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174861" y="1901884"/>
            <a:ext cx="6483233" cy="6483233"/>
            <a:chOff x="0" y="0"/>
            <a:chExt cx="34823400" cy="3482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0"/>
              <a:stretch>
                <a:fillRect l="-38888" t="0" r="-38888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23400" cy="34823400"/>
            </a:xfrm>
            <a:custGeom>
              <a:avLst/>
              <a:gdLst/>
              <a:ahLst/>
              <a:cxnLst/>
              <a:rect r="r" b="b" t="t" l="l"/>
              <a:pathLst>
                <a:path h="34823400" w="34823400">
                  <a:moveTo>
                    <a:pt x="34823400" y="34823400"/>
                  </a:moveTo>
                  <a:lnTo>
                    <a:pt x="0" y="34823400"/>
                  </a:lnTo>
                  <a:lnTo>
                    <a:pt x="0" y="0"/>
                  </a:lnTo>
                  <a:lnTo>
                    <a:pt x="34823400" y="0"/>
                  </a:lnTo>
                  <a:lnTo>
                    <a:pt x="34823400" y="3482340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37559">
            <a:off x="2514574" y="8661324"/>
            <a:ext cx="4277568" cy="2978743"/>
          </a:xfrm>
          <a:custGeom>
            <a:avLst/>
            <a:gdLst/>
            <a:ahLst/>
            <a:cxnLst/>
            <a:rect r="r" b="b" t="t" l="l"/>
            <a:pathLst>
              <a:path h="2978743" w="4277568">
                <a:moveTo>
                  <a:pt x="0" y="0"/>
                </a:moveTo>
                <a:lnTo>
                  <a:pt x="4277569" y="0"/>
                </a:lnTo>
                <a:lnTo>
                  <a:pt x="4277569" y="2978743"/>
                </a:lnTo>
                <a:lnTo>
                  <a:pt x="0" y="297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096905" y="3925196"/>
            <a:ext cx="2854557" cy="2956698"/>
          </a:xfrm>
          <a:custGeom>
            <a:avLst/>
            <a:gdLst/>
            <a:ahLst/>
            <a:cxnLst/>
            <a:rect r="r" b="b" t="t" l="l"/>
            <a:pathLst>
              <a:path h="2956698" w="2854557">
                <a:moveTo>
                  <a:pt x="0" y="0"/>
                </a:moveTo>
                <a:lnTo>
                  <a:pt x="2854557" y="0"/>
                </a:lnTo>
                <a:lnTo>
                  <a:pt x="2854557" y="2956698"/>
                </a:lnTo>
                <a:lnTo>
                  <a:pt x="0" y="2956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136496" y="8228619"/>
            <a:ext cx="3057281" cy="2751553"/>
          </a:xfrm>
          <a:custGeom>
            <a:avLst/>
            <a:gdLst/>
            <a:ahLst/>
            <a:cxnLst/>
            <a:rect r="r" b="b" t="t" l="l"/>
            <a:pathLst>
              <a:path h="2751553" w="3057281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3011" y="7395331"/>
            <a:ext cx="4539051" cy="4810170"/>
          </a:xfrm>
          <a:custGeom>
            <a:avLst/>
            <a:gdLst/>
            <a:ahLst/>
            <a:cxnLst/>
            <a:rect r="r" b="b" t="t" l="l"/>
            <a:pathLst>
              <a:path h="4810170" w="4539051">
                <a:moveTo>
                  <a:pt x="0" y="0"/>
                </a:moveTo>
                <a:lnTo>
                  <a:pt x="4539051" y="0"/>
                </a:lnTo>
                <a:lnTo>
                  <a:pt x="4539051" y="4810170"/>
                </a:lnTo>
                <a:lnTo>
                  <a:pt x="0" y="48101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29695" y="4662240"/>
            <a:ext cx="2058395" cy="3339578"/>
          </a:xfrm>
          <a:custGeom>
            <a:avLst/>
            <a:gdLst/>
            <a:ahLst/>
            <a:cxnLst/>
            <a:rect r="r" b="b" t="t" l="l"/>
            <a:pathLst>
              <a:path h="3339578" w="2058395">
                <a:moveTo>
                  <a:pt x="0" y="0"/>
                </a:moveTo>
                <a:lnTo>
                  <a:pt x="2058395" y="0"/>
                </a:lnTo>
                <a:lnTo>
                  <a:pt x="2058395" y="3339578"/>
                </a:lnTo>
                <a:lnTo>
                  <a:pt x="0" y="3339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426264" y="8847163"/>
            <a:ext cx="2906489" cy="3358338"/>
          </a:xfrm>
          <a:custGeom>
            <a:avLst/>
            <a:gdLst/>
            <a:ahLst/>
            <a:cxnLst/>
            <a:rect r="r" b="b" t="t" l="l"/>
            <a:pathLst>
              <a:path h="3358338" w="2906489">
                <a:moveTo>
                  <a:pt x="0" y="0"/>
                </a:moveTo>
                <a:lnTo>
                  <a:pt x="2906488" y="0"/>
                </a:lnTo>
                <a:lnTo>
                  <a:pt x="2906488" y="3358338"/>
                </a:lnTo>
                <a:lnTo>
                  <a:pt x="0" y="3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096905" y="1028700"/>
            <a:ext cx="2886146" cy="2524065"/>
          </a:xfrm>
          <a:custGeom>
            <a:avLst/>
            <a:gdLst/>
            <a:ahLst/>
            <a:cxnLst/>
            <a:rect r="r" b="b" t="t" l="l"/>
            <a:pathLst>
              <a:path h="2524065" w="2886146">
                <a:moveTo>
                  <a:pt x="0" y="0"/>
                </a:moveTo>
                <a:lnTo>
                  <a:pt x="2886145" y="0"/>
                </a:lnTo>
                <a:lnTo>
                  <a:pt x="2886145" y="2524065"/>
                </a:lnTo>
                <a:lnTo>
                  <a:pt x="0" y="25240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0696671" y="9261214"/>
            <a:ext cx="5352421" cy="2530235"/>
          </a:xfrm>
          <a:custGeom>
            <a:avLst/>
            <a:gdLst/>
            <a:ahLst/>
            <a:cxnLst/>
            <a:rect r="r" b="b" t="t" l="l"/>
            <a:pathLst>
              <a:path h="2530235" w="5352421">
                <a:moveTo>
                  <a:pt x="0" y="0"/>
                </a:moveTo>
                <a:lnTo>
                  <a:pt x="5352421" y="0"/>
                </a:lnTo>
                <a:lnTo>
                  <a:pt x="5352421" y="2530235"/>
                </a:lnTo>
                <a:lnTo>
                  <a:pt x="0" y="25302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17113" y="-1667348"/>
            <a:ext cx="2477977" cy="3577131"/>
          </a:xfrm>
          <a:custGeom>
            <a:avLst/>
            <a:gdLst/>
            <a:ahLst/>
            <a:cxnLst/>
            <a:rect r="r" b="b" t="t" l="l"/>
            <a:pathLst>
              <a:path h="3577131" w="2477977">
                <a:moveTo>
                  <a:pt x="0" y="0"/>
                </a:moveTo>
                <a:lnTo>
                  <a:pt x="2477976" y="0"/>
                </a:lnTo>
                <a:lnTo>
                  <a:pt x="2477976" y="3577131"/>
                </a:lnTo>
                <a:lnTo>
                  <a:pt x="0" y="357713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060863" y="-1667348"/>
            <a:ext cx="3006706" cy="2766169"/>
          </a:xfrm>
          <a:custGeom>
            <a:avLst/>
            <a:gdLst/>
            <a:ahLst/>
            <a:cxnLst/>
            <a:rect r="r" b="b" t="t" l="l"/>
            <a:pathLst>
              <a:path h="2766169" w="3006706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4182716">
            <a:off x="5683694" y="-2327113"/>
            <a:ext cx="3249068" cy="4006698"/>
          </a:xfrm>
          <a:custGeom>
            <a:avLst/>
            <a:gdLst/>
            <a:ahLst/>
            <a:cxnLst/>
            <a:rect r="r" b="b" t="t" l="l"/>
            <a:pathLst>
              <a:path h="4006698" w="3249068">
                <a:moveTo>
                  <a:pt x="0" y="0"/>
                </a:moveTo>
                <a:lnTo>
                  <a:pt x="3249068" y="0"/>
                </a:lnTo>
                <a:lnTo>
                  <a:pt x="3249068" y="4006699"/>
                </a:lnTo>
                <a:lnTo>
                  <a:pt x="0" y="400669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81395" y="-3285587"/>
            <a:ext cx="4859148" cy="4691287"/>
          </a:xfrm>
          <a:custGeom>
            <a:avLst/>
            <a:gdLst/>
            <a:ahLst/>
            <a:cxnLst/>
            <a:rect r="r" b="b" t="t" l="l"/>
            <a:pathLst>
              <a:path h="4691287" w="4859148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10684014" y="-1843014"/>
            <a:ext cx="2262958" cy="3726427"/>
          </a:xfrm>
          <a:custGeom>
            <a:avLst/>
            <a:gdLst/>
            <a:ahLst/>
            <a:cxnLst/>
            <a:rect r="r" b="b" t="t" l="l"/>
            <a:pathLst>
              <a:path h="3726427" w="2262958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972660" y="2160503"/>
            <a:ext cx="2001360" cy="2251018"/>
          </a:xfrm>
          <a:custGeom>
            <a:avLst/>
            <a:gdLst/>
            <a:ahLst/>
            <a:cxnLst/>
            <a:rect r="r" b="b" t="t" l="l"/>
            <a:pathLst>
              <a:path h="2251018" w="2001360">
                <a:moveTo>
                  <a:pt x="0" y="0"/>
                </a:moveTo>
                <a:lnTo>
                  <a:pt x="2001360" y="0"/>
                </a:lnTo>
                <a:lnTo>
                  <a:pt x="2001360" y="2251018"/>
                </a:lnTo>
                <a:lnTo>
                  <a:pt x="0" y="22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4333911" y="3442714"/>
            <a:ext cx="9620177" cy="41730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5644"/>
              </a:lnSpc>
            </a:pPr>
            <a:r>
              <a:rPr lang="en-US" sz="10000" spc="-359">
                <a:solidFill>
                  <a:srgbClr val="2B2B2B"/>
                </a:solidFill>
                <a:latin typeface="Fibre"/>
                <a:ea typeface="Fibre"/>
                <a:cs typeface="Fibre"/>
                <a:sym typeface="Fibre"/>
              </a:rPr>
              <a:t>{{yakun}}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761291" y="4114800"/>
            <a:ext cx="1018413" cy="2057400"/>
          </a:xfrm>
          <a:custGeom>
            <a:avLst/>
            <a:gdLst/>
            <a:ahLst/>
            <a:cxnLst/>
            <a:rect r="r" b="b" t="t" l="l"/>
            <a:pathLst>
              <a:path h="2057400" w="1018413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800000">
            <a:off x="14508296" y="4114800"/>
            <a:ext cx="1018413" cy="2057400"/>
          </a:xfrm>
          <a:custGeom>
            <a:avLst/>
            <a:gdLst/>
            <a:ahLst/>
            <a:cxnLst/>
            <a:rect r="r" b="b" t="t" l="l"/>
            <a:pathLst>
              <a:path h="2057400" w="1018413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DAHXbVd7mgM</dc:identifier>
  <dcterms:modified xsi:type="dcterms:W3CDTF">2011-08-01T06:04:30Z</dcterms:modified>
  <cp:revision>1</cp:revision>
  <dc:title>Colorful Organic Child Psychology Presentation</dc:title>
</cp:coreProperties>
</file>