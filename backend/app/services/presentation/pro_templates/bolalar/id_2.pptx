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Lazydog" charset="1" panose="00000000000000000000"/>
      <p:regular r:id="rId22"/>
    </p:embeddedFont>
    <p:embeddedFont>
      <p:font typeface="Nunito Ultra-Bold" charset="1" panose="00000000000000000000"/>
      <p:regular r:id="rId23"/>
    </p:embeddedFont>
    <p:embeddedFont>
      <p:font typeface="Nunito Bold" charset="1" panose="00000000000000000000"/>
      <p:regular r:id="rId24"/>
    </p:embeddedFont>
    <p:embeddedFont>
      <p:font typeface="Nunito Semi-Bold" charset="1" panose="00000000000000000000"/>
      <p:regular r:id="rId25"/>
    </p:embeddedFont>
    <p:embeddedFont>
      <p:font typeface="Nunito Ultra-Bold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svg" Type="http://schemas.openxmlformats.org/officeDocument/2006/relationships/image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3360" y="2274396"/>
            <a:ext cx="7863840" cy="365333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ct val="100000"/>
              </a:lnSpc>
              <a:spcBef>
                <a:spcPct val="0"/>
              </a:spcBef>
            </a:pPr>
            <a:r>
              <a:rPr lang="en-US" sz="8000" spc="-847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{{topic}}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46560" y="6070605"/>
            <a:ext cx="6228766" cy="939275"/>
            <a:chOff x="0" y="0"/>
            <a:chExt cx="4640499" cy="699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5409" y="45740"/>
              <a:ext cx="4529465" cy="608584"/>
            </a:xfrm>
            <a:custGeom>
              <a:avLst/>
              <a:gdLst/>
              <a:ahLst/>
              <a:cxnLst/>
              <a:rect r="r" b="b" t="t" l="l"/>
              <a:pathLst>
                <a:path h="608584" w="4529465">
                  <a:moveTo>
                    <a:pt x="0" y="220960"/>
                  </a:moveTo>
                  <a:cubicBezTo>
                    <a:pt x="470976" y="123170"/>
                    <a:pt x="746636" y="81260"/>
                    <a:pt x="962730" y="54590"/>
                  </a:cubicBezTo>
                  <a:cubicBezTo>
                    <a:pt x="1166358" y="31730"/>
                    <a:pt x="1349208" y="12680"/>
                    <a:pt x="1556991" y="5060"/>
                  </a:cubicBezTo>
                  <a:cubicBezTo>
                    <a:pt x="1784168" y="-3830"/>
                    <a:pt x="2052901" y="-20"/>
                    <a:pt x="2274537" y="8870"/>
                  </a:cubicBezTo>
                  <a:cubicBezTo>
                    <a:pt x="2467083" y="16490"/>
                    <a:pt x="2640236" y="31730"/>
                    <a:pt x="2812004" y="48240"/>
                  </a:cubicBezTo>
                  <a:cubicBezTo>
                    <a:pt x="2974075" y="63480"/>
                    <a:pt x="3100130" y="73640"/>
                    <a:pt x="3278824" y="104120"/>
                  </a:cubicBezTo>
                  <a:cubicBezTo>
                    <a:pt x="3525394" y="144760"/>
                    <a:pt x="3967280" y="242550"/>
                    <a:pt x="4148745" y="289540"/>
                  </a:cubicBezTo>
                  <a:cubicBezTo>
                    <a:pt x="4234629" y="309860"/>
                    <a:pt x="4273415" y="321290"/>
                    <a:pt x="4332979" y="342880"/>
                  </a:cubicBezTo>
                  <a:cubicBezTo>
                    <a:pt x="4392544" y="365740"/>
                    <a:pt x="4478428" y="391140"/>
                    <a:pt x="4507518" y="422890"/>
                  </a:cubicBezTo>
                  <a:cubicBezTo>
                    <a:pt x="4525526" y="440670"/>
                    <a:pt x="4532452" y="464800"/>
                    <a:pt x="4528296" y="483850"/>
                  </a:cubicBezTo>
                  <a:cubicBezTo>
                    <a:pt x="4525526" y="502900"/>
                    <a:pt x="4507518" y="524490"/>
                    <a:pt x="4485354" y="535920"/>
                  </a:cubicBezTo>
                  <a:cubicBezTo>
                    <a:pt x="4450723" y="551160"/>
                    <a:pt x="4403626" y="539730"/>
                    <a:pt x="4321897" y="535920"/>
                  </a:cubicBezTo>
                  <a:cubicBezTo>
                    <a:pt x="4058705" y="523220"/>
                    <a:pt x="3133376" y="407650"/>
                    <a:pt x="2676252" y="380980"/>
                  </a:cubicBezTo>
                  <a:cubicBezTo>
                    <a:pt x="2352110" y="361930"/>
                    <a:pt x="2047361" y="359390"/>
                    <a:pt x="1840962" y="361930"/>
                  </a:cubicBezTo>
                  <a:cubicBezTo>
                    <a:pt x="1719062" y="363200"/>
                    <a:pt x="1656727" y="367010"/>
                    <a:pt x="1550065" y="374630"/>
                  </a:cubicBezTo>
                  <a:cubicBezTo>
                    <a:pt x="1417084" y="384790"/>
                    <a:pt x="1270250" y="397490"/>
                    <a:pt x="1104023" y="421620"/>
                  </a:cubicBezTo>
                  <a:cubicBezTo>
                    <a:pt x="887928" y="452100"/>
                    <a:pt x="466820" y="572750"/>
                    <a:pt x="369855" y="557510"/>
                  </a:cubicBezTo>
                  <a:cubicBezTo>
                    <a:pt x="343535" y="553700"/>
                    <a:pt x="332454" y="546080"/>
                    <a:pt x="322757" y="533380"/>
                  </a:cubicBezTo>
                  <a:cubicBezTo>
                    <a:pt x="311675" y="521950"/>
                    <a:pt x="304749" y="501630"/>
                    <a:pt x="304749" y="486390"/>
                  </a:cubicBezTo>
                  <a:cubicBezTo>
                    <a:pt x="304749" y="474960"/>
                    <a:pt x="307520" y="464800"/>
                    <a:pt x="314446" y="454640"/>
                  </a:cubicBezTo>
                  <a:cubicBezTo>
                    <a:pt x="322757" y="443210"/>
                    <a:pt x="332454" y="431780"/>
                    <a:pt x="356002" y="422890"/>
                  </a:cubicBezTo>
                  <a:cubicBezTo>
                    <a:pt x="421108" y="397490"/>
                    <a:pt x="624736" y="384790"/>
                    <a:pt x="766029" y="374630"/>
                  </a:cubicBezTo>
                  <a:cubicBezTo>
                    <a:pt x="914248" y="365740"/>
                    <a:pt x="1073548" y="363200"/>
                    <a:pt x="1227308" y="368280"/>
                  </a:cubicBezTo>
                  <a:cubicBezTo>
                    <a:pt x="1381068" y="372090"/>
                    <a:pt x="1537598" y="386060"/>
                    <a:pt x="1685817" y="402570"/>
                  </a:cubicBezTo>
                  <a:cubicBezTo>
                    <a:pt x="1827110" y="419080"/>
                    <a:pt x="2066754" y="417810"/>
                    <a:pt x="2095843" y="464800"/>
                  </a:cubicBezTo>
                  <a:cubicBezTo>
                    <a:pt x="2111081" y="488930"/>
                    <a:pt x="2066754" y="558780"/>
                    <a:pt x="2058442" y="558780"/>
                  </a:cubicBezTo>
                  <a:cubicBezTo>
                    <a:pt x="2048746" y="557510"/>
                    <a:pt x="2027967" y="476230"/>
                    <a:pt x="2041819" y="459720"/>
                  </a:cubicBezTo>
                  <a:cubicBezTo>
                    <a:pt x="2052901" y="445750"/>
                    <a:pt x="2093073" y="445750"/>
                    <a:pt x="2112466" y="452100"/>
                  </a:cubicBezTo>
                  <a:cubicBezTo>
                    <a:pt x="2129089" y="457180"/>
                    <a:pt x="2144326" y="471150"/>
                    <a:pt x="2152637" y="485120"/>
                  </a:cubicBezTo>
                  <a:cubicBezTo>
                    <a:pt x="2159564" y="497820"/>
                    <a:pt x="2162334" y="519410"/>
                    <a:pt x="2158178" y="533380"/>
                  </a:cubicBezTo>
                  <a:cubicBezTo>
                    <a:pt x="2154023" y="548620"/>
                    <a:pt x="2141556" y="565130"/>
                    <a:pt x="2127703" y="574020"/>
                  </a:cubicBezTo>
                  <a:cubicBezTo>
                    <a:pt x="2115236" y="582910"/>
                    <a:pt x="2094458" y="593070"/>
                    <a:pt x="2084762" y="586720"/>
                  </a:cubicBezTo>
                  <a:cubicBezTo>
                    <a:pt x="2066754" y="575290"/>
                    <a:pt x="2102769" y="458450"/>
                    <a:pt x="2084762" y="447020"/>
                  </a:cubicBezTo>
                  <a:cubicBezTo>
                    <a:pt x="2075065" y="440670"/>
                    <a:pt x="2041819" y="458450"/>
                    <a:pt x="2041819" y="459720"/>
                  </a:cubicBezTo>
                  <a:cubicBezTo>
                    <a:pt x="2041819" y="460990"/>
                    <a:pt x="2091688" y="444480"/>
                    <a:pt x="2112466" y="452100"/>
                  </a:cubicBezTo>
                  <a:cubicBezTo>
                    <a:pt x="2131859" y="458450"/>
                    <a:pt x="2152637" y="485120"/>
                    <a:pt x="2158178" y="500360"/>
                  </a:cubicBezTo>
                  <a:cubicBezTo>
                    <a:pt x="2163719" y="511790"/>
                    <a:pt x="2162334" y="523220"/>
                    <a:pt x="2158178" y="533380"/>
                  </a:cubicBezTo>
                  <a:cubicBezTo>
                    <a:pt x="2154023" y="547350"/>
                    <a:pt x="2127703" y="574020"/>
                    <a:pt x="2127703" y="574020"/>
                  </a:cubicBezTo>
                  <a:cubicBezTo>
                    <a:pt x="2127703" y="575290"/>
                    <a:pt x="2188653" y="504170"/>
                    <a:pt x="2185883" y="501630"/>
                  </a:cubicBezTo>
                  <a:cubicBezTo>
                    <a:pt x="2183112" y="499090"/>
                    <a:pt x="2126318" y="586720"/>
                    <a:pt x="2070909" y="603230"/>
                  </a:cubicBezTo>
                  <a:cubicBezTo>
                    <a:pt x="1980870" y="628630"/>
                    <a:pt x="1795250" y="556240"/>
                    <a:pt x="1667809" y="541000"/>
                  </a:cubicBezTo>
                  <a:cubicBezTo>
                    <a:pt x="1551450" y="528300"/>
                    <a:pt x="1461411" y="518140"/>
                    <a:pt x="1336741" y="513060"/>
                  </a:cubicBezTo>
                  <a:cubicBezTo>
                    <a:pt x="1174670" y="505440"/>
                    <a:pt x="946108" y="504170"/>
                    <a:pt x="775725" y="514330"/>
                  </a:cubicBezTo>
                  <a:cubicBezTo>
                    <a:pt x="634432" y="523220"/>
                    <a:pt x="447427" y="558780"/>
                    <a:pt x="387862" y="558780"/>
                  </a:cubicBezTo>
                  <a:cubicBezTo>
                    <a:pt x="369855" y="558780"/>
                    <a:pt x="362928" y="558780"/>
                    <a:pt x="351847" y="553700"/>
                  </a:cubicBezTo>
                  <a:cubicBezTo>
                    <a:pt x="337994" y="547350"/>
                    <a:pt x="318601" y="534650"/>
                    <a:pt x="311675" y="519410"/>
                  </a:cubicBezTo>
                  <a:cubicBezTo>
                    <a:pt x="304749" y="502900"/>
                    <a:pt x="306134" y="471150"/>
                    <a:pt x="314446" y="454640"/>
                  </a:cubicBezTo>
                  <a:cubicBezTo>
                    <a:pt x="322757" y="440670"/>
                    <a:pt x="332454" y="434320"/>
                    <a:pt x="356002" y="422890"/>
                  </a:cubicBezTo>
                  <a:cubicBezTo>
                    <a:pt x="433575" y="387330"/>
                    <a:pt x="717546" y="341610"/>
                    <a:pt x="911477" y="311130"/>
                  </a:cubicBezTo>
                  <a:cubicBezTo>
                    <a:pt x="1122031" y="276840"/>
                    <a:pt x="1408772" y="246360"/>
                    <a:pt x="1573614" y="232390"/>
                  </a:cubicBezTo>
                  <a:cubicBezTo>
                    <a:pt x="1669194" y="224770"/>
                    <a:pt x="1701055" y="223500"/>
                    <a:pt x="1803561" y="223500"/>
                  </a:cubicBezTo>
                  <a:cubicBezTo>
                    <a:pt x="2011344" y="220960"/>
                    <a:pt x="2435223" y="227310"/>
                    <a:pt x="2739972" y="246360"/>
                  </a:cubicBezTo>
                  <a:cubicBezTo>
                    <a:pt x="3030869" y="264140"/>
                    <a:pt x="3377175" y="316210"/>
                    <a:pt x="3590499" y="332720"/>
                  </a:cubicBezTo>
                  <a:cubicBezTo>
                    <a:pt x="3717940" y="342880"/>
                    <a:pt x="3778890" y="340340"/>
                    <a:pt x="3898019" y="350500"/>
                  </a:cubicBezTo>
                  <a:cubicBezTo>
                    <a:pt x="4064246" y="363200"/>
                    <a:pt x="4425790" y="382250"/>
                    <a:pt x="4493665" y="411460"/>
                  </a:cubicBezTo>
                  <a:cubicBezTo>
                    <a:pt x="4510288" y="419080"/>
                    <a:pt x="4513058" y="425430"/>
                    <a:pt x="4518599" y="435590"/>
                  </a:cubicBezTo>
                  <a:cubicBezTo>
                    <a:pt x="4525525" y="448290"/>
                    <a:pt x="4531066" y="468610"/>
                    <a:pt x="4528296" y="483850"/>
                  </a:cubicBezTo>
                  <a:cubicBezTo>
                    <a:pt x="4525525" y="499090"/>
                    <a:pt x="4514443" y="516870"/>
                    <a:pt x="4500591" y="527030"/>
                  </a:cubicBezTo>
                  <a:cubicBezTo>
                    <a:pt x="4488125" y="535920"/>
                    <a:pt x="4474272" y="542270"/>
                    <a:pt x="4449338" y="541000"/>
                  </a:cubicBezTo>
                  <a:cubicBezTo>
                    <a:pt x="4388388" y="539730"/>
                    <a:pt x="4266489" y="468610"/>
                    <a:pt x="4133507" y="430510"/>
                  </a:cubicBezTo>
                  <a:cubicBezTo>
                    <a:pt x="3914642" y="369550"/>
                    <a:pt x="3483837" y="280650"/>
                    <a:pt x="3251120" y="241280"/>
                  </a:cubicBezTo>
                  <a:cubicBezTo>
                    <a:pt x="3101516" y="215880"/>
                    <a:pt x="3022558" y="209530"/>
                    <a:pt x="2879880" y="195560"/>
                  </a:cubicBezTo>
                  <a:cubicBezTo>
                    <a:pt x="2691489" y="176510"/>
                    <a:pt x="2435223" y="152380"/>
                    <a:pt x="2213587" y="144760"/>
                  </a:cubicBezTo>
                  <a:cubicBezTo>
                    <a:pt x="1997492" y="135870"/>
                    <a:pt x="1775857" y="135870"/>
                    <a:pt x="1565303" y="144760"/>
                  </a:cubicBezTo>
                  <a:cubicBezTo>
                    <a:pt x="1365830" y="152380"/>
                    <a:pt x="1184366" y="170160"/>
                    <a:pt x="980738" y="194290"/>
                  </a:cubicBezTo>
                  <a:cubicBezTo>
                    <a:pt x="756332" y="220960"/>
                    <a:pt x="447427" y="267950"/>
                    <a:pt x="277045" y="300970"/>
                  </a:cubicBezTo>
                  <a:cubicBezTo>
                    <a:pt x="178694" y="320020"/>
                    <a:pt x="92810" y="377170"/>
                    <a:pt x="47097" y="355580"/>
                  </a:cubicBezTo>
                  <a:cubicBezTo>
                    <a:pt x="11082" y="336530"/>
                    <a:pt x="0" y="220960"/>
                    <a:pt x="0" y="220960"/>
                  </a:cubicBezTo>
                </a:path>
              </a:pathLst>
            </a:custGeom>
            <a:solidFill>
              <a:srgbClr val="FFC7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200296" y="1331401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5647" y="-1723926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12376" y="-871783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8"/>
                </a:lnTo>
                <a:lnTo>
                  <a:pt x="0" y="2265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74347" y="-442477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488682">
            <a:off x="85695" y="4480834"/>
            <a:ext cx="3754867" cy="6705120"/>
          </a:xfrm>
          <a:custGeom>
            <a:avLst/>
            <a:gdLst/>
            <a:ahLst/>
            <a:cxnLst/>
            <a:rect r="r" b="b" t="t" l="l"/>
            <a:pathLst>
              <a:path h="6705120" w="3754867">
                <a:moveTo>
                  <a:pt x="3754867" y="0"/>
                </a:moveTo>
                <a:lnTo>
                  <a:pt x="0" y="0"/>
                </a:lnTo>
                <a:lnTo>
                  <a:pt x="0" y="6705120"/>
                </a:lnTo>
                <a:lnTo>
                  <a:pt x="3754867" y="6705120"/>
                </a:lnTo>
                <a:lnTo>
                  <a:pt x="375486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5988">
            <a:off x="13653507" y="4394488"/>
            <a:ext cx="5241680" cy="7225373"/>
          </a:xfrm>
          <a:custGeom>
            <a:avLst/>
            <a:gdLst/>
            <a:ahLst/>
            <a:cxnLst/>
            <a:rect r="r" b="b" t="t" l="l"/>
            <a:pathLst>
              <a:path h="7225373" w="5241680">
                <a:moveTo>
                  <a:pt x="5241680" y="0"/>
                </a:moveTo>
                <a:lnTo>
                  <a:pt x="0" y="0"/>
                </a:lnTo>
                <a:lnTo>
                  <a:pt x="0" y="7225373"/>
                </a:lnTo>
                <a:lnTo>
                  <a:pt x="5241680" y="7225373"/>
                </a:lnTo>
                <a:lnTo>
                  <a:pt x="524168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1309112">
            <a:off x="1038052" y="-517387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3"/>
                </a:lnTo>
                <a:lnTo>
                  <a:pt x="0" y="18823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12376" y="2388211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1"/>
                </a:lnTo>
                <a:lnTo>
                  <a:pt x="0" y="5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85084" y="3520220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85696" y="7833394"/>
            <a:ext cx="5316608" cy="2706637"/>
          </a:xfrm>
          <a:custGeom>
            <a:avLst/>
            <a:gdLst/>
            <a:ahLst/>
            <a:cxnLst/>
            <a:rect r="r" b="b" t="t" l="l"/>
            <a:pathLst>
              <a:path h="2706637" w="5316608">
                <a:moveTo>
                  <a:pt x="0" y="0"/>
                </a:moveTo>
                <a:lnTo>
                  <a:pt x="5316608" y="0"/>
                </a:lnTo>
                <a:lnTo>
                  <a:pt x="5316608" y="2706637"/>
                </a:lnTo>
                <a:lnTo>
                  <a:pt x="0" y="27066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66655" y="1840296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4"/>
                </a:lnTo>
                <a:lnTo>
                  <a:pt x="0" y="12750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30073" y="2274396"/>
            <a:ext cx="4067478" cy="152946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7714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/>
            </a:r>
          </a:p>
        </p:txBody>
      </p:sp>
      <p:sp>
        <p:nvSpPr>
          <p:cNvPr name="Author" id="17"/>
          <p:cNvSpPr txBox="true"/>
          <p:nvPr/>
        </p:nvSpPr>
        <p:spPr>
          <a:xfrm rot="0">
            <a:off x="4572000" y="7200900"/>
            <a:ext cx="9144000" cy="5657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ct val="100000"/>
              </a:lnSpc>
              <a:spcBef>
                <a:spcPct val="0"/>
              </a:spcBef>
            </a:pPr>
            <a:r>
              <a:rPr lang="en-US" sz="2800" spc="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026" y="4596171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3" y="0"/>
                </a:lnTo>
                <a:lnTo>
                  <a:pt x="1058683" y="1037508"/>
                </a:lnTo>
                <a:lnTo>
                  <a:pt x="0" y="1037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6221" y="4596171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2" y="0"/>
                </a:lnTo>
                <a:lnTo>
                  <a:pt x="1058682" y="1037508"/>
                </a:lnTo>
                <a:lnTo>
                  <a:pt x="0" y="1037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8026" y="5918679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3" y="0"/>
                </a:lnTo>
                <a:lnTo>
                  <a:pt x="1058683" y="1037509"/>
                </a:lnTo>
                <a:lnTo>
                  <a:pt x="0" y="1037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86221" y="5918679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2" y="0"/>
                </a:lnTo>
                <a:lnTo>
                  <a:pt x="1058682" y="1037509"/>
                </a:lnTo>
                <a:lnTo>
                  <a:pt x="0" y="1037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41287" y="6224120"/>
            <a:ext cx="2857500" cy="5319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278"/>
              </a:lnSpc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{{reja_4}}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1321" y="4815602"/>
            <a:ext cx="4135423" cy="5319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278"/>
              </a:lnSpc>
              <a:spcBef>
                <a:spcPct val="0"/>
              </a:spcBef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{{reja_2}}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81321" y="7611517"/>
            <a:ext cx="2857500" cy="5319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278"/>
              </a:lnSpc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26755" y="4839128"/>
            <a:ext cx="2857500" cy="5319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278"/>
              </a:lnSpc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{{reja_1}}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26755" y="6232158"/>
            <a:ext cx="3536267" cy="4891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011"/>
              </a:lnSpc>
            </a:pPr>
            <a:r>
              <a:rPr lang="en-US" b="true" sz="2865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{{reja_3}}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26755" y="7610029"/>
            <a:ext cx="3672020" cy="5319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278"/>
              </a:lnSpc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6392" y="4855168"/>
            <a:ext cx="361950" cy="6331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34587" y="4818291"/>
            <a:ext cx="361950" cy="6331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6392" y="6154171"/>
            <a:ext cx="361950" cy="6331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4587" y="6154171"/>
            <a:ext cx="361950" cy="6331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6392" y="7540118"/>
            <a:ext cx="361950" cy="6331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34587" y="7540118"/>
            <a:ext cx="361950" cy="6331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8026" y="1744840"/>
            <a:ext cx="9622435" cy="170125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3854"/>
              </a:lnSpc>
              <a:spcBef>
                <a:spcPct val="0"/>
              </a:spcBef>
            </a:pPr>
            <a:r>
              <a:rPr lang="en-US" sz="7200" spc="-504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{{reja}}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114466">
            <a:off x="12725622" y="1058371"/>
            <a:ext cx="4528349" cy="8086338"/>
          </a:xfrm>
          <a:custGeom>
            <a:avLst/>
            <a:gdLst/>
            <a:ahLst/>
            <a:cxnLst/>
            <a:rect r="r" b="b" t="t" l="l"/>
            <a:pathLst>
              <a:path h="8086338" w="4528349">
                <a:moveTo>
                  <a:pt x="0" y="0"/>
                </a:moveTo>
                <a:lnTo>
                  <a:pt x="4528349" y="0"/>
                </a:lnTo>
                <a:lnTo>
                  <a:pt x="4528349" y="8086338"/>
                </a:lnTo>
                <a:lnTo>
                  <a:pt x="0" y="8086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1839" y="1123656"/>
            <a:ext cx="10804322" cy="1477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7200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{{s03_title}}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76493" y="3023125"/>
            <a:ext cx="11335014" cy="373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{{s03_text_1}}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6411102" y="5854533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3775158" y="8909860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792007" y="8709894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9"/>
                </a:lnTo>
                <a:lnTo>
                  <a:pt x="0" y="2265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1200296" y="7626072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90887">
            <a:off x="15831531" y="8738194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2"/>
                </a:lnTo>
                <a:lnTo>
                  <a:pt x="0" y="1882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568064" y="7122607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495356" y="5990597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756099" y="6987870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3"/>
                </a:lnTo>
                <a:lnTo>
                  <a:pt x="0" y="1275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389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903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94417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04794" y="1489225"/>
            <a:ext cx="8478413" cy="1477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7200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{{s04_title}}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2365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{{s04_text_1}}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11087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{{s04_text_2}}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9954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{{s04_label_1}}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7045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{{s04_label_2}}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74136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{{s04_label_3}}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39808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{{s04_text_3}}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8312" y="3673197"/>
            <a:ext cx="8820593" cy="4991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{{s05_text_1}}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8312" y="2038967"/>
            <a:ext cx="9010755" cy="1346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0" indent="0" lvl="0">
              <a:lnSpc>
                <a:spcPts val="10659"/>
              </a:lnSpc>
            </a:pPr>
            <a:r>
              <a:rPr lang="en-US" sz="7200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{{s05_title}}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06720" y="1941798"/>
            <a:ext cx="4109821" cy="6403404"/>
          </a:xfrm>
          <a:custGeom>
            <a:avLst/>
            <a:gdLst/>
            <a:ahLst/>
            <a:cxnLst/>
            <a:rect r="r" b="b" t="t" l="l"/>
            <a:pathLst>
              <a:path h="6403404" w="4109821">
                <a:moveTo>
                  <a:pt x="4109821" y="0"/>
                </a:moveTo>
                <a:lnTo>
                  <a:pt x="0" y="0"/>
                </a:lnTo>
                <a:lnTo>
                  <a:pt x="0" y="6403404"/>
                </a:lnTo>
                <a:lnTo>
                  <a:pt x="4109821" y="6403404"/>
                </a:lnTo>
                <a:lnTo>
                  <a:pt x="41098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32067" y="-1685042"/>
            <a:ext cx="3537302" cy="3370084"/>
          </a:xfrm>
          <a:custGeom>
            <a:avLst/>
            <a:gdLst/>
            <a:ahLst/>
            <a:cxnLst/>
            <a:rect r="r" b="b" t="t" l="l"/>
            <a:pathLst>
              <a:path h="3370084" w="3537302">
                <a:moveTo>
                  <a:pt x="0" y="0"/>
                </a:moveTo>
                <a:lnTo>
                  <a:pt x="3537301" y="0"/>
                </a:lnTo>
                <a:lnTo>
                  <a:pt x="3537301" y="3370084"/>
                </a:lnTo>
                <a:lnTo>
                  <a:pt x="0" y="3370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446306" y="7986818"/>
            <a:ext cx="4277466" cy="2138733"/>
          </a:xfrm>
          <a:custGeom>
            <a:avLst/>
            <a:gdLst/>
            <a:ahLst/>
            <a:cxnLst/>
            <a:rect r="r" b="b" t="t" l="l"/>
            <a:pathLst>
              <a:path h="2138733" w="4277466">
                <a:moveTo>
                  <a:pt x="0" y="0"/>
                </a:moveTo>
                <a:lnTo>
                  <a:pt x="4277466" y="0"/>
                </a:lnTo>
                <a:lnTo>
                  <a:pt x="4277466" y="2138733"/>
                </a:lnTo>
                <a:lnTo>
                  <a:pt x="0" y="2138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119927" y="1349656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119927" y="4928858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2192597" y="1349656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192597" y="4928858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99628" y="764109"/>
            <a:ext cx="13088744" cy="1477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7200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{{s06_title}}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2820" y="3595679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64151" y="3595679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820" y="7232174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64151" y="7232174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27362" y="3941868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18693" y="3941868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7362" y="7578363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18693" y="7578363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51513" y="3392248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{{s06_text_1}}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51513" y="7028743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{{s06_text_2}}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45526" y="3392248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{{s06_text_3}}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45526" y="7028743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{{s06_text_4}}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355782" y="1133000"/>
            <a:ext cx="4433425" cy="8021000"/>
          </a:xfrm>
          <a:custGeom>
            <a:avLst/>
            <a:gdLst/>
            <a:ahLst/>
            <a:cxnLst/>
            <a:rect r="r" b="b" t="t" l="l"/>
            <a:pathLst>
              <a:path h="8021000" w="4433425">
                <a:moveTo>
                  <a:pt x="4433426" y="0"/>
                </a:moveTo>
                <a:lnTo>
                  <a:pt x="0" y="0"/>
                </a:lnTo>
                <a:lnTo>
                  <a:pt x="0" y="8021000"/>
                </a:lnTo>
                <a:lnTo>
                  <a:pt x="4433426" y="8021000"/>
                </a:lnTo>
                <a:lnTo>
                  <a:pt x="44334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94317" y="3398842"/>
            <a:ext cx="9010755" cy="24771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{{s07_text_1}}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4317" y="6781165"/>
            <a:ext cx="9372204" cy="18484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Nunito Ultra-Bold Italics"/>
                <a:ea typeface="Nunito Ultra-Bold Italics"/>
                <a:cs typeface="Nunito Ultra-Bold Italics"/>
                <a:sym typeface="Nunito Ultra-Bold Italics"/>
              </a:rPr>
              <a:t>{{s07_text_2}}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4317" y="1668789"/>
            <a:ext cx="9010755" cy="1346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0" indent="0" lvl="0">
              <a:lnSpc>
                <a:spcPts val="10659"/>
              </a:lnSpc>
            </a:pPr>
            <a:r>
              <a:rPr lang="en-US" sz="7200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{{s07_title}}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97646" y="1133000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2" y="0"/>
                </a:lnTo>
                <a:lnTo>
                  <a:pt x="592382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48806" y="5021152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2" y="0"/>
                </a:lnTo>
                <a:lnTo>
                  <a:pt x="592382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63401" y="8962109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7351" y="1123950"/>
            <a:ext cx="6731949" cy="2478526"/>
            <a:chOff x="0" y="0"/>
            <a:chExt cx="8975932" cy="3304702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3895492" y="-1775738"/>
              <a:ext cx="2974968" cy="7185912"/>
            </a:xfrm>
            <a:custGeom>
              <a:avLst/>
              <a:gdLst/>
              <a:ahLst/>
              <a:cxnLst/>
              <a:rect r="r" b="b" t="t" l="l"/>
              <a:pathLst>
                <a:path h="7185912" w="2974968">
                  <a:moveTo>
                    <a:pt x="0" y="0"/>
                  </a:moveTo>
                  <a:lnTo>
                    <a:pt x="2974968" y="0"/>
                  </a:lnTo>
                  <a:lnTo>
                    <a:pt x="2974968" y="7185912"/>
                  </a:lnTo>
                  <a:lnTo>
                    <a:pt x="0" y="718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-5400000">
              <a:off x="1100584" y="-770850"/>
              <a:ext cx="2974968" cy="5176135"/>
            </a:xfrm>
            <a:custGeom>
              <a:avLst/>
              <a:gdLst/>
              <a:ahLst/>
              <a:cxnLst/>
              <a:rect r="r" b="b" t="t" l="l"/>
              <a:pathLst>
                <a:path h="5176135" w="2974968">
                  <a:moveTo>
                    <a:pt x="0" y="5176135"/>
                  </a:moveTo>
                  <a:lnTo>
                    <a:pt x="2974967" y="5176135"/>
                  </a:lnTo>
                  <a:lnTo>
                    <a:pt x="2974967" y="0"/>
                  </a:lnTo>
                  <a:lnTo>
                    <a:pt x="0" y="0"/>
                  </a:lnTo>
                  <a:lnTo>
                    <a:pt x="0" y="517613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8827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1332" y="0"/>
              <a:ext cx="5090203" cy="1038401"/>
            </a:xfrm>
            <a:custGeom>
              <a:avLst/>
              <a:gdLst/>
              <a:ahLst/>
              <a:cxnLst/>
              <a:rect r="r" b="b" t="t" l="l"/>
              <a:pathLst>
                <a:path h="1038401" w="5090203">
                  <a:moveTo>
                    <a:pt x="0" y="0"/>
                  </a:moveTo>
                  <a:lnTo>
                    <a:pt x="5090203" y="0"/>
                  </a:lnTo>
                  <a:lnTo>
                    <a:pt x="5090203" y="1038401"/>
                  </a:lnTo>
                  <a:lnTo>
                    <a:pt x="0" y="1038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27351" y="4053844"/>
            <a:ext cx="6731949" cy="2478526"/>
            <a:chOff x="0" y="0"/>
            <a:chExt cx="8975932" cy="3304702"/>
          </a:xfrm>
        </p:grpSpPr>
        <p:sp>
          <p:nvSpPr>
            <p:cNvPr name="Freeform 7" id="7"/>
            <p:cNvSpPr/>
            <p:nvPr/>
          </p:nvSpPr>
          <p:spPr>
            <a:xfrm flipH="false" flipV="false" rot="-5400000">
              <a:off x="3895492" y="-1775738"/>
              <a:ext cx="2974968" cy="7185912"/>
            </a:xfrm>
            <a:custGeom>
              <a:avLst/>
              <a:gdLst/>
              <a:ahLst/>
              <a:cxnLst/>
              <a:rect r="r" b="b" t="t" l="l"/>
              <a:pathLst>
                <a:path h="7185912" w="2974968">
                  <a:moveTo>
                    <a:pt x="0" y="0"/>
                  </a:moveTo>
                  <a:lnTo>
                    <a:pt x="2974968" y="0"/>
                  </a:lnTo>
                  <a:lnTo>
                    <a:pt x="2974968" y="7185912"/>
                  </a:lnTo>
                  <a:lnTo>
                    <a:pt x="0" y="718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-5400000">
              <a:off x="1100584" y="-770850"/>
              <a:ext cx="2974968" cy="5176135"/>
            </a:xfrm>
            <a:custGeom>
              <a:avLst/>
              <a:gdLst/>
              <a:ahLst/>
              <a:cxnLst/>
              <a:rect r="r" b="b" t="t" l="l"/>
              <a:pathLst>
                <a:path h="5176135" w="2974968">
                  <a:moveTo>
                    <a:pt x="0" y="5176135"/>
                  </a:moveTo>
                  <a:lnTo>
                    <a:pt x="2974967" y="5176135"/>
                  </a:lnTo>
                  <a:lnTo>
                    <a:pt x="2974967" y="0"/>
                  </a:lnTo>
                  <a:lnTo>
                    <a:pt x="0" y="0"/>
                  </a:lnTo>
                  <a:lnTo>
                    <a:pt x="0" y="517613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8827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1332" y="0"/>
              <a:ext cx="5090203" cy="1038401"/>
            </a:xfrm>
            <a:custGeom>
              <a:avLst/>
              <a:gdLst/>
              <a:ahLst/>
              <a:cxnLst/>
              <a:rect r="r" b="b" t="t" l="l"/>
              <a:pathLst>
                <a:path h="1038401" w="5090203">
                  <a:moveTo>
                    <a:pt x="0" y="0"/>
                  </a:moveTo>
                  <a:lnTo>
                    <a:pt x="5090203" y="0"/>
                  </a:lnTo>
                  <a:lnTo>
                    <a:pt x="5090203" y="1038401"/>
                  </a:lnTo>
                  <a:lnTo>
                    <a:pt x="0" y="1038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116802" y="4878870"/>
            <a:ext cx="5553047" cy="13074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{{s08_text_1}}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4905" y="4100752"/>
            <a:ext cx="3215011" cy="5473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3199" spc="-16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{{s08_label_1}}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118110"/>
            <a:ext cx="7274965" cy="4991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{{s08_text_2}}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16802" y="1984787"/>
            <a:ext cx="5553047" cy="13074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{{s08_text_3}}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94905" y="1184182"/>
            <a:ext cx="2374688" cy="5473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3199" spc="-16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{{s08_label_2}}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27351" y="6978834"/>
            <a:ext cx="6731949" cy="2478526"/>
            <a:chOff x="0" y="0"/>
            <a:chExt cx="8975932" cy="3304702"/>
          </a:xfrm>
        </p:grpSpPr>
        <p:sp>
          <p:nvSpPr>
            <p:cNvPr name="Freeform 16" id="16"/>
            <p:cNvSpPr/>
            <p:nvPr/>
          </p:nvSpPr>
          <p:spPr>
            <a:xfrm flipH="false" flipV="false" rot="-5400000">
              <a:off x="3895492" y="-1775738"/>
              <a:ext cx="2974968" cy="7185912"/>
            </a:xfrm>
            <a:custGeom>
              <a:avLst/>
              <a:gdLst/>
              <a:ahLst/>
              <a:cxnLst/>
              <a:rect r="r" b="b" t="t" l="l"/>
              <a:pathLst>
                <a:path h="7185912" w="2974968">
                  <a:moveTo>
                    <a:pt x="0" y="0"/>
                  </a:moveTo>
                  <a:lnTo>
                    <a:pt x="2974968" y="0"/>
                  </a:lnTo>
                  <a:lnTo>
                    <a:pt x="2974968" y="7185912"/>
                  </a:lnTo>
                  <a:lnTo>
                    <a:pt x="0" y="718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true" rot="-5400000">
              <a:off x="1100584" y="-770850"/>
              <a:ext cx="2974968" cy="5176135"/>
            </a:xfrm>
            <a:custGeom>
              <a:avLst/>
              <a:gdLst/>
              <a:ahLst/>
              <a:cxnLst/>
              <a:rect r="r" b="b" t="t" l="l"/>
              <a:pathLst>
                <a:path h="5176135" w="2974968">
                  <a:moveTo>
                    <a:pt x="0" y="5176135"/>
                  </a:moveTo>
                  <a:lnTo>
                    <a:pt x="2974967" y="5176135"/>
                  </a:lnTo>
                  <a:lnTo>
                    <a:pt x="2974967" y="0"/>
                  </a:lnTo>
                  <a:lnTo>
                    <a:pt x="0" y="0"/>
                  </a:lnTo>
                  <a:lnTo>
                    <a:pt x="0" y="517613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8827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1332" y="0"/>
              <a:ext cx="5090203" cy="1038401"/>
            </a:xfrm>
            <a:custGeom>
              <a:avLst/>
              <a:gdLst/>
              <a:ahLst/>
              <a:cxnLst/>
              <a:rect r="r" b="b" t="t" l="l"/>
              <a:pathLst>
                <a:path h="1038401" w="5090203">
                  <a:moveTo>
                    <a:pt x="0" y="0"/>
                  </a:moveTo>
                  <a:lnTo>
                    <a:pt x="5090203" y="0"/>
                  </a:lnTo>
                  <a:lnTo>
                    <a:pt x="5090203" y="1038401"/>
                  </a:lnTo>
                  <a:lnTo>
                    <a:pt x="0" y="1038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116802" y="7802407"/>
            <a:ext cx="5553047" cy="13074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{{s08_text_4}}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94905" y="7027670"/>
            <a:ext cx="3215011" cy="5473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3199" spc="-16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{{s08_label_3}}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589" y="1104425"/>
            <a:ext cx="7353077" cy="218368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698"/>
              </a:lnSpc>
            </a:pPr>
            <a:r>
              <a:rPr lang="en-US" sz="7015" spc="-357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{{s08_title}}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3885" y="3080868"/>
            <a:ext cx="4767285" cy="579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360"/>
              </a:lnSpc>
              <a:spcBef>
                <a:spcPct val="0"/>
              </a:spcBef>
            </a:pPr>
            <a:r>
              <a:rPr lang="en-US" sz="4000" spc="-204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{{s09_label_1}}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91332" y="3080868"/>
            <a:ext cx="4767285" cy="579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360"/>
              </a:lnSpc>
              <a:spcBef>
                <a:spcPct val="0"/>
              </a:spcBef>
            </a:pPr>
            <a:r>
              <a:rPr lang="en-US" sz="4000" spc="-204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{{s09_label_2}}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43885" y="6684432"/>
            <a:ext cx="4767285" cy="579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360"/>
              </a:lnSpc>
              <a:spcBef>
                <a:spcPct val="0"/>
              </a:spcBef>
            </a:pPr>
            <a:r>
              <a:rPr lang="en-US" sz="4000" spc="-204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{{s09_label_3}}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91332" y="6684432"/>
            <a:ext cx="4767285" cy="579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360"/>
              </a:lnSpc>
              <a:spcBef>
                <a:spcPct val="0"/>
              </a:spcBef>
            </a:pPr>
            <a:r>
              <a:rPr lang="en-US" sz="4000" spc="-204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{{s09_label_4}}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2047" y="826594"/>
            <a:ext cx="9010755" cy="1346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0" indent="0" lvl="0">
              <a:lnSpc>
                <a:spcPts val="10659"/>
              </a:lnSpc>
            </a:pPr>
            <a:r>
              <a:rPr lang="en-US" sz="7200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{{s09_title}}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3885" y="3806258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{{s09_text_1}}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91332" y="3806258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{{s09_text_2}}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43885" y="7485563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{{s09_text_3}}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91332" y="7485563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{{s09_text_4}}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9809660" y="2912689"/>
            <a:ext cx="1483338" cy="2648817"/>
          </a:xfrm>
          <a:custGeom>
            <a:avLst/>
            <a:gdLst/>
            <a:ahLst/>
            <a:cxnLst/>
            <a:rect r="r" b="b" t="t" l="l"/>
            <a:pathLst>
              <a:path h="2648817" w="1483338">
                <a:moveTo>
                  <a:pt x="1483337" y="0"/>
                </a:moveTo>
                <a:lnTo>
                  <a:pt x="0" y="0"/>
                </a:lnTo>
                <a:lnTo>
                  <a:pt x="0" y="2648817"/>
                </a:lnTo>
                <a:lnTo>
                  <a:pt x="1483337" y="2648817"/>
                </a:lnTo>
                <a:lnTo>
                  <a:pt x="14833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162047" y="3052293"/>
            <a:ext cx="1632252" cy="2543169"/>
          </a:xfrm>
          <a:custGeom>
            <a:avLst/>
            <a:gdLst/>
            <a:ahLst/>
            <a:cxnLst/>
            <a:rect r="r" b="b" t="t" l="l"/>
            <a:pathLst>
              <a:path h="2543169" w="1632252">
                <a:moveTo>
                  <a:pt x="1632252" y="0"/>
                </a:moveTo>
                <a:lnTo>
                  <a:pt x="0" y="0"/>
                </a:lnTo>
                <a:lnTo>
                  <a:pt x="0" y="2543168"/>
                </a:lnTo>
                <a:lnTo>
                  <a:pt x="1632252" y="2543168"/>
                </a:lnTo>
                <a:lnTo>
                  <a:pt x="16322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09660" y="6655857"/>
            <a:ext cx="1577821" cy="2645736"/>
          </a:xfrm>
          <a:custGeom>
            <a:avLst/>
            <a:gdLst/>
            <a:ahLst/>
            <a:cxnLst/>
            <a:rect r="r" b="b" t="t" l="l"/>
            <a:pathLst>
              <a:path h="2645736" w="1577821">
                <a:moveTo>
                  <a:pt x="0" y="0"/>
                </a:moveTo>
                <a:lnTo>
                  <a:pt x="1577821" y="0"/>
                </a:lnTo>
                <a:lnTo>
                  <a:pt x="1577821" y="2645737"/>
                </a:lnTo>
                <a:lnTo>
                  <a:pt x="0" y="26457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55720" y="6500336"/>
            <a:ext cx="1988090" cy="2740475"/>
          </a:xfrm>
          <a:custGeom>
            <a:avLst/>
            <a:gdLst/>
            <a:ahLst/>
            <a:cxnLst/>
            <a:rect r="r" b="b" t="t" l="l"/>
            <a:pathLst>
              <a:path h="2740475" w="1988090">
                <a:moveTo>
                  <a:pt x="0" y="0"/>
                </a:moveTo>
                <a:lnTo>
                  <a:pt x="1988090" y="0"/>
                </a:lnTo>
                <a:lnTo>
                  <a:pt x="1988090" y="2740475"/>
                </a:lnTo>
                <a:lnTo>
                  <a:pt x="0" y="2740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86678" y="1028700"/>
            <a:ext cx="7438988" cy="8358413"/>
          </a:xfrm>
          <a:custGeom>
            <a:avLst/>
            <a:gdLst/>
            <a:ahLst/>
            <a:cxnLst/>
            <a:rect r="r" b="b" t="t" l="l"/>
            <a:pathLst>
              <a:path h="8358413" w="7438988">
                <a:moveTo>
                  <a:pt x="0" y="0"/>
                </a:moveTo>
                <a:lnTo>
                  <a:pt x="7438988" y="0"/>
                </a:lnTo>
                <a:lnTo>
                  <a:pt x="7438988" y="8358413"/>
                </a:lnTo>
                <a:lnTo>
                  <a:pt x="0" y="8358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160726" y="864588"/>
            <a:ext cx="4914137" cy="8393712"/>
          </a:xfrm>
          <a:custGeom>
            <a:avLst/>
            <a:gdLst/>
            <a:ahLst/>
            <a:cxnLst/>
            <a:rect r="r" b="b" t="t" l="l"/>
            <a:pathLst>
              <a:path h="8393712" w="4914137">
                <a:moveTo>
                  <a:pt x="4914137" y="0"/>
                </a:moveTo>
                <a:lnTo>
                  <a:pt x="0" y="0"/>
                </a:lnTo>
                <a:lnTo>
                  <a:pt x="0" y="8393712"/>
                </a:lnTo>
                <a:lnTo>
                  <a:pt x="4914137" y="8393712"/>
                </a:lnTo>
                <a:lnTo>
                  <a:pt x="49141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449402" y="2770389"/>
            <a:ext cx="6210131" cy="56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{{s10_text_1}}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72773" y="1350165"/>
            <a:ext cx="2910957" cy="6015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4578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{{s10_title}}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619491" y="-508863"/>
            <a:ext cx="2860028" cy="4897309"/>
          </a:xfrm>
          <a:custGeom>
            <a:avLst/>
            <a:gdLst/>
            <a:ahLst/>
            <a:cxnLst/>
            <a:rect r="r" b="b" t="t" l="l"/>
            <a:pathLst>
              <a:path h="4897309" w="2860028">
                <a:moveTo>
                  <a:pt x="0" y="0"/>
                </a:moveTo>
                <a:lnTo>
                  <a:pt x="2860028" y="0"/>
                </a:lnTo>
                <a:lnTo>
                  <a:pt x="2860028" y="4897309"/>
                </a:lnTo>
                <a:lnTo>
                  <a:pt x="0" y="489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190988" y="5898136"/>
            <a:ext cx="2860028" cy="4897309"/>
          </a:xfrm>
          <a:custGeom>
            <a:avLst/>
            <a:gdLst/>
            <a:ahLst/>
            <a:cxnLst/>
            <a:rect r="r" b="b" t="t" l="l"/>
            <a:pathLst>
              <a:path h="4897309" w="2860028">
                <a:moveTo>
                  <a:pt x="0" y="0"/>
                </a:moveTo>
                <a:lnTo>
                  <a:pt x="2860028" y="0"/>
                </a:lnTo>
                <a:lnTo>
                  <a:pt x="2860028" y="4897309"/>
                </a:lnTo>
                <a:lnTo>
                  <a:pt x="0" y="489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3619491" y="5898136"/>
            <a:ext cx="2860028" cy="4897309"/>
          </a:xfrm>
          <a:custGeom>
            <a:avLst/>
            <a:gdLst/>
            <a:ahLst/>
            <a:cxnLst/>
            <a:rect r="r" b="b" t="t" l="l"/>
            <a:pathLst>
              <a:path h="4897309" w="2860028">
                <a:moveTo>
                  <a:pt x="0" y="0"/>
                </a:moveTo>
                <a:lnTo>
                  <a:pt x="2860028" y="0"/>
                </a:lnTo>
                <a:lnTo>
                  <a:pt x="2860028" y="4897309"/>
                </a:lnTo>
                <a:lnTo>
                  <a:pt x="0" y="489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2190988" y="-508863"/>
            <a:ext cx="2860028" cy="4897309"/>
          </a:xfrm>
          <a:custGeom>
            <a:avLst/>
            <a:gdLst/>
            <a:ahLst/>
            <a:cxnLst/>
            <a:rect r="r" b="b" t="t" l="l"/>
            <a:pathLst>
              <a:path h="4897309" w="2860028">
                <a:moveTo>
                  <a:pt x="0" y="0"/>
                </a:moveTo>
                <a:lnTo>
                  <a:pt x="2860028" y="0"/>
                </a:lnTo>
                <a:lnTo>
                  <a:pt x="2860028" y="4897309"/>
                </a:lnTo>
                <a:lnTo>
                  <a:pt x="0" y="489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74119" y="1464087"/>
            <a:ext cx="971887" cy="951410"/>
          </a:xfrm>
          <a:custGeom>
            <a:avLst/>
            <a:gdLst/>
            <a:ahLst/>
            <a:cxnLst/>
            <a:rect r="r" b="b" t="t" l="l"/>
            <a:pathLst>
              <a:path h="951410" w="971887">
                <a:moveTo>
                  <a:pt x="0" y="0"/>
                </a:moveTo>
                <a:lnTo>
                  <a:pt x="971887" y="0"/>
                </a:lnTo>
                <a:lnTo>
                  <a:pt x="971887" y="951410"/>
                </a:lnTo>
                <a:lnTo>
                  <a:pt x="0" y="951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850207" y="1464087"/>
            <a:ext cx="971887" cy="951410"/>
          </a:xfrm>
          <a:custGeom>
            <a:avLst/>
            <a:gdLst/>
            <a:ahLst/>
            <a:cxnLst/>
            <a:rect r="r" b="b" t="t" l="l"/>
            <a:pathLst>
              <a:path h="951410" w="971887">
                <a:moveTo>
                  <a:pt x="0" y="0"/>
                </a:moveTo>
                <a:lnTo>
                  <a:pt x="971887" y="0"/>
                </a:lnTo>
                <a:lnTo>
                  <a:pt x="971887" y="951410"/>
                </a:lnTo>
                <a:lnTo>
                  <a:pt x="0" y="95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967442" y="2578417"/>
            <a:ext cx="2860028" cy="4897309"/>
          </a:xfrm>
          <a:custGeom>
            <a:avLst/>
            <a:gdLst/>
            <a:ahLst/>
            <a:cxnLst/>
            <a:rect r="r" b="b" t="t" l="l"/>
            <a:pathLst>
              <a:path h="4897309" w="2860028">
                <a:moveTo>
                  <a:pt x="0" y="0"/>
                </a:moveTo>
                <a:lnTo>
                  <a:pt x="2860028" y="0"/>
                </a:lnTo>
                <a:lnTo>
                  <a:pt x="2860028" y="4897309"/>
                </a:lnTo>
                <a:lnTo>
                  <a:pt x="0" y="489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3601317" y="2578417"/>
            <a:ext cx="2860028" cy="4897309"/>
          </a:xfrm>
          <a:custGeom>
            <a:avLst/>
            <a:gdLst/>
            <a:ahLst/>
            <a:cxnLst/>
            <a:rect r="r" b="b" t="t" l="l"/>
            <a:pathLst>
              <a:path h="4897309" w="2860028">
                <a:moveTo>
                  <a:pt x="0" y="0"/>
                </a:moveTo>
                <a:lnTo>
                  <a:pt x="2860028" y="0"/>
                </a:lnTo>
                <a:lnTo>
                  <a:pt x="2860028" y="4897309"/>
                </a:lnTo>
                <a:lnTo>
                  <a:pt x="0" y="4897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2071" y="4551367"/>
            <a:ext cx="971887" cy="951410"/>
          </a:xfrm>
          <a:custGeom>
            <a:avLst/>
            <a:gdLst/>
            <a:ahLst/>
            <a:cxnLst/>
            <a:rect r="r" b="b" t="t" l="l"/>
            <a:pathLst>
              <a:path h="951410" w="971887">
                <a:moveTo>
                  <a:pt x="0" y="0"/>
                </a:moveTo>
                <a:lnTo>
                  <a:pt x="971887" y="0"/>
                </a:lnTo>
                <a:lnTo>
                  <a:pt x="971887" y="951410"/>
                </a:lnTo>
                <a:lnTo>
                  <a:pt x="0" y="95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994042" y="4551367"/>
            <a:ext cx="971887" cy="951410"/>
          </a:xfrm>
          <a:custGeom>
            <a:avLst/>
            <a:gdLst/>
            <a:ahLst/>
            <a:cxnLst/>
            <a:rect r="r" b="b" t="t" l="l"/>
            <a:pathLst>
              <a:path h="951410" w="971887">
                <a:moveTo>
                  <a:pt x="0" y="0"/>
                </a:moveTo>
                <a:lnTo>
                  <a:pt x="971887" y="0"/>
                </a:lnTo>
                <a:lnTo>
                  <a:pt x="971887" y="951410"/>
                </a:lnTo>
                <a:lnTo>
                  <a:pt x="0" y="951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974119" y="7871085"/>
            <a:ext cx="971887" cy="951410"/>
          </a:xfrm>
          <a:custGeom>
            <a:avLst/>
            <a:gdLst/>
            <a:ahLst/>
            <a:cxnLst/>
            <a:rect r="r" b="b" t="t" l="l"/>
            <a:pathLst>
              <a:path h="951410" w="971887">
                <a:moveTo>
                  <a:pt x="0" y="0"/>
                </a:moveTo>
                <a:lnTo>
                  <a:pt x="971887" y="0"/>
                </a:lnTo>
                <a:lnTo>
                  <a:pt x="971887" y="951410"/>
                </a:lnTo>
                <a:lnTo>
                  <a:pt x="0" y="951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659707" y="7871085"/>
            <a:ext cx="971887" cy="951410"/>
          </a:xfrm>
          <a:custGeom>
            <a:avLst/>
            <a:gdLst/>
            <a:ahLst/>
            <a:cxnLst/>
            <a:rect r="r" b="b" t="t" l="l"/>
            <a:pathLst>
              <a:path h="951410" w="971887">
                <a:moveTo>
                  <a:pt x="0" y="0"/>
                </a:moveTo>
                <a:lnTo>
                  <a:pt x="971887" y="0"/>
                </a:lnTo>
                <a:lnTo>
                  <a:pt x="971887" y="951410"/>
                </a:lnTo>
                <a:lnTo>
                  <a:pt x="0" y="951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546245" y="1753303"/>
            <a:ext cx="1589834" cy="2287531"/>
          </a:xfrm>
          <a:custGeom>
            <a:avLst/>
            <a:gdLst/>
            <a:ahLst/>
            <a:cxnLst/>
            <a:rect r="r" b="b" t="t" l="l"/>
            <a:pathLst>
              <a:path h="2287531" w="1589834">
                <a:moveTo>
                  <a:pt x="0" y="0"/>
                </a:moveTo>
                <a:lnTo>
                  <a:pt x="1589834" y="0"/>
                </a:lnTo>
                <a:lnTo>
                  <a:pt x="1589834" y="2287531"/>
                </a:lnTo>
                <a:lnTo>
                  <a:pt x="0" y="2287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52223" y="1595483"/>
            <a:ext cx="615679" cy="726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5500"/>
              </a:lnSpc>
            </a:pPr>
            <a:r>
              <a:rPr lang="en-US" sz="50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28311" y="1595483"/>
            <a:ext cx="615679" cy="726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5500"/>
              </a:lnSpc>
            </a:pPr>
            <a:r>
              <a:rPr lang="en-US" sz="50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0175" y="4682763"/>
            <a:ext cx="615679" cy="726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5500"/>
              </a:lnSpc>
            </a:pPr>
            <a:r>
              <a:rPr lang="en-US" sz="50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172146" y="4682763"/>
            <a:ext cx="615679" cy="726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5500"/>
              </a:lnSpc>
            </a:pPr>
            <a:r>
              <a:rPr lang="en-US" sz="50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9582" y="4003051"/>
            <a:ext cx="3686005" cy="198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3184"/>
              </a:lnSpc>
            </a:pPr>
            <a:r>
              <a:rPr lang="en-US" b="true" sz="2054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{{s11_text_1}}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03853" y="4003051"/>
            <a:ext cx="3686005" cy="198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 marL="0" indent="0" lvl="1">
              <a:lnSpc>
                <a:spcPts val="3184"/>
              </a:lnSpc>
            </a:pPr>
            <a:r>
              <a:rPr lang="en-US" b="true" sz="2054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{{s11_text_2}}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52223" y="8002482"/>
            <a:ext cx="615679" cy="726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5500"/>
              </a:lnSpc>
            </a:pPr>
            <a:r>
              <a:rPr lang="en-US" sz="50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837811" y="8002482"/>
            <a:ext cx="615679" cy="726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5500"/>
              </a:lnSpc>
            </a:pPr>
            <a:r>
              <a:rPr lang="en-US" sz="50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91366" y="4274443"/>
            <a:ext cx="5705268" cy="14618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1123"/>
              </a:lnSpc>
              <a:spcBef>
                <a:spcPct val="0"/>
              </a:spcBef>
            </a:pPr>
            <a:r>
              <a:rPr lang="en-US" sz="7200" spc="-535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{{s11_title}}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41631" y="915771"/>
            <a:ext cx="3686005" cy="198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3184"/>
              </a:lnSpc>
            </a:pPr>
            <a:r>
              <a:rPr lang="en-US" b="true" sz="2054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{{s11_text_3}}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78000" y="915771"/>
            <a:ext cx="3686005" cy="198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 marL="0" indent="0" lvl="1">
              <a:lnSpc>
                <a:spcPts val="3184"/>
              </a:lnSpc>
            </a:pPr>
            <a:r>
              <a:rPr lang="en-US" b="true" sz="2054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{{s11_text_4}}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41631" y="7322769"/>
            <a:ext cx="3686005" cy="198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1">
              <a:lnSpc>
                <a:spcPts val="3184"/>
              </a:lnSpc>
            </a:pPr>
            <a:r>
              <a:rPr lang="en-US" b="true" sz="2054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{{s11_text_5}}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78000" y="7322769"/>
            <a:ext cx="3686005" cy="19812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 marL="0" indent="0" lvl="1">
              <a:lnSpc>
                <a:spcPts val="3184"/>
              </a:lnSpc>
            </a:pPr>
            <a:r>
              <a:rPr lang="en-US" b="true" sz="2054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{{s11_text_6}}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85689" y="5755382"/>
            <a:ext cx="5310944" cy="10712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254"/>
              </a:lnSpc>
            </a:pPr>
            <a:r>
              <a:rPr lang="en-US" b="true" sz="36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{{s11_label_1}}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24919" y="4347998"/>
            <a:ext cx="4495498" cy="5215811"/>
          </a:xfrm>
          <a:custGeom>
            <a:avLst/>
            <a:gdLst/>
            <a:ahLst/>
            <a:cxnLst/>
            <a:rect r="r" b="b" t="t" l="l"/>
            <a:pathLst>
              <a:path h="5215811" w="4495498">
                <a:moveTo>
                  <a:pt x="0" y="5215811"/>
                </a:moveTo>
                <a:lnTo>
                  <a:pt x="4495498" y="5215811"/>
                </a:lnTo>
                <a:lnTo>
                  <a:pt x="4495498" y="0"/>
                </a:lnTo>
                <a:lnTo>
                  <a:pt x="0" y="0"/>
                </a:lnTo>
                <a:lnTo>
                  <a:pt x="0" y="521581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12763802" y="4347998"/>
            <a:ext cx="4495498" cy="5215811"/>
          </a:xfrm>
          <a:custGeom>
            <a:avLst/>
            <a:gdLst/>
            <a:ahLst/>
            <a:cxnLst/>
            <a:rect r="r" b="b" t="t" l="l"/>
            <a:pathLst>
              <a:path h="5215811" w="4495498">
                <a:moveTo>
                  <a:pt x="0" y="5215811"/>
                </a:moveTo>
                <a:lnTo>
                  <a:pt x="4495498" y="5215811"/>
                </a:lnTo>
                <a:lnTo>
                  <a:pt x="4495498" y="0"/>
                </a:lnTo>
                <a:lnTo>
                  <a:pt x="0" y="0"/>
                </a:lnTo>
                <a:lnTo>
                  <a:pt x="0" y="52158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6896439" y="4347998"/>
            <a:ext cx="4495498" cy="5215811"/>
          </a:xfrm>
          <a:custGeom>
            <a:avLst/>
            <a:gdLst/>
            <a:ahLst/>
            <a:cxnLst/>
            <a:rect r="r" b="b" t="t" l="l"/>
            <a:pathLst>
              <a:path h="5215811" w="4495498">
                <a:moveTo>
                  <a:pt x="0" y="5215811"/>
                </a:moveTo>
                <a:lnTo>
                  <a:pt x="4495498" y="5215811"/>
                </a:lnTo>
                <a:lnTo>
                  <a:pt x="4495498" y="0"/>
                </a:lnTo>
                <a:lnTo>
                  <a:pt x="0" y="0"/>
                </a:lnTo>
                <a:lnTo>
                  <a:pt x="0" y="521581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621143" y="3709504"/>
            <a:ext cx="1303050" cy="1276989"/>
          </a:xfrm>
          <a:custGeom>
            <a:avLst/>
            <a:gdLst/>
            <a:ahLst/>
            <a:cxnLst/>
            <a:rect r="r" b="b" t="t" l="l"/>
            <a:pathLst>
              <a:path h="1276989" w="1303050">
                <a:moveTo>
                  <a:pt x="0" y="0"/>
                </a:moveTo>
                <a:lnTo>
                  <a:pt x="1303050" y="0"/>
                </a:lnTo>
                <a:lnTo>
                  <a:pt x="1303050" y="1276988"/>
                </a:lnTo>
                <a:lnTo>
                  <a:pt x="0" y="12769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90585" y="3709504"/>
            <a:ext cx="1303050" cy="1276989"/>
          </a:xfrm>
          <a:custGeom>
            <a:avLst/>
            <a:gdLst/>
            <a:ahLst/>
            <a:cxnLst/>
            <a:rect r="r" b="b" t="t" l="l"/>
            <a:pathLst>
              <a:path h="1276989" w="1303050">
                <a:moveTo>
                  <a:pt x="0" y="0"/>
                </a:moveTo>
                <a:lnTo>
                  <a:pt x="1303049" y="0"/>
                </a:lnTo>
                <a:lnTo>
                  <a:pt x="1303049" y="1276988"/>
                </a:lnTo>
                <a:lnTo>
                  <a:pt x="0" y="12769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60026" y="3709504"/>
            <a:ext cx="1303050" cy="1276989"/>
          </a:xfrm>
          <a:custGeom>
            <a:avLst/>
            <a:gdLst/>
            <a:ahLst/>
            <a:cxnLst/>
            <a:rect r="r" b="b" t="t" l="l"/>
            <a:pathLst>
              <a:path h="1276989" w="1303050">
                <a:moveTo>
                  <a:pt x="0" y="0"/>
                </a:moveTo>
                <a:lnTo>
                  <a:pt x="1303050" y="0"/>
                </a:lnTo>
                <a:lnTo>
                  <a:pt x="1303050" y="1276988"/>
                </a:lnTo>
                <a:lnTo>
                  <a:pt x="0" y="12769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78148" y="633453"/>
            <a:ext cx="11927923" cy="13447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0659"/>
              </a:lnSpc>
              <a:spcBef>
                <a:spcPct val="0"/>
              </a:spcBef>
            </a:pPr>
            <a:r>
              <a:rPr lang="en-US" sz="7200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{{s12_title}}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3205597">
            <a:off x="13989046" y="2866326"/>
            <a:ext cx="1312295" cy="359241"/>
          </a:xfrm>
          <a:custGeom>
            <a:avLst/>
            <a:gdLst/>
            <a:ahLst/>
            <a:cxnLst/>
            <a:rect r="r" b="b" t="t" l="l"/>
            <a:pathLst>
              <a:path h="359241" w="1312295">
                <a:moveTo>
                  <a:pt x="0" y="0"/>
                </a:moveTo>
                <a:lnTo>
                  <a:pt x="1312295" y="0"/>
                </a:lnTo>
                <a:lnTo>
                  <a:pt x="1312295" y="359241"/>
                </a:lnTo>
                <a:lnTo>
                  <a:pt x="0" y="359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3024922">
            <a:off x="3196524" y="2678088"/>
            <a:ext cx="1312295" cy="359241"/>
          </a:xfrm>
          <a:custGeom>
            <a:avLst/>
            <a:gdLst/>
            <a:ahLst/>
            <a:cxnLst/>
            <a:rect r="r" b="b" t="t" l="l"/>
            <a:pathLst>
              <a:path h="359241" w="1312295">
                <a:moveTo>
                  <a:pt x="1312295" y="0"/>
                </a:moveTo>
                <a:lnTo>
                  <a:pt x="0" y="0"/>
                </a:lnTo>
                <a:lnTo>
                  <a:pt x="0" y="359240"/>
                </a:lnTo>
                <a:lnTo>
                  <a:pt x="1312295" y="359240"/>
                </a:lnTo>
                <a:lnTo>
                  <a:pt x="13122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9077">
            <a:off x="8917505" y="2514822"/>
            <a:ext cx="371154" cy="958379"/>
          </a:xfrm>
          <a:custGeom>
            <a:avLst/>
            <a:gdLst/>
            <a:ahLst/>
            <a:cxnLst/>
            <a:rect r="r" b="b" t="t" l="l"/>
            <a:pathLst>
              <a:path h="958379" w="371154">
                <a:moveTo>
                  <a:pt x="0" y="0"/>
                </a:moveTo>
                <a:lnTo>
                  <a:pt x="371154" y="0"/>
                </a:lnTo>
                <a:lnTo>
                  <a:pt x="371154" y="958379"/>
                </a:lnTo>
                <a:lnTo>
                  <a:pt x="0" y="9583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84100" y="6481271"/>
            <a:ext cx="3177136" cy="269921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090"/>
              </a:lnSpc>
            </a:pPr>
            <a:r>
              <a:rPr lang="en-US" b="true" sz="22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{{s12_text_1}}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53542" y="6481271"/>
            <a:ext cx="3177136" cy="269921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090"/>
              </a:lnSpc>
            </a:pPr>
            <a:r>
              <a:rPr lang="en-US" b="true" sz="22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{{s12_text_2}}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22983" y="6481271"/>
            <a:ext cx="3177136" cy="269921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090"/>
              </a:lnSpc>
            </a:pPr>
            <a:r>
              <a:rPr lang="en-US" b="true" sz="22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{{s12_text_3}}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4323" y="5148045"/>
            <a:ext cx="3056690" cy="6485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204"/>
              </a:lnSpc>
            </a:pPr>
            <a:r>
              <a:rPr lang="en-US" sz="3717" spc="-18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{{s12_label_1}}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5843" y="5148045"/>
            <a:ext cx="3056690" cy="6485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5204"/>
              </a:lnSpc>
            </a:pPr>
            <a:r>
              <a:rPr lang="en-US" sz="3717" spc="-18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{{s12_label_2}}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87363" y="5157570"/>
            <a:ext cx="3056690" cy="60680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878"/>
              </a:lnSpc>
              <a:spcBef>
                <a:spcPct val="0"/>
              </a:spcBef>
            </a:pPr>
            <a:r>
              <a:rPr lang="en-US" sz="3484" spc="-177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{{s12_label_3}}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4828" y="3944505"/>
            <a:ext cx="615679" cy="8545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6481"/>
              </a:lnSpc>
            </a:pPr>
            <a:r>
              <a:rPr lang="en-US" sz="59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34270" y="3944505"/>
            <a:ext cx="615679" cy="8545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6481"/>
              </a:lnSpc>
            </a:pPr>
            <a:r>
              <a:rPr lang="en-US" sz="59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03712" y="3944505"/>
            <a:ext cx="615679" cy="8545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6481"/>
              </a:lnSpc>
            </a:pPr>
            <a:r>
              <a:rPr lang="en-US" sz="594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389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903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94417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04794" y="1489225"/>
            <a:ext cx="8478413" cy="1477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7200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{{s13_title}}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2365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{{s13_text_1}}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11087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{{s13_text_2}}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9954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{{s13_label_1}}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7045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{{s13_label_2}}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74136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{{s13_label_3}}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39808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{{s13_text_3}}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389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903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94417" y="3797623"/>
            <a:ext cx="4856194" cy="4914938"/>
          </a:xfrm>
          <a:custGeom>
            <a:avLst/>
            <a:gdLst/>
            <a:ahLst/>
            <a:cxnLst/>
            <a:rect r="r" b="b" t="t" l="l"/>
            <a:pathLst>
              <a:path h="4914938" w="4856194">
                <a:moveTo>
                  <a:pt x="0" y="0"/>
                </a:moveTo>
                <a:lnTo>
                  <a:pt x="4856194" y="0"/>
                </a:lnTo>
                <a:lnTo>
                  <a:pt x="4856194" y="4914938"/>
                </a:lnTo>
                <a:lnTo>
                  <a:pt x="0" y="4914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04794" y="1489225"/>
            <a:ext cx="8478413" cy="1477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7200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{{s14_title}}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2365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{{s14_text_1}}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11087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{{s14_text_2}}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9954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{{s14_label_1}}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7045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{{s14_label_2}}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74136" y="4314488"/>
            <a:ext cx="4393910" cy="6234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796"/>
              </a:lnSpc>
            </a:pPr>
            <a:r>
              <a:rPr lang="en-US" sz="42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{{s14_label_3}}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39808" y="6005291"/>
            <a:ext cx="3865826" cy="22028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{{s14_text_3}}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8312" y="3673197"/>
            <a:ext cx="8820593" cy="4991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{{s15_text_1}}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8312" y="2038967"/>
            <a:ext cx="9010755" cy="1346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0" indent="0" lvl="0">
              <a:lnSpc>
                <a:spcPts val="10659"/>
              </a:lnSpc>
            </a:pPr>
            <a:r>
              <a:rPr lang="en-US" sz="7200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{{s15_title}}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06720" y="1941798"/>
            <a:ext cx="4109821" cy="6403404"/>
          </a:xfrm>
          <a:custGeom>
            <a:avLst/>
            <a:gdLst/>
            <a:ahLst/>
            <a:cxnLst/>
            <a:rect r="r" b="b" t="t" l="l"/>
            <a:pathLst>
              <a:path h="6403404" w="4109821">
                <a:moveTo>
                  <a:pt x="4109821" y="0"/>
                </a:moveTo>
                <a:lnTo>
                  <a:pt x="0" y="0"/>
                </a:lnTo>
                <a:lnTo>
                  <a:pt x="0" y="6403404"/>
                </a:lnTo>
                <a:lnTo>
                  <a:pt x="4109821" y="6403404"/>
                </a:lnTo>
                <a:lnTo>
                  <a:pt x="41098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32067" y="-1685042"/>
            <a:ext cx="3537302" cy="3370084"/>
          </a:xfrm>
          <a:custGeom>
            <a:avLst/>
            <a:gdLst/>
            <a:ahLst/>
            <a:cxnLst/>
            <a:rect r="r" b="b" t="t" l="l"/>
            <a:pathLst>
              <a:path h="3370084" w="3537302">
                <a:moveTo>
                  <a:pt x="0" y="0"/>
                </a:moveTo>
                <a:lnTo>
                  <a:pt x="3537301" y="0"/>
                </a:lnTo>
                <a:lnTo>
                  <a:pt x="3537301" y="3370084"/>
                </a:lnTo>
                <a:lnTo>
                  <a:pt x="0" y="3370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446306" y="7986818"/>
            <a:ext cx="4277466" cy="2138733"/>
          </a:xfrm>
          <a:custGeom>
            <a:avLst/>
            <a:gdLst/>
            <a:ahLst/>
            <a:cxnLst/>
            <a:rect r="r" b="b" t="t" l="l"/>
            <a:pathLst>
              <a:path h="2138733" w="4277466">
                <a:moveTo>
                  <a:pt x="0" y="0"/>
                </a:moveTo>
                <a:lnTo>
                  <a:pt x="4277466" y="0"/>
                </a:lnTo>
                <a:lnTo>
                  <a:pt x="4277466" y="2138733"/>
                </a:lnTo>
                <a:lnTo>
                  <a:pt x="0" y="2138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119927" y="1349656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119927" y="4928858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2192597" y="1349656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192597" y="4928858"/>
            <a:ext cx="2884811" cy="5960354"/>
          </a:xfrm>
          <a:custGeom>
            <a:avLst/>
            <a:gdLst/>
            <a:ahLst/>
            <a:cxnLst/>
            <a:rect r="r" b="b" t="t" l="l"/>
            <a:pathLst>
              <a:path h="5960354" w="2884811">
                <a:moveTo>
                  <a:pt x="0" y="0"/>
                </a:moveTo>
                <a:lnTo>
                  <a:pt x="2884812" y="0"/>
                </a:lnTo>
                <a:lnTo>
                  <a:pt x="2884812" y="5960354"/>
                </a:lnTo>
                <a:lnTo>
                  <a:pt x="0" y="596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99628" y="764109"/>
            <a:ext cx="13088744" cy="1477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7200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{{s16_title}}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2820" y="3595679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64151" y="3595679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820" y="7232174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64151" y="7232174"/>
            <a:ext cx="1381350" cy="1353723"/>
          </a:xfrm>
          <a:custGeom>
            <a:avLst/>
            <a:gdLst/>
            <a:ahLst/>
            <a:cxnLst/>
            <a:rect r="r" b="b" t="t" l="l"/>
            <a:pathLst>
              <a:path h="1353723" w="1381350">
                <a:moveTo>
                  <a:pt x="0" y="0"/>
                </a:moveTo>
                <a:lnTo>
                  <a:pt x="1381350" y="0"/>
                </a:lnTo>
                <a:lnTo>
                  <a:pt x="1381350" y="1353723"/>
                </a:lnTo>
                <a:lnTo>
                  <a:pt x="0" y="135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27362" y="3941868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18693" y="3941868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7362" y="7578363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18693" y="7578363"/>
            <a:ext cx="472266" cy="81789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6210"/>
              </a:lnSpc>
              <a:spcBef>
                <a:spcPct val="0"/>
              </a:spcBef>
            </a:pPr>
            <a:r>
              <a:rPr lang="en-US" sz="6029" spc="12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51513" y="3392248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{{s16_text_1}}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51513" y="7028743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{{s16_text_2}}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45526" y="3392248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{{s16_text_3}}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45526" y="7028743"/>
            <a:ext cx="4721189" cy="175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{{s16_text_4}}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1839" y="1980493"/>
            <a:ext cx="10804322" cy="1346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0659"/>
              </a:lnSpc>
              <a:spcBef>
                <a:spcPct val="0"/>
              </a:spcBef>
            </a:pPr>
            <a:r>
              <a:rPr lang="en-US" sz="7200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{{s17_title}}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76493" y="3746611"/>
            <a:ext cx="11335014" cy="373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{{s17_text_1}}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6418691" y="6033449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11984" y="1320834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3782748" y="9088776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23959" y="-1734493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2799597" y="8888811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8"/>
                </a:lnTo>
                <a:lnTo>
                  <a:pt x="0" y="2265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00688" y="-882350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8"/>
                </a:lnTo>
                <a:lnTo>
                  <a:pt x="0" y="2265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-1192707" y="7804988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62659" y="-453044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1" y="0"/>
                </a:lnTo>
                <a:lnTo>
                  <a:pt x="3198771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490887">
            <a:off x="15839120" y="8917110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9" y="0"/>
                </a:lnTo>
                <a:lnTo>
                  <a:pt x="1403239" y="1882392"/>
                </a:lnTo>
                <a:lnTo>
                  <a:pt x="0" y="1882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309112">
            <a:off x="926364" y="-527954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3"/>
                </a:lnTo>
                <a:lnTo>
                  <a:pt x="0" y="18823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4575653" y="7301523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2" y="0"/>
                </a:lnTo>
                <a:lnTo>
                  <a:pt x="592382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000688" y="2377644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2" y="0"/>
                </a:lnTo>
                <a:lnTo>
                  <a:pt x="592382" y="592381"/>
                </a:lnTo>
                <a:lnTo>
                  <a:pt x="0" y="5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502945" y="6169514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2" y="0"/>
                </a:lnTo>
                <a:lnTo>
                  <a:pt x="592382" y="592381"/>
                </a:lnTo>
                <a:lnTo>
                  <a:pt x="0" y="5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073396" y="3509653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7351" y="1123950"/>
            <a:ext cx="6731949" cy="2478526"/>
            <a:chOff x="0" y="0"/>
            <a:chExt cx="8975932" cy="3304702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3895492" y="-1775738"/>
              <a:ext cx="2974968" cy="7185912"/>
            </a:xfrm>
            <a:custGeom>
              <a:avLst/>
              <a:gdLst/>
              <a:ahLst/>
              <a:cxnLst/>
              <a:rect r="r" b="b" t="t" l="l"/>
              <a:pathLst>
                <a:path h="7185912" w="2974968">
                  <a:moveTo>
                    <a:pt x="0" y="0"/>
                  </a:moveTo>
                  <a:lnTo>
                    <a:pt x="2974968" y="0"/>
                  </a:lnTo>
                  <a:lnTo>
                    <a:pt x="2974968" y="7185912"/>
                  </a:lnTo>
                  <a:lnTo>
                    <a:pt x="0" y="718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-5400000">
              <a:off x="1100584" y="-770850"/>
              <a:ext cx="2974968" cy="5176135"/>
            </a:xfrm>
            <a:custGeom>
              <a:avLst/>
              <a:gdLst/>
              <a:ahLst/>
              <a:cxnLst/>
              <a:rect r="r" b="b" t="t" l="l"/>
              <a:pathLst>
                <a:path h="5176135" w="2974968">
                  <a:moveTo>
                    <a:pt x="0" y="5176135"/>
                  </a:moveTo>
                  <a:lnTo>
                    <a:pt x="2974967" y="5176135"/>
                  </a:lnTo>
                  <a:lnTo>
                    <a:pt x="2974967" y="0"/>
                  </a:lnTo>
                  <a:lnTo>
                    <a:pt x="0" y="0"/>
                  </a:lnTo>
                  <a:lnTo>
                    <a:pt x="0" y="517613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8827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1332" y="0"/>
              <a:ext cx="5090203" cy="1038401"/>
            </a:xfrm>
            <a:custGeom>
              <a:avLst/>
              <a:gdLst/>
              <a:ahLst/>
              <a:cxnLst/>
              <a:rect r="r" b="b" t="t" l="l"/>
              <a:pathLst>
                <a:path h="1038401" w="5090203">
                  <a:moveTo>
                    <a:pt x="0" y="0"/>
                  </a:moveTo>
                  <a:lnTo>
                    <a:pt x="5090203" y="0"/>
                  </a:lnTo>
                  <a:lnTo>
                    <a:pt x="5090203" y="1038401"/>
                  </a:lnTo>
                  <a:lnTo>
                    <a:pt x="0" y="1038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27351" y="4053844"/>
            <a:ext cx="6731949" cy="2478526"/>
            <a:chOff x="0" y="0"/>
            <a:chExt cx="8975932" cy="3304702"/>
          </a:xfrm>
        </p:grpSpPr>
        <p:sp>
          <p:nvSpPr>
            <p:cNvPr name="Freeform 7" id="7"/>
            <p:cNvSpPr/>
            <p:nvPr/>
          </p:nvSpPr>
          <p:spPr>
            <a:xfrm flipH="false" flipV="false" rot="-5400000">
              <a:off x="3895492" y="-1775738"/>
              <a:ext cx="2974968" cy="7185912"/>
            </a:xfrm>
            <a:custGeom>
              <a:avLst/>
              <a:gdLst/>
              <a:ahLst/>
              <a:cxnLst/>
              <a:rect r="r" b="b" t="t" l="l"/>
              <a:pathLst>
                <a:path h="7185912" w="2974968">
                  <a:moveTo>
                    <a:pt x="0" y="0"/>
                  </a:moveTo>
                  <a:lnTo>
                    <a:pt x="2974968" y="0"/>
                  </a:lnTo>
                  <a:lnTo>
                    <a:pt x="2974968" y="7185912"/>
                  </a:lnTo>
                  <a:lnTo>
                    <a:pt x="0" y="718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-5400000">
              <a:off x="1100584" y="-770850"/>
              <a:ext cx="2974968" cy="5176135"/>
            </a:xfrm>
            <a:custGeom>
              <a:avLst/>
              <a:gdLst/>
              <a:ahLst/>
              <a:cxnLst/>
              <a:rect r="r" b="b" t="t" l="l"/>
              <a:pathLst>
                <a:path h="5176135" w="2974968">
                  <a:moveTo>
                    <a:pt x="0" y="5176135"/>
                  </a:moveTo>
                  <a:lnTo>
                    <a:pt x="2974967" y="5176135"/>
                  </a:lnTo>
                  <a:lnTo>
                    <a:pt x="2974967" y="0"/>
                  </a:lnTo>
                  <a:lnTo>
                    <a:pt x="0" y="0"/>
                  </a:lnTo>
                  <a:lnTo>
                    <a:pt x="0" y="517613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8827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1332" y="0"/>
              <a:ext cx="5090203" cy="1038401"/>
            </a:xfrm>
            <a:custGeom>
              <a:avLst/>
              <a:gdLst/>
              <a:ahLst/>
              <a:cxnLst/>
              <a:rect r="r" b="b" t="t" l="l"/>
              <a:pathLst>
                <a:path h="1038401" w="5090203">
                  <a:moveTo>
                    <a:pt x="0" y="0"/>
                  </a:moveTo>
                  <a:lnTo>
                    <a:pt x="5090203" y="0"/>
                  </a:lnTo>
                  <a:lnTo>
                    <a:pt x="5090203" y="1038401"/>
                  </a:lnTo>
                  <a:lnTo>
                    <a:pt x="0" y="1038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116802" y="4878870"/>
            <a:ext cx="5553047" cy="13074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{{s18_text_1}}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4905" y="4100752"/>
            <a:ext cx="3215011" cy="5473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3199" spc="-16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{{s18_label_1}}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118110"/>
            <a:ext cx="7274965" cy="4991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{{s18_text_2}}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16802" y="1984787"/>
            <a:ext cx="5553047" cy="13074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{{s18_text_3}}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94905" y="1184182"/>
            <a:ext cx="2374688" cy="5473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3199" spc="-16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{{s18_label_2}}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27351" y="6978834"/>
            <a:ext cx="6731949" cy="2478526"/>
            <a:chOff x="0" y="0"/>
            <a:chExt cx="8975932" cy="3304702"/>
          </a:xfrm>
        </p:grpSpPr>
        <p:sp>
          <p:nvSpPr>
            <p:cNvPr name="Freeform 16" id="16"/>
            <p:cNvSpPr/>
            <p:nvPr/>
          </p:nvSpPr>
          <p:spPr>
            <a:xfrm flipH="false" flipV="false" rot="-5400000">
              <a:off x="3895492" y="-1775738"/>
              <a:ext cx="2974968" cy="7185912"/>
            </a:xfrm>
            <a:custGeom>
              <a:avLst/>
              <a:gdLst/>
              <a:ahLst/>
              <a:cxnLst/>
              <a:rect r="r" b="b" t="t" l="l"/>
              <a:pathLst>
                <a:path h="7185912" w="2974968">
                  <a:moveTo>
                    <a:pt x="0" y="0"/>
                  </a:moveTo>
                  <a:lnTo>
                    <a:pt x="2974968" y="0"/>
                  </a:lnTo>
                  <a:lnTo>
                    <a:pt x="2974968" y="7185912"/>
                  </a:lnTo>
                  <a:lnTo>
                    <a:pt x="0" y="718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true" rot="-5400000">
              <a:off x="1100584" y="-770850"/>
              <a:ext cx="2974968" cy="5176135"/>
            </a:xfrm>
            <a:custGeom>
              <a:avLst/>
              <a:gdLst/>
              <a:ahLst/>
              <a:cxnLst/>
              <a:rect r="r" b="b" t="t" l="l"/>
              <a:pathLst>
                <a:path h="5176135" w="2974968">
                  <a:moveTo>
                    <a:pt x="0" y="5176135"/>
                  </a:moveTo>
                  <a:lnTo>
                    <a:pt x="2974967" y="5176135"/>
                  </a:lnTo>
                  <a:lnTo>
                    <a:pt x="2974967" y="0"/>
                  </a:lnTo>
                  <a:lnTo>
                    <a:pt x="0" y="0"/>
                  </a:lnTo>
                  <a:lnTo>
                    <a:pt x="0" y="517613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8827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1332" y="0"/>
              <a:ext cx="5090203" cy="1038401"/>
            </a:xfrm>
            <a:custGeom>
              <a:avLst/>
              <a:gdLst/>
              <a:ahLst/>
              <a:cxnLst/>
              <a:rect r="r" b="b" t="t" l="l"/>
              <a:pathLst>
                <a:path h="1038401" w="5090203">
                  <a:moveTo>
                    <a:pt x="0" y="0"/>
                  </a:moveTo>
                  <a:lnTo>
                    <a:pt x="5090203" y="0"/>
                  </a:lnTo>
                  <a:lnTo>
                    <a:pt x="5090203" y="1038401"/>
                  </a:lnTo>
                  <a:lnTo>
                    <a:pt x="0" y="1038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116802" y="7802407"/>
            <a:ext cx="5553047" cy="13074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564"/>
              </a:lnSpc>
              <a:spcBef>
                <a:spcPct val="0"/>
              </a:spcBef>
            </a:pPr>
            <a:r>
              <a:rPr lang="en-US" b="true" sz="2299" strike="noStrike" u="non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{{s18_text_4}}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94905" y="7027670"/>
            <a:ext cx="3215011" cy="5473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3199" spc="-16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{{s18_label_3}}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589" y="1104425"/>
            <a:ext cx="7353077" cy="218368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698"/>
              </a:lnSpc>
            </a:pPr>
            <a:r>
              <a:rPr lang="en-US" sz="7015" spc="-357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{{s18_title}}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1839" y="1123656"/>
            <a:ext cx="10804322" cy="1477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7200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{{adabiyotlar}}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76493" y="3023125"/>
            <a:ext cx="11335014" cy="373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96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{{adabiyotlar_ro_yxati}}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6411102" y="5854533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3775158" y="8909860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792007" y="8709894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9"/>
                </a:lnTo>
                <a:lnTo>
                  <a:pt x="0" y="2265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1200296" y="7626072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90887">
            <a:off x="15831531" y="8738194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2"/>
                </a:lnTo>
                <a:lnTo>
                  <a:pt x="0" y="1882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568064" y="7122607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495356" y="5990597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756099" y="6987870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3"/>
                </a:lnTo>
                <a:lnTo>
                  <a:pt x="0" y="1275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33884" y="3179761"/>
            <a:ext cx="10220232" cy="241915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8546"/>
              </a:lnSpc>
              <a:spcBef>
                <a:spcPct val="0"/>
              </a:spcBef>
            </a:pPr>
            <a:r>
              <a:rPr lang="en-US" sz="10000" spc="-1105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{{yakun}}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049429" y="5598913"/>
            <a:ext cx="6228766" cy="939275"/>
            <a:chOff x="0" y="0"/>
            <a:chExt cx="4640499" cy="699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5409" y="45740"/>
              <a:ext cx="4529465" cy="608584"/>
            </a:xfrm>
            <a:custGeom>
              <a:avLst/>
              <a:gdLst/>
              <a:ahLst/>
              <a:cxnLst/>
              <a:rect r="r" b="b" t="t" l="l"/>
              <a:pathLst>
                <a:path h="608584" w="4529465">
                  <a:moveTo>
                    <a:pt x="0" y="220960"/>
                  </a:moveTo>
                  <a:cubicBezTo>
                    <a:pt x="470976" y="123170"/>
                    <a:pt x="746636" y="81260"/>
                    <a:pt x="962730" y="54590"/>
                  </a:cubicBezTo>
                  <a:cubicBezTo>
                    <a:pt x="1166358" y="31730"/>
                    <a:pt x="1349208" y="12680"/>
                    <a:pt x="1556991" y="5060"/>
                  </a:cubicBezTo>
                  <a:cubicBezTo>
                    <a:pt x="1784168" y="-3830"/>
                    <a:pt x="2052901" y="-20"/>
                    <a:pt x="2274537" y="8870"/>
                  </a:cubicBezTo>
                  <a:cubicBezTo>
                    <a:pt x="2467083" y="16490"/>
                    <a:pt x="2640236" y="31730"/>
                    <a:pt x="2812004" y="48240"/>
                  </a:cubicBezTo>
                  <a:cubicBezTo>
                    <a:pt x="2974075" y="63480"/>
                    <a:pt x="3100130" y="73640"/>
                    <a:pt x="3278824" y="104120"/>
                  </a:cubicBezTo>
                  <a:cubicBezTo>
                    <a:pt x="3525394" y="144760"/>
                    <a:pt x="3967280" y="242550"/>
                    <a:pt x="4148745" y="289540"/>
                  </a:cubicBezTo>
                  <a:cubicBezTo>
                    <a:pt x="4234629" y="309860"/>
                    <a:pt x="4273415" y="321290"/>
                    <a:pt x="4332979" y="342880"/>
                  </a:cubicBezTo>
                  <a:cubicBezTo>
                    <a:pt x="4392544" y="365740"/>
                    <a:pt x="4478428" y="391140"/>
                    <a:pt x="4507518" y="422890"/>
                  </a:cubicBezTo>
                  <a:cubicBezTo>
                    <a:pt x="4525526" y="440670"/>
                    <a:pt x="4532452" y="464800"/>
                    <a:pt x="4528296" y="483850"/>
                  </a:cubicBezTo>
                  <a:cubicBezTo>
                    <a:pt x="4525526" y="502900"/>
                    <a:pt x="4507518" y="524490"/>
                    <a:pt x="4485354" y="535920"/>
                  </a:cubicBezTo>
                  <a:cubicBezTo>
                    <a:pt x="4450723" y="551160"/>
                    <a:pt x="4403626" y="539730"/>
                    <a:pt x="4321897" y="535920"/>
                  </a:cubicBezTo>
                  <a:cubicBezTo>
                    <a:pt x="4058705" y="523220"/>
                    <a:pt x="3133376" y="407650"/>
                    <a:pt x="2676252" y="380980"/>
                  </a:cubicBezTo>
                  <a:cubicBezTo>
                    <a:pt x="2352110" y="361930"/>
                    <a:pt x="2047361" y="359390"/>
                    <a:pt x="1840962" y="361930"/>
                  </a:cubicBezTo>
                  <a:cubicBezTo>
                    <a:pt x="1719062" y="363200"/>
                    <a:pt x="1656727" y="367010"/>
                    <a:pt x="1550065" y="374630"/>
                  </a:cubicBezTo>
                  <a:cubicBezTo>
                    <a:pt x="1417084" y="384790"/>
                    <a:pt x="1270250" y="397490"/>
                    <a:pt x="1104023" y="421620"/>
                  </a:cubicBezTo>
                  <a:cubicBezTo>
                    <a:pt x="887928" y="452100"/>
                    <a:pt x="466820" y="572750"/>
                    <a:pt x="369855" y="557510"/>
                  </a:cubicBezTo>
                  <a:cubicBezTo>
                    <a:pt x="343535" y="553700"/>
                    <a:pt x="332454" y="546080"/>
                    <a:pt x="322757" y="533380"/>
                  </a:cubicBezTo>
                  <a:cubicBezTo>
                    <a:pt x="311675" y="521950"/>
                    <a:pt x="304749" y="501630"/>
                    <a:pt x="304749" y="486390"/>
                  </a:cubicBezTo>
                  <a:cubicBezTo>
                    <a:pt x="304749" y="474960"/>
                    <a:pt x="307520" y="464800"/>
                    <a:pt x="314446" y="454640"/>
                  </a:cubicBezTo>
                  <a:cubicBezTo>
                    <a:pt x="322757" y="443210"/>
                    <a:pt x="332454" y="431780"/>
                    <a:pt x="356002" y="422890"/>
                  </a:cubicBezTo>
                  <a:cubicBezTo>
                    <a:pt x="421108" y="397490"/>
                    <a:pt x="624736" y="384790"/>
                    <a:pt x="766029" y="374630"/>
                  </a:cubicBezTo>
                  <a:cubicBezTo>
                    <a:pt x="914248" y="365740"/>
                    <a:pt x="1073548" y="363200"/>
                    <a:pt x="1227308" y="368280"/>
                  </a:cubicBezTo>
                  <a:cubicBezTo>
                    <a:pt x="1381068" y="372090"/>
                    <a:pt x="1537598" y="386060"/>
                    <a:pt x="1685817" y="402570"/>
                  </a:cubicBezTo>
                  <a:cubicBezTo>
                    <a:pt x="1827110" y="419080"/>
                    <a:pt x="2066754" y="417810"/>
                    <a:pt x="2095843" y="464800"/>
                  </a:cubicBezTo>
                  <a:cubicBezTo>
                    <a:pt x="2111081" y="488930"/>
                    <a:pt x="2066754" y="558780"/>
                    <a:pt x="2058442" y="558780"/>
                  </a:cubicBezTo>
                  <a:cubicBezTo>
                    <a:pt x="2048746" y="557510"/>
                    <a:pt x="2027967" y="476230"/>
                    <a:pt x="2041819" y="459720"/>
                  </a:cubicBezTo>
                  <a:cubicBezTo>
                    <a:pt x="2052901" y="445750"/>
                    <a:pt x="2093073" y="445750"/>
                    <a:pt x="2112466" y="452100"/>
                  </a:cubicBezTo>
                  <a:cubicBezTo>
                    <a:pt x="2129089" y="457180"/>
                    <a:pt x="2144326" y="471150"/>
                    <a:pt x="2152637" y="485120"/>
                  </a:cubicBezTo>
                  <a:cubicBezTo>
                    <a:pt x="2159564" y="497820"/>
                    <a:pt x="2162334" y="519410"/>
                    <a:pt x="2158178" y="533380"/>
                  </a:cubicBezTo>
                  <a:cubicBezTo>
                    <a:pt x="2154023" y="548620"/>
                    <a:pt x="2141556" y="565130"/>
                    <a:pt x="2127703" y="574020"/>
                  </a:cubicBezTo>
                  <a:cubicBezTo>
                    <a:pt x="2115236" y="582910"/>
                    <a:pt x="2094458" y="593070"/>
                    <a:pt x="2084762" y="586720"/>
                  </a:cubicBezTo>
                  <a:cubicBezTo>
                    <a:pt x="2066754" y="575290"/>
                    <a:pt x="2102769" y="458450"/>
                    <a:pt x="2084762" y="447020"/>
                  </a:cubicBezTo>
                  <a:cubicBezTo>
                    <a:pt x="2075065" y="440670"/>
                    <a:pt x="2041819" y="458450"/>
                    <a:pt x="2041819" y="459720"/>
                  </a:cubicBezTo>
                  <a:cubicBezTo>
                    <a:pt x="2041819" y="460990"/>
                    <a:pt x="2091688" y="444480"/>
                    <a:pt x="2112466" y="452100"/>
                  </a:cubicBezTo>
                  <a:cubicBezTo>
                    <a:pt x="2131859" y="458450"/>
                    <a:pt x="2152637" y="485120"/>
                    <a:pt x="2158178" y="500360"/>
                  </a:cubicBezTo>
                  <a:cubicBezTo>
                    <a:pt x="2163719" y="511790"/>
                    <a:pt x="2162334" y="523220"/>
                    <a:pt x="2158178" y="533380"/>
                  </a:cubicBezTo>
                  <a:cubicBezTo>
                    <a:pt x="2154023" y="547350"/>
                    <a:pt x="2127703" y="574020"/>
                    <a:pt x="2127703" y="574020"/>
                  </a:cubicBezTo>
                  <a:cubicBezTo>
                    <a:pt x="2127703" y="575290"/>
                    <a:pt x="2188653" y="504170"/>
                    <a:pt x="2185883" y="501630"/>
                  </a:cubicBezTo>
                  <a:cubicBezTo>
                    <a:pt x="2183112" y="499090"/>
                    <a:pt x="2126318" y="586720"/>
                    <a:pt x="2070909" y="603230"/>
                  </a:cubicBezTo>
                  <a:cubicBezTo>
                    <a:pt x="1980870" y="628630"/>
                    <a:pt x="1795250" y="556240"/>
                    <a:pt x="1667809" y="541000"/>
                  </a:cubicBezTo>
                  <a:cubicBezTo>
                    <a:pt x="1551450" y="528300"/>
                    <a:pt x="1461411" y="518140"/>
                    <a:pt x="1336741" y="513060"/>
                  </a:cubicBezTo>
                  <a:cubicBezTo>
                    <a:pt x="1174670" y="505440"/>
                    <a:pt x="946108" y="504170"/>
                    <a:pt x="775725" y="514330"/>
                  </a:cubicBezTo>
                  <a:cubicBezTo>
                    <a:pt x="634432" y="523220"/>
                    <a:pt x="447427" y="558780"/>
                    <a:pt x="387862" y="558780"/>
                  </a:cubicBezTo>
                  <a:cubicBezTo>
                    <a:pt x="369855" y="558780"/>
                    <a:pt x="362928" y="558780"/>
                    <a:pt x="351847" y="553700"/>
                  </a:cubicBezTo>
                  <a:cubicBezTo>
                    <a:pt x="337994" y="547350"/>
                    <a:pt x="318601" y="534650"/>
                    <a:pt x="311675" y="519410"/>
                  </a:cubicBezTo>
                  <a:cubicBezTo>
                    <a:pt x="304749" y="502900"/>
                    <a:pt x="306134" y="471150"/>
                    <a:pt x="314446" y="454640"/>
                  </a:cubicBezTo>
                  <a:cubicBezTo>
                    <a:pt x="322757" y="440670"/>
                    <a:pt x="332454" y="434320"/>
                    <a:pt x="356002" y="422890"/>
                  </a:cubicBezTo>
                  <a:cubicBezTo>
                    <a:pt x="433575" y="387330"/>
                    <a:pt x="717546" y="341610"/>
                    <a:pt x="911477" y="311130"/>
                  </a:cubicBezTo>
                  <a:cubicBezTo>
                    <a:pt x="1122031" y="276840"/>
                    <a:pt x="1408772" y="246360"/>
                    <a:pt x="1573614" y="232390"/>
                  </a:cubicBezTo>
                  <a:cubicBezTo>
                    <a:pt x="1669194" y="224770"/>
                    <a:pt x="1701055" y="223500"/>
                    <a:pt x="1803561" y="223500"/>
                  </a:cubicBezTo>
                  <a:cubicBezTo>
                    <a:pt x="2011344" y="220960"/>
                    <a:pt x="2435223" y="227310"/>
                    <a:pt x="2739972" y="246360"/>
                  </a:cubicBezTo>
                  <a:cubicBezTo>
                    <a:pt x="3030869" y="264140"/>
                    <a:pt x="3377175" y="316210"/>
                    <a:pt x="3590499" y="332720"/>
                  </a:cubicBezTo>
                  <a:cubicBezTo>
                    <a:pt x="3717940" y="342880"/>
                    <a:pt x="3778890" y="340340"/>
                    <a:pt x="3898019" y="350500"/>
                  </a:cubicBezTo>
                  <a:cubicBezTo>
                    <a:pt x="4064246" y="363200"/>
                    <a:pt x="4425790" y="382250"/>
                    <a:pt x="4493665" y="411460"/>
                  </a:cubicBezTo>
                  <a:cubicBezTo>
                    <a:pt x="4510288" y="419080"/>
                    <a:pt x="4513058" y="425430"/>
                    <a:pt x="4518599" y="435590"/>
                  </a:cubicBezTo>
                  <a:cubicBezTo>
                    <a:pt x="4525525" y="448290"/>
                    <a:pt x="4531066" y="468610"/>
                    <a:pt x="4528296" y="483850"/>
                  </a:cubicBezTo>
                  <a:cubicBezTo>
                    <a:pt x="4525525" y="499090"/>
                    <a:pt x="4514443" y="516870"/>
                    <a:pt x="4500591" y="527030"/>
                  </a:cubicBezTo>
                  <a:cubicBezTo>
                    <a:pt x="4488125" y="535920"/>
                    <a:pt x="4474272" y="542270"/>
                    <a:pt x="4449338" y="541000"/>
                  </a:cubicBezTo>
                  <a:cubicBezTo>
                    <a:pt x="4388388" y="539730"/>
                    <a:pt x="4266489" y="468610"/>
                    <a:pt x="4133507" y="430510"/>
                  </a:cubicBezTo>
                  <a:cubicBezTo>
                    <a:pt x="3914642" y="369550"/>
                    <a:pt x="3483837" y="280650"/>
                    <a:pt x="3251120" y="241280"/>
                  </a:cubicBezTo>
                  <a:cubicBezTo>
                    <a:pt x="3101516" y="215880"/>
                    <a:pt x="3022558" y="209530"/>
                    <a:pt x="2879880" y="195560"/>
                  </a:cubicBezTo>
                  <a:cubicBezTo>
                    <a:pt x="2691489" y="176510"/>
                    <a:pt x="2435223" y="152380"/>
                    <a:pt x="2213587" y="144760"/>
                  </a:cubicBezTo>
                  <a:cubicBezTo>
                    <a:pt x="1997492" y="135870"/>
                    <a:pt x="1775857" y="135870"/>
                    <a:pt x="1565303" y="144760"/>
                  </a:cubicBezTo>
                  <a:cubicBezTo>
                    <a:pt x="1365830" y="152380"/>
                    <a:pt x="1184366" y="170160"/>
                    <a:pt x="980738" y="194290"/>
                  </a:cubicBezTo>
                  <a:cubicBezTo>
                    <a:pt x="756332" y="220960"/>
                    <a:pt x="447427" y="267950"/>
                    <a:pt x="277045" y="300970"/>
                  </a:cubicBezTo>
                  <a:cubicBezTo>
                    <a:pt x="178694" y="320020"/>
                    <a:pt x="92810" y="377170"/>
                    <a:pt x="47097" y="355580"/>
                  </a:cubicBezTo>
                  <a:cubicBezTo>
                    <a:pt x="11082" y="336530"/>
                    <a:pt x="0" y="220960"/>
                    <a:pt x="0" y="220960"/>
                  </a:cubicBezTo>
                </a:path>
              </a:pathLst>
            </a:custGeom>
            <a:solidFill>
              <a:srgbClr val="FFC7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200296" y="1331401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5647" y="-1723926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12376" y="-871783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8"/>
                </a:lnTo>
                <a:lnTo>
                  <a:pt x="0" y="2265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74347" y="-442477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488682">
            <a:off x="85695" y="4480834"/>
            <a:ext cx="3754867" cy="6705120"/>
          </a:xfrm>
          <a:custGeom>
            <a:avLst/>
            <a:gdLst/>
            <a:ahLst/>
            <a:cxnLst/>
            <a:rect r="r" b="b" t="t" l="l"/>
            <a:pathLst>
              <a:path h="6705120" w="3754867">
                <a:moveTo>
                  <a:pt x="3754867" y="0"/>
                </a:moveTo>
                <a:lnTo>
                  <a:pt x="0" y="0"/>
                </a:lnTo>
                <a:lnTo>
                  <a:pt x="0" y="6705120"/>
                </a:lnTo>
                <a:lnTo>
                  <a:pt x="3754867" y="6705120"/>
                </a:lnTo>
                <a:lnTo>
                  <a:pt x="375486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5988">
            <a:off x="13653507" y="4394488"/>
            <a:ext cx="5241680" cy="7225373"/>
          </a:xfrm>
          <a:custGeom>
            <a:avLst/>
            <a:gdLst/>
            <a:ahLst/>
            <a:cxnLst/>
            <a:rect r="r" b="b" t="t" l="l"/>
            <a:pathLst>
              <a:path h="7225373" w="5241680">
                <a:moveTo>
                  <a:pt x="5241680" y="0"/>
                </a:moveTo>
                <a:lnTo>
                  <a:pt x="0" y="0"/>
                </a:lnTo>
                <a:lnTo>
                  <a:pt x="0" y="7225373"/>
                </a:lnTo>
                <a:lnTo>
                  <a:pt x="5241680" y="7225373"/>
                </a:lnTo>
                <a:lnTo>
                  <a:pt x="524168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1309112">
            <a:off x="1038052" y="-517387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3"/>
                </a:lnTo>
                <a:lnTo>
                  <a:pt x="0" y="18823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12376" y="2388211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1"/>
                </a:lnTo>
                <a:lnTo>
                  <a:pt x="0" y="5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85084" y="3520220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85696" y="7833394"/>
            <a:ext cx="5316608" cy="2706637"/>
          </a:xfrm>
          <a:custGeom>
            <a:avLst/>
            <a:gdLst/>
            <a:ahLst/>
            <a:cxnLst/>
            <a:rect r="r" b="b" t="t" l="l"/>
            <a:pathLst>
              <a:path h="2706637" w="5316608">
                <a:moveTo>
                  <a:pt x="0" y="0"/>
                </a:moveTo>
                <a:lnTo>
                  <a:pt x="5316608" y="0"/>
                </a:lnTo>
                <a:lnTo>
                  <a:pt x="5316608" y="2706637"/>
                </a:lnTo>
                <a:lnTo>
                  <a:pt x="0" y="27066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66655" y="1840296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4"/>
                </a:lnTo>
                <a:lnTo>
                  <a:pt x="0" y="12750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DAHXbcf-tsU</dc:identifier>
  <dcterms:modified xsi:type="dcterms:W3CDTF">2011-08-01T06:04:30Z</dcterms:modified>
  <cp:revision>1</cp:revision>
  <dc:title>Colorful Playful Illustrated Creativity Children Presentation</dc:title>
</cp:coreProperties>
</file>