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TC October" charset="1" panose="00000000000000000000"/>
      <p:regular r:id="rId16"/>
    </p:embeddedFont>
    <p:embeddedFont>
      <p:font typeface="Sniglet" charset="1" panose="0407050503010002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5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5.png" Type="http://schemas.openxmlformats.org/officeDocument/2006/relationships/image"/><Relationship Id="rId5" Target="../media/image2.png" Type="http://schemas.openxmlformats.org/officeDocument/2006/relationships/image"/><Relationship Id="rId6" Target="../media/image5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31.png" Type="http://schemas.openxmlformats.org/officeDocument/2006/relationships/image"/><Relationship Id="rId6" Target="../media/image4.pn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4.png" Type="http://schemas.openxmlformats.org/officeDocument/2006/relationships/image"/><Relationship Id="rId13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Relationship Id="rId5" Target="../media/image5.pn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Relationship Id="rId5" Target="../media/image5.pn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Relationship Id="rId6" Target="../media/image6.pn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1.pn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5.png" Type="http://schemas.openxmlformats.org/officeDocument/2006/relationships/image"/><Relationship Id="rId5" Target="../media/image2.png" Type="http://schemas.openxmlformats.org/officeDocument/2006/relationships/image"/><Relationship Id="rId6" Target="../media/image5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31.png" Type="http://schemas.openxmlformats.org/officeDocument/2006/relationships/image"/><Relationship Id="rId6" Target="../media/image4.pn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4.png" Type="http://schemas.openxmlformats.org/officeDocument/2006/relationships/image"/><Relationship Id="rId13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Relationship Id="rId5" Target="../media/image5.pn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Relationship Id="rId5" Target="../media/image5.pn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Relationship Id="rId6" Target="../media/image6.pn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1.pn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31.png" Type="http://schemas.openxmlformats.org/officeDocument/2006/relationships/image"/><Relationship Id="rId6" Target="../media/image4.pn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5.png" Type="http://schemas.openxmlformats.org/officeDocument/2006/relationships/image"/><Relationship Id="rId5" Target="../media/image2.png" Type="http://schemas.openxmlformats.org/officeDocument/2006/relationships/image"/><Relationship Id="rId6" Target="../media/image5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31.png" Type="http://schemas.openxmlformats.org/officeDocument/2006/relationships/image"/><Relationship Id="rId6" Target="../media/image4.pn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24.png" Type="http://schemas.openxmlformats.org/officeDocument/2006/relationships/image"/><Relationship Id="rId12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1.png" Type="http://schemas.openxmlformats.org/officeDocument/2006/relationships/image"/><Relationship Id="rId5" Target="../media/image4.png" Type="http://schemas.openxmlformats.org/officeDocument/2006/relationships/image"/><Relationship Id="rId6" Target="../media/image3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9406" y="-841088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9" y="0"/>
                </a:lnTo>
                <a:lnTo>
                  <a:pt x="8036639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48336" y="-51802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4"/>
                </a:lnTo>
                <a:lnTo>
                  <a:pt x="0" y="1994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84018" y="0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7" y="0"/>
                </a:lnTo>
                <a:lnTo>
                  <a:pt x="3910707" y="3886265"/>
                </a:lnTo>
                <a:lnTo>
                  <a:pt x="0" y="38862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39946" y="-423306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9" y="0"/>
                </a:lnTo>
                <a:lnTo>
                  <a:pt x="8036639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1115805" y="4871991"/>
            <a:ext cx="13809999" cy="8562199"/>
          </a:xfrm>
          <a:custGeom>
            <a:avLst/>
            <a:gdLst/>
            <a:ahLst/>
            <a:cxnLst/>
            <a:rect r="r" b="b" t="t" l="l"/>
            <a:pathLst>
              <a:path h="8562199" w="13809999">
                <a:moveTo>
                  <a:pt x="13809999" y="0"/>
                </a:moveTo>
                <a:lnTo>
                  <a:pt x="0" y="0"/>
                </a:lnTo>
                <a:lnTo>
                  <a:pt x="0" y="8562200"/>
                </a:lnTo>
                <a:lnTo>
                  <a:pt x="13809999" y="8562200"/>
                </a:lnTo>
                <a:lnTo>
                  <a:pt x="13809999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044532" y="488960"/>
            <a:ext cx="8050150" cy="6450183"/>
          </a:xfrm>
          <a:custGeom>
            <a:avLst/>
            <a:gdLst/>
            <a:ahLst/>
            <a:cxnLst/>
            <a:rect r="r" b="b" t="t" l="l"/>
            <a:pathLst>
              <a:path h="6450183" w="8050150">
                <a:moveTo>
                  <a:pt x="0" y="0"/>
                </a:moveTo>
                <a:lnTo>
                  <a:pt x="8050150" y="0"/>
                </a:lnTo>
                <a:lnTo>
                  <a:pt x="8050150" y="6450182"/>
                </a:lnTo>
                <a:lnTo>
                  <a:pt x="0" y="64501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818835" y="3196338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7" y="0"/>
                </a:lnTo>
                <a:lnTo>
                  <a:pt x="20545317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52481" y="1483536"/>
            <a:ext cx="5370003" cy="4302715"/>
          </a:xfrm>
          <a:custGeom>
            <a:avLst/>
            <a:gdLst/>
            <a:ahLst/>
            <a:cxnLst/>
            <a:rect r="r" b="b" t="t" l="l"/>
            <a:pathLst>
              <a:path h="4302715" w="5370003">
                <a:moveTo>
                  <a:pt x="0" y="0"/>
                </a:moveTo>
                <a:lnTo>
                  <a:pt x="5370002" y="0"/>
                </a:lnTo>
                <a:lnTo>
                  <a:pt x="5370002" y="4302715"/>
                </a:lnTo>
                <a:lnTo>
                  <a:pt x="0" y="43027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84439" y="-2656273"/>
            <a:ext cx="6906085" cy="4465935"/>
          </a:xfrm>
          <a:custGeom>
            <a:avLst/>
            <a:gdLst/>
            <a:ahLst/>
            <a:cxnLst/>
            <a:rect r="r" b="b" t="t" l="l"/>
            <a:pathLst>
              <a:path h="4465935" w="6906085">
                <a:moveTo>
                  <a:pt x="0" y="0"/>
                </a:moveTo>
                <a:lnTo>
                  <a:pt x="6906085" y="0"/>
                </a:lnTo>
                <a:lnTo>
                  <a:pt x="6906085" y="4465935"/>
                </a:lnTo>
                <a:lnTo>
                  <a:pt x="0" y="44659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29688" y="752939"/>
            <a:ext cx="6906085" cy="4465935"/>
          </a:xfrm>
          <a:custGeom>
            <a:avLst/>
            <a:gdLst/>
            <a:ahLst/>
            <a:cxnLst/>
            <a:rect r="r" b="b" t="t" l="l"/>
            <a:pathLst>
              <a:path h="4465935" w="6906085">
                <a:moveTo>
                  <a:pt x="0" y="0"/>
                </a:moveTo>
                <a:lnTo>
                  <a:pt x="6906085" y="0"/>
                </a:lnTo>
                <a:lnTo>
                  <a:pt x="6906085" y="4465935"/>
                </a:lnTo>
                <a:lnTo>
                  <a:pt x="0" y="44659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958921" y="1943132"/>
            <a:ext cx="12971933" cy="9740742"/>
          </a:xfrm>
          <a:custGeom>
            <a:avLst/>
            <a:gdLst/>
            <a:ahLst/>
            <a:cxnLst/>
            <a:rect r="r" b="b" t="t" l="l"/>
            <a:pathLst>
              <a:path h="9740742" w="12971933">
                <a:moveTo>
                  <a:pt x="0" y="0"/>
                </a:moveTo>
                <a:lnTo>
                  <a:pt x="12971932" y="0"/>
                </a:lnTo>
                <a:lnTo>
                  <a:pt x="12971932" y="9740743"/>
                </a:lnTo>
                <a:lnTo>
                  <a:pt x="0" y="97407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-1155712" y="3613089"/>
            <a:ext cx="6008098" cy="6652106"/>
          </a:xfrm>
          <a:custGeom>
            <a:avLst/>
            <a:gdLst/>
            <a:ahLst/>
            <a:cxnLst/>
            <a:rect r="r" b="b" t="t" l="l"/>
            <a:pathLst>
              <a:path h="6652106" w="6008098">
                <a:moveTo>
                  <a:pt x="6008097" y="0"/>
                </a:moveTo>
                <a:lnTo>
                  <a:pt x="0" y="0"/>
                </a:lnTo>
                <a:lnTo>
                  <a:pt x="0" y="6652107"/>
                </a:lnTo>
                <a:lnTo>
                  <a:pt x="6008097" y="6652107"/>
                </a:lnTo>
                <a:lnTo>
                  <a:pt x="6008097" y="0"/>
                </a:lnTo>
                <a:close/>
              </a:path>
            </a:pathLst>
          </a:custGeom>
          <a:blipFill>
            <a:blip r:embed="rId12"/>
            <a:stretch>
              <a:fillRect l="0" t="0" r="0" b="-96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82636" y="7672011"/>
            <a:ext cx="6457222" cy="2203527"/>
          </a:xfrm>
          <a:custGeom>
            <a:avLst/>
            <a:gdLst/>
            <a:ahLst/>
            <a:cxnLst/>
            <a:rect r="r" b="b" t="t" l="l"/>
            <a:pathLst>
              <a:path h="2203527" w="6457222">
                <a:moveTo>
                  <a:pt x="0" y="0"/>
                </a:moveTo>
                <a:lnTo>
                  <a:pt x="6457222" y="0"/>
                </a:lnTo>
                <a:lnTo>
                  <a:pt x="6457222" y="2203527"/>
                </a:lnTo>
                <a:lnTo>
                  <a:pt x="0" y="22035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86715" y="3898356"/>
            <a:ext cx="3850767" cy="8229600"/>
          </a:xfrm>
          <a:custGeom>
            <a:avLst/>
            <a:gdLst/>
            <a:ahLst/>
            <a:cxnLst/>
            <a:rect r="r" b="b" t="t" l="l"/>
            <a:pathLst>
              <a:path h="8229600" w="3850767">
                <a:moveTo>
                  <a:pt x="0" y="0"/>
                </a:moveTo>
                <a:lnTo>
                  <a:pt x="3850767" y="0"/>
                </a:lnTo>
                <a:lnTo>
                  <a:pt x="38507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979850" y="6813503"/>
            <a:ext cx="4761009" cy="1066706"/>
            <a:chOff x="0" y="0"/>
            <a:chExt cx="1253928" cy="2809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3928" cy="280943"/>
            </a:xfrm>
            <a:custGeom>
              <a:avLst/>
              <a:gdLst/>
              <a:ahLst/>
              <a:cxnLst/>
              <a:rect r="r" b="b" t="t" l="l"/>
              <a:pathLst>
                <a:path h="280943" w="1253928">
                  <a:moveTo>
                    <a:pt x="26018" y="0"/>
                  </a:moveTo>
                  <a:lnTo>
                    <a:pt x="1227911" y="0"/>
                  </a:lnTo>
                  <a:cubicBezTo>
                    <a:pt x="1234811" y="0"/>
                    <a:pt x="1241429" y="2741"/>
                    <a:pt x="1246308" y="7620"/>
                  </a:cubicBezTo>
                  <a:cubicBezTo>
                    <a:pt x="1251187" y="12500"/>
                    <a:pt x="1253928" y="19117"/>
                    <a:pt x="1253928" y="26018"/>
                  </a:cubicBezTo>
                  <a:lnTo>
                    <a:pt x="1253928" y="254925"/>
                  </a:lnTo>
                  <a:cubicBezTo>
                    <a:pt x="1253928" y="269295"/>
                    <a:pt x="1242280" y="280943"/>
                    <a:pt x="1227911" y="280943"/>
                  </a:cubicBezTo>
                  <a:lnTo>
                    <a:pt x="26018" y="280943"/>
                  </a:lnTo>
                  <a:cubicBezTo>
                    <a:pt x="19117" y="280943"/>
                    <a:pt x="12500" y="278202"/>
                    <a:pt x="7620" y="273323"/>
                  </a:cubicBezTo>
                  <a:cubicBezTo>
                    <a:pt x="2741" y="268443"/>
                    <a:pt x="0" y="261826"/>
                    <a:pt x="0" y="254925"/>
                  </a:cubicBezTo>
                  <a:lnTo>
                    <a:pt x="0" y="26018"/>
                  </a:lnTo>
                  <a:cubicBezTo>
                    <a:pt x="0" y="11649"/>
                    <a:pt x="11649" y="0"/>
                    <a:pt x="260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53928" cy="319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0">
            <a:off x="-818835" y="8624407"/>
            <a:ext cx="3907683" cy="2027110"/>
          </a:xfrm>
          <a:custGeom>
            <a:avLst/>
            <a:gdLst/>
            <a:ahLst/>
            <a:cxnLst/>
            <a:rect r="r" b="b" t="t" l="l"/>
            <a:pathLst>
              <a:path h="2027110" w="3907683">
                <a:moveTo>
                  <a:pt x="3907682" y="0"/>
                </a:moveTo>
                <a:lnTo>
                  <a:pt x="0" y="0"/>
                </a:lnTo>
                <a:lnTo>
                  <a:pt x="0" y="2027110"/>
                </a:lnTo>
                <a:lnTo>
                  <a:pt x="3907682" y="2027110"/>
                </a:lnTo>
                <a:lnTo>
                  <a:pt x="3907682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818799" y="8624407"/>
            <a:ext cx="3907683" cy="2027110"/>
          </a:xfrm>
          <a:custGeom>
            <a:avLst/>
            <a:gdLst/>
            <a:ahLst/>
            <a:cxnLst/>
            <a:rect r="r" b="b" t="t" l="l"/>
            <a:pathLst>
              <a:path h="2027110" w="3907683">
                <a:moveTo>
                  <a:pt x="0" y="0"/>
                </a:moveTo>
                <a:lnTo>
                  <a:pt x="3907683" y="0"/>
                </a:lnTo>
                <a:lnTo>
                  <a:pt x="3907683" y="2027110"/>
                </a:lnTo>
                <a:lnTo>
                  <a:pt x="0" y="202711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026515" y="2679171"/>
            <a:ext cx="8667679" cy="44127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408"/>
              </a:lnSpc>
            </a:pPr>
            <a:r>
              <a:rPr lang="en-US" sz="10000">
                <a:solidFill>
                  <a:srgbClr val="6E2A00"/>
                </a:solidFill>
                <a:latin typeface="TC October"/>
                <a:ea typeface="TC October"/>
                <a:cs typeface="TC October"/>
                <a:sym typeface="TC October"/>
              </a:rPr>
              <a:t>{{topic}}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26515" y="2679171"/>
            <a:ext cx="8667679" cy="26798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408"/>
              </a:lnSpc>
            </a:pPr>
            <a:r>
              <a:rPr lang="en-US" sz="16408">
                <a:solidFill>
                  <a:srgbClr val="6E2A00"/>
                </a:solidFill>
                <a:latin typeface="TC October"/>
                <a:ea typeface="TC October"/>
                <a:cs typeface="TC October"/>
                <a:sym typeface="TC October"/>
              </a:rPr>
              <a:t/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16222" y="7016096"/>
            <a:ext cx="4488264" cy="7186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27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40284" y="-1167137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7" y="0"/>
                </a:lnTo>
                <a:lnTo>
                  <a:pt x="3910707" y="3886264"/>
                </a:lnTo>
                <a:lnTo>
                  <a:pt x="0" y="3886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14353" y="754930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40612" y="-221472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4"/>
                </a:lnTo>
                <a:lnTo>
                  <a:pt x="0" y="1994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492195" y="-297806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818835" y="3196338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20545317" y="0"/>
                </a:moveTo>
                <a:lnTo>
                  <a:pt x="0" y="0"/>
                </a:lnTo>
                <a:lnTo>
                  <a:pt x="0" y="12738097"/>
                </a:lnTo>
                <a:lnTo>
                  <a:pt x="20545317" y="12738097"/>
                </a:lnTo>
                <a:lnTo>
                  <a:pt x="2054531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89259" y="187978"/>
            <a:ext cx="8976696" cy="7174789"/>
          </a:xfrm>
          <a:custGeom>
            <a:avLst/>
            <a:gdLst/>
            <a:ahLst/>
            <a:cxnLst/>
            <a:rect r="r" b="b" t="t" l="l"/>
            <a:pathLst>
              <a:path h="7174789" w="8976696">
                <a:moveTo>
                  <a:pt x="0" y="0"/>
                </a:moveTo>
                <a:lnTo>
                  <a:pt x="8976695" y="0"/>
                </a:lnTo>
                <a:lnTo>
                  <a:pt x="8976695" y="7174789"/>
                </a:lnTo>
                <a:lnTo>
                  <a:pt x="0" y="71747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24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68195" y="-3958953"/>
            <a:ext cx="7401502" cy="13524340"/>
          </a:xfrm>
          <a:custGeom>
            <a:avLst/>
            <a:gdLst/>
            <a:ahLst/>
            <a:cxnLst/>
            <a:rect r="r" b="b" t="t" l="l"/>
            <a:pathLst>
              <a:path h="13524340" w="7401502">
                <a:moveTo>
                  <a:pt x="0" y="0"/>
                </a:moveTo>
                <a:lnTo>
                  <a:pt x="7401503" y="0"/>
                </a:lnTo>
                <a:lnTo>
                  <a:pt x="7401503" y="13524339"/>
                </a:lnTo>
                <a:lnTo>
                  <a:pt x="0" y="135243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0138608" y="3354801"/>
            <a:ext cx="5126675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0138608" y="4740519"/>
            <a:ext cx="5126675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138608" y="6118279"/>
            <a:ext cx="5126675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138608" y="4049261"/>
            <a:ext cx="5126675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0138608" y="5434979"/>
            <a:ext cx="5126675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138608" y="6812739"/>
            <a:ext cx="5126675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138608" y="7505642"/>
            <a:ext cx="5126675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605818" y="4391689"/>
            <a:ext cx="3033582" cy="5689356"/>
          </a:xfrm>
          <a:custGeom>
            <a:avLst/>
            <a:gdLst/>
            <a:ahLst/>
            <a:cxnLst/>
            <a:rect r="r" b="b" t="t" l="l"/>
            <a:pathLst>
              <a:path h="5689356" w="3033582">
                <a:moveTo>
                  <a:pt x="0" y="0"/>
                </a:moveTo>
                <a:lnTo>
                  <a:pt x="3033583" y="0"/>
                </a:lnTo>
                <a:lnTo>
                  <a:pt x="3033583" y="5689356"/>
                </a:lnTo>
                <a:lnTo>
                  <a:pt x="0" y="56893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839634" y="4740519"/>
            <a:ext cx="2424969" cy="3381439"/>
          </a:xfrm>
          <a:custGeom>
            <a:avLst/>
            <a:gdLst/>
            <a:ahLst/>
            <a:cxnLst/>
            <a:rect r="r" b="b" t="t" l="l"/>
            <a:pathLst>
              <a:path h="3381439" w="2424969">
                <a:moveTo>
                  <a:pt x="0" y="0"/>
                </a:moveTo>
                <a:lnTo>
                  <a:pt x="2424969" y="0"/>
                </a:lnTo>
                <a:lnTo>
                  <a:pt x="2424969" y="3381439"/>
                </a:lnTo>
                <a:lnTo>
                  <a:pt x="0" y="33814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927614" y="7620622"/>
            <a:ext cx="7497886" cy="3889528"/>
          </a:xfrm>
          <a:custGeom>
            <a:avLst/>
            <a:gdLst/>
            <a:ahLst/>
            <a:cxnLst/>
            <a:rect r="r" b="b" t="t" l="l"/>
            <a:pathLst>
              <a:path h="3889528" w="7497886">
                <a:moveTo>
                  <a:pt x="0" y="0"/>
                </a:moveTo>
                <a:lnTo>
                  <a:pt x="7497886" y="0"/>
                </a:lnTo>
                <a:lnTo>
                  <a:pt x="7497886" y="3889529"/>
                </a:lnTo>
                <a:lnTo>
                  <a:pt x="0" y="388952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865794" y="8121958"/>
            <a:ext cx="4999878" cy="2593686"/>
          </a:xfrm>
          <a:custGeom>
            <a:avLst/>
            <a:gdLst/>
            <a:ahLst/>
            <a:cxnLst/>
            <a:rect r="r" b="b" t="t" l="l"/>
            <a:pathLst>
              <a:path h="2593686" w="4999878">
                <a:moveTo>
                  <a:pt x="0" y="0"/>
                </a:moveTo>
                <a:lnTo>
                  <a:pt x="4999878" y="0"/>
                </a:lnTo>
                <a:lnTo>
                  <a:pt x="4999878" y="2593687"/>
                </a:lnTo>
                <a:lnTo>
                  <a:pt x="0" y="25936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4813596" y="8722701"/>
            <a:ext cx="4999878" cy="2593686"/>
          </a:xfrm>
          <a:custGeom>
            <a:avLst/>
            <a:gdLst/>
            <a:ahLst/>
            <a:cxnLst/>
            <a:rect r="r" b="b" t="t" l="l"/>
            <a:pathLst>
              <a:path h="2593686" w="4999878">
                <a:moveTo>
                  <a:pt x="4999878" y="0"/>
                </a:moveTo>
                <a:lnTo>
                  <a:pt x="0" y="0"/>
                </a:lnTo>
                <a:lnTo>
                  <a:pt x="0" y="2593686"/>
                </a:lnTo>
                <a:lnTo>
                  <a:pt x="4999878" y="2593686"/>
                </a:lnTo>
                <a:lnTo>
                  <a:pt x="4999878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238541" y="1698567"/>
            <a:ext cx="4272320" cy="21744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263"/>
              </a:lnSpc>
            </a:pPr>
            <a:r>
              <a:rPr lang="en-US" sz="7200">
                <a:solidFill>
                  <a:srgbClr val="FFFFFF"/>
                </a:solidFill>
                <a:latin typeface="TC October"/>
                <a:ea typeface="TC October"/>
                <a:cs typeface="TC October"/>
                <a:sym typeface="TC October"/>
              </a:rPr>
              <a:t>{{reja}}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77299" y="2841317"/>
            <a:ext cx="5276278" cy="3738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718"/>
              </a:lnSpc>
            </a:pPr>
            <a:r>
              <a:rPr lang="en-US" sz="2718">
                <a:solidFill>
                  <a:srgbClr val="1F7C51"/>
                </a:solidFill>
                <a:latin typeface="Sniglet"/>
                <a:ea typeface="Sniglet"/>
                <a:cs typeface="Sniglet"/>
                <a:sym typeface="Sniglet"/>
              </a:rPr>
              <a:t>{{reja_1}}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77299" y="3532575"/>
            <a:ext cx="5276278" cy="3738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718"/>
              </a:lnSpc>
            </a:pPr>
            <a:r>
              <a:rPr lang="en-US" sz="2718">
                <a:solidFill>
                  <a:srgbClr val="1F7C51"/>
                </a:solidFill>
                <a:latin typeface="Sniglet"/>
                <a:ea typeface="Sniglet"/>
                <a:cs typeface="Sniglet"/>
                <a:sym typeface="Sniglet"/>
              </a:rPr>
              <a:t>{{reja_2}}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77299" y="4223833"/>
            <a:ext cx="5276278" cy="3738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718"/>
              </a:lnSpc>
            </a:pPr>
            <a:r>
              <a:rPr lang="en-US" sz="2718">
                <a:solidFill>
                  <a:srgbClr val="1F7C51"/>
                </a:solidFill>
                <a:latin typeface="Sniglet"/>
                <a:ea typeface="Sniglet"/>
                <a:cs typeface="Sniglet"/>
                <a:sym typeface="Sniglet"/>
              </a:rPr>
              <a:t>{{reja_3}}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77299" y="4915092"/>
            <a:ext cx="5276278" cy="3738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718"/>
              </a:lnSpc>
            </a:pPr>
            <a:r>
              <a:rPr lang="en-US" sz="2718">
                <a:solidFill>
                  <a:srgbClr val="1F7C51"/>
                </a:solidFill>
                <a:latin typeface="Sniglet"/>
                <a:ea typeface="Sniglet"/>
                <a:cs typeface="Sniglet"/>
                <a:sym typeface="Sniglet"/>
              </a:rPr>
              <a:t>{{reja_4}}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77299" y="5606350"/>
            <a:ext cx="5276278" cy="3738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718"/>
              </a:lnSpc>
            </a:pPr>
            <a:r>
              <a:rPr lang="en-US" sz="2718">
                <a:solidFill>
                  <a:srgbClr val="1F7C51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77299" y="6297609"/>
            <a:ext cx="5276278" cy="3738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718"/>
              </a:lnSpc>
            </a:pPr>
            <a:r>
              <a:rPr lang="en-US" sz="2718">
                <a:solidFill>
                  <a:srgbClr val="1F7C51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77299" y="6988957"/>
            <a:ext cx="5276278" cy="3738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718"/>
              </a:lnSpc>
            </a:pPr>
            <a:r>
              <a:rPr lang="en-US" sz="2718">
                <a:solidFill>
                  <a:srgbClr val="1F7C51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0870" y="-1610682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7" y="0"/>
                </a:lnTo>
                <a:lnTo>
                  <a:pt x="3910707" y="3886265"/>
                </a:lnTo>
                <a:lnTo>
                  <a:pt x="0" y="3886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60290" y="778231"/>
            <a:ext cx="8976696" cy="7174789"/>
          </a:xfrm>
          <a:custGeom>
            <a:avLst/>
            <a:gdLst/>
            <a:ahLst/>
            <a:cxnLst/>
            <a:rect r="r" b="b" t="t" l="l"/>
            <a:pathLst>
              <a:path h="7174789" w="8976696">
                <a:moveTo>
                  <a:pt x="0" y="0"/>
                </a:moveTo>
                <a:lnTo>
                  <a:pt x="8976696" y="0"/>
                </a:lnTo>
                <a:lnTo>
                  <a:pt x="8976696" y="7174789"/>
                </a:lnTo>
                <a:lnTo>
                  <a:pt x="0" y="7174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4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06443" y="-145838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9" y="0"/>
                </a:lnTo>
                <a:lnTo>
                  <a:pt x="8036639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69681" y="2681723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1460290" y="5372100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20545317" y="0"/>
                </a:moveTo>
                <a:lnTo>
                  <a:pt x="0" y="0"/>
                </a:lnTo>
                <a:lnTo>
                  <a:pt x="0" y="12738097"/>
                </a:lnTo>
                <a:lnTo>
                  <a:pt x="20545317" y="12738097"/>
                </a:lnTo>
                <a:lnTo>
                  <a:pt x="2054531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8801" y="5372100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8" y="0"/>
                </a:lnTo>
                <a:lnTo>
                  <a:pt x="20545318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14526" y="1329918"/>
            <a:ext cx="5961060" cy="7169830"/>
          </a:xfrm>
          <a:custGeom>
            <a:avLst/>
            <a:gdLst/>
            <a:ahLst/>
            <a:cxnLst/>
            <a:rect r="r" b="b" t="t" l="l"/>
            <a:pathLst>
              <a:path h="7169830" w="5961060">
                <a:moveTo>
                  <a:pt x="0" y="0"/>
                </a:moveTo>
                <a:lnTo>
                  <a:pt x="5961060" y="0"/>
                </a:lnTo>
                <a:lnTo>
                  <a:pt x="5961060" y="7169830"/>
                </a:lnTo>
                <a:lnTo>
                  <a:pt x="0" y="7169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66023" y="1126100"/>
            <a:ext cx="11280841" cy="9455396"/>
          </a:xfrm>
          <a:custGeom>
            <a:avLst/>
            <a:gdLst/>
            <a:ahLst/>
            <a:cxnLst/>
            <a:rect r="r" b="b" t="t" l="l"/>
            <a:pathLst>
              <a:path h="9455396" w="11280841">
                <a:moveTo>
                  <a:pt x="0" y="0"/>
                </a:moveTo>
                <a:lnTo>
                  <a:pt x="11280841" y="0"/>
                </a:lnTo>
                <a:lnTo>
                  <a:pt x="11280841" y="9455396"/>
                </a:lnTo>
                <a:lnTo>
                  <a:pt x="0" y="9455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6152" y="4616094"/>
            <a:ext cx="4320540" cy="8229600"/>
          </a:xfrm>
          <a:custGeom>
            <a:avLst/>
            <a:gdLst/>
            <a:ahLst/>
            <a:cxnLst/>
            <a:rect r="r" b="b" t="t" l="l"/>
            <a:pathLst>
              <a:path h="8229600" w="4320540">
                <a:moveTo>
                  <a:pt x="0" y="0"/>
                </a:moveTo>
                <a:lnTo>
                  <a:pt x="4320540" y="0"/>
                </a:lnTo>
                <a:lnTo>
                  <a:pt x="432054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5297058" y="4496799"/>
            <a:ext cx="6436701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297058" y="5189553"/>
            <a:ext cx="6436701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5297058" y="5886837"/>
            <a:ext cx="6436701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5673122" y="3861847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4" y="0"/>
                </a:lnTo>
                <a:lnTo>
                  <a:pt x="549634" y="515657"/>
                </a:lnTo>
                <a:lnTo>
                  <a:pt x="0" y="515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673122" y="4616094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4" y="0"/>
                </a:lnTo>
                <a:lnTo>
                  <a:pt x="549634" y="515658"/>
                </a:lnTo>
                <a:lnTo>
                  <a:pt x="0" y="515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673122" y="5299462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4" y="0"/>
                </a:lnTo>
                <a:lnTo>
                  <a:pt x="549634" y="515657"/>
                </a:lnTo>
                <a:lnTo>
                  <a:pt x="0" y="515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941848" y="2608621"/>
            <a:ext cx="7129190" cy="8578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{{s03_title}}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41848" y="6727552"/>
            <a:ext cx="6791911" cy="106765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{{s03_text_1}}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02900" y="4004161"/>
            <a:ext cx="5330859" cy="3733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{{s03_label_1}}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02900" y="4654194"/>
            <a:ext cx="5330859" cy="3733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{{s03_label_2}}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2900" y="5389669"/>
            <a:ext cx="5330859" cy="3733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{{s03_label_3}}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864987" y="-665017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5"/>
                </a:lnTo>
                <a:lnTo>
                  <a:pt x="0" y="199493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09771" y="0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9" y="0"/>
                </a:lnTo>
                <a:lnTo>
                  <a:pt x="8036639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53207" y="1211637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9" y="0"/>
                </a:lnTo>
                <a:lnTo>
                  <a:pt x="8036639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540856" y="2067075"/>
            <a:ext cx="7484427" cy="6357745"/>
          </a:xfrm>
          <a:custGeom>
            <a:avLst/>
            <a:gdLst/>
            <a:ahLst/>
            <a:cxnLst/>
            <a:rect r="r" b="b" t="t" l="l"/>
            <a:pathLst>
              <a:path h="6357745" w="7484427">
                <a:moveTo>
                  <a:pt x="0" y="0"/>
                </a:moveTo>
                <a:lnTo>
                  <a:pt x="7484428" y="0"/>
                </a:lnTo>
                <a:lnTo>
                  <a:pt x="7484428" y="6357745"/>
                </a:lnTo>
                <a:lnTo>
                  <a:pt x="0" y="6357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32" t="0" r="-884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7542230" y="5635757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20545317" y="0"/>
                </a:moveTo>
                <a:lnTo>
                  <a:pt x="0" y="0"/>
                </a:lnTo>
                <a:lnTo>
                  <a:pt x="0" y="12738097"/>
                </a:lnTo>
                <a:lnTo>
                  <a:pt x="20545317" y="12738097"/>
                </a:lnTo>
                <a:lnTo>
                  <a:pt x="20545317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44645" y="5600700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7" y="0"/>
                </a:lnTo>
                <a:lnTo>
                  <a:pt x="20545317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99996" y="1954360"/>
            <a:ext cx="6379700" cy="5371806"/>
          </a:xfrm>
          <a:custGeom>
            <a:avLst/>
            <a:gdLst/>
            <a:ahLst/>
            <a:cxnLst/>
            <a:rect r="r" b="b" t="t" l="l"/>
            <a:pathLst>
              <a:path h="5371806" w="6379700">
                <a:moveTo>
                  <a:pt x="0" y="0"/>
                </a:moveTo>
                <a:lnTo>
                  <a:pt x="6379699" y="0"/>
                </a:lnTo>
                <a:lnTo>
                  <a:pt x="6379699" y="5371805"/>
                </a:lnTo>
                <a:lnTo>
                  <a:pt x="0" y="5371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87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505" y="5031942"/>
            <a:ext cx="3772782" cy="4588447"/>
          </a:xfrm>
          <a:custGeom>
            <a:avLst/>
            <a:gdLst/>
            <a:ahLst/>
            <a:cxnLst/>
            <a:rect r="r" b="b" t="t" l="l"/>
            <a:pathLst>
              <a:path h="4588447" w="3772782">
                <a:moveTo>
                  <a:pt x="0" y="0"/>
                </a:moveTo>
                <a:lnTo>
                  <a:pt x="3772782" y="0"/>
                </a:lnTo>
                <a:lnTo>
                  <a:pt x="3772782" y="4588447"/>
                </a:lnTo>
                <a:lnTo>
                  <a:pt x="0" y="4588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52744" y="713453"/>
            <a:ext cx="11650581" cy="10167780"/>
          </a:xfrm>
          <a:custGeom>
            <a:avLst/>
            <a:gdLst/>
            <a:ahLst/>
            <a:cxnLst/>
            <a:rect r="r" b="b" t="t" l="l"/>
            <a:pathLst>
              <a:path h="10167780" w="11650581">
                <a:moveTo>
                  <a:pt x="0" y="0"/>
                </a:moveTo>
                <a:lnTo>
                  <a:pt x="11650581" y="0"/>
                </a:lnTo>
                <a:lnTo>
                  <a:pt x="11650581" y="10167780"/>
                </a:lnTo>
                <a:lnTo>
                  <a:pt x="0" y="101677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669337" y="4336802"/>
            <a:ext cx="2088282" cy="1910100"/>
            <a:chOff x="0" y="0"/>
            <a:chExt cx="550000" cy="503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0000" cy="503072"/>
            </a:xfrm>
            <a:custGeom>
              <a:avLst/>
              <a:gdLst/>
              <a:ahLst/>
              <a:cxnLst/>
              <a:rect r="r" b="b" t="t" l="l"/>
              <a:pathLst>
                <a:path h="503072" w="550000">
                  <a:moveTo>
                    <a:pt x="114927" y="0"/>
                  </a:moveTo>
                  <a:lnTo>
                    <a:pt x="435073" y="0"/>
                  </a:lnTo>
                  <a:cubicBezTo>
                    <a:pt x="498546" y="0"/>
                    <a:pt x="550000" y="51454"/>
                    <a:pt x="550000" y="114927"/>
                  </a:cubicBezTo>
                  <a:lnTo>
                    <a:pt x="550000" y="388145"/>
                  </a:lnTo>
                  <a:cubicBezTo>
                    <a:pt x="550000" y="418625"/>
                    <a:pt x="537892" y="447857"/>
                    <a:pt x="516339" y="469410"/>
                  </a:cubicBezTo>
                  <a:cubicBezTo>
                    <a:pt x="494786" y="490963"/>
                    <a:pt x="465554" y="503072"/>
                    <a:pt x="435073" y="503072"/>
                  </a:cubicBezTo>
                  <a:lnTo>
                    <a:pt x="114927" y="503072"/>
                  </a:lnTo>
                  <a:cubicBezTo>
                    <a:pt x="84446" y="503072"/>
                    <a:pt x="55214" y="490963"/>
                    <a:pt x="33661" y="469410"/>
                  </a:cubicBezTo>
                  <a:cubicBezTo>
                    <a:pt x="12108" y="447857"/>
                    <a:pt x="0" y="418625"/>
                    <a:pt x="0" y="388145"/>
                  </a:cubicBezTo>
                  <a:lnTo>
                    <a:pt x="0" y="114927"/>
                  </a:lnTo>
                  <a:cubicBezTo>
                    <a:pt x="0" y="51454"/>
                    <a:pt x="51454" y="0"/>
                    <a:pt x="114927" y="0"/>
                  </a:cubicBezTo>
                  <a:close/>
                </a:path>
              </a:pathLst>
            </a:custGeom>
            <a:solidFill>
              <a:srgbClr val="97C460"/>
            </a:solidFill>
            <a:ln w="38100" cap="rnd">
              <a:solidFill>
                <a:srgbClr val="227D52"/>
              </a:solidFill>
              <a:prstDash val="dash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50000" cy="54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33894" y="4336802"/>
            <a:ext cx="2088282" cy="1910100"/>
            <a:chOff x="0" y="0"/>
            <a:chExt cx="550000" cy="503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0000" cy="503072"/>
            </a:xfrm>
            <a:custGeom>
              <a:avLst/>
              <a:gdLst/>
              <a:ahLst/>
              <a:cxnLst/>
              <a:rect r="r" b="b" t="t" l="l"/>
              <a:pathLst>
                <a:path h="503072" w="550000">
                  <a:moveTo>
                    <a:pt x="114927" y="0"/>
                  </a:moveTo>
                  <a:lnTo>
                    <a:pt x="435073" y="0"/>
                  </a:lnTo>
                  <a:cubicBezTo>
                    <a:pt x="498546" y="0"/>
                    <a:pt x="550000" y="51454"/>
                    <a:pt x="550000" y="114927"/>
                  </a:cubicBezTo>
                  <a:lnTo>
                    <a:pt x="550000" y="388145"/>
                  </a:lnTo>
                  <a:cubicBezTo>
                    <a:pt x="550000" y="418625"/>
                    <a:pt x="537892" y="447857"/>
                    <a:pt x="516339" y="469410"/>
                  </a:cubicBezTo>
                  <a:cubicBezTo>
                    <a:pt x="494786" y="490963"/>
                    <a:pt x="465554" y="503072"/>
                    <a:pt x="435073" y="503072"/>
                  </a:cubicBezTo>
                  <a:lnTo>
                    <a:pt x="114927" y="503072"/>
                  </a:lnTo>
                  <a:cubicBezTo>
                    <a:pt x="84446" y="503072"/>
                    <a:pt x="55214" y="490963"/>
                    <a:pt x="33661" y="469410"/>
                  </a:cubicBezTo>
                  <a:cubicBezTo>
                    <a:pt x="12108" y="447857"/>
                    <a:pt x="0" y="418625"/>
                    <a:pt x="0" y="388145"/>
                  </a:cubicBezTo>
                  <a:lnTo>
                    <a:pt x="0" y="114927"/>
                  </a:lnTo>
                  <a:cubicBezTo>
                    <a:pt x="0" y="51454"/>
                    <a:pt x="51454" y="0"/>
                    <a:pt x="114927" y="0"/>
                  </a:cubicBezTo>
                  <a:close/>
                </a:path>
              </a:pathLst>
            </a:custGeom>
            <a:solidFill>
              <a:srgbClr val="97C460"/>
            </a:solidFill>
            <a:ln w="38100" cap="rnd">
              <a:solidFill>
                <a:srgbClr val="227D52"/>
              </a:solidFill>
              <a:prstDash val="dash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50000" cy="54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84150" y="4290897"/>
            <a:ext cx="2088282" cy="1910100"/>
            <a:chOff x="0" y="0"/>
            <a:chExt cx="550000" cy="503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0000" cy="503072"/>
            </a:xfrm>
            <a:custGeom>
              <a:avLst/>
              <a:gdLst/>
              <a:ahLst/>
              <a:cxnLst/>
              <a:rect r="r" b="b" t="t" l="l"/>
              <a:pathLst>
                <a:path h="503072" w="550000">
                  <a:moveTo>
                    <a:pt x="114927" y="0"/>
                  </a:moveTo>
                  <a:lnTo>
                    <a:pt x="435073" y="0"/>
                  </a:lnTo>
                  <a:cubicBezTo>
                    <a:pt x="498546" y="0"/>
                    <a:pt x="550000" y="51454"/>
                    <a:pt x="550000" y="114927"/>
                  </a:cubicBezTo>
                  <a:lnTo>
                    <a:pt x="550000" y="388145"/>
                  </a:lnTo>
                  <a:cubicBezTo>
                    <a:pt x="550000" y="418625"/>
                    <a:pt x="537892" y="447857"/>
                    <a:pt x="516339" y="469410"/>
                  </a:cubicBezTo>
                  <a:cubicBezTo>
                    <a:pt x="494786" y="490963"/>
                    <a:pt x="465554" y="503072"/>
                    <a:pt x="435073" y="503072"/>
                  </a:cubicBezTo>
                  <a:lnTo>
                    <a:pt x="114927" y="503072"/>
                  </a:lnTo>
                  <a:cubicBezTo>
                    <a:pt x="84446" y="503072"/>
                    <a:pt x="55214" y="490963"/>
                    <a:pt x="33661" y="469410"/>
                  </a:cubicBezTo>
                  <a:cubicBezTo>
                    <a:pt x="12108" y="447857"/>
                    <a:pt x="0" y="418625"/>
                    <a:pt x="0" y="388145"/>
                  </a:cubicBezTo>
                  <a:lnTo>
                    <a:pt x="0" y="114927"/>
                  </a:lnTo>
                  <a:cubicBezTo>
                    <a:pt x="0" y="51454"/>
                    <a:pt x="51454" y="0"/>
                    <a:pt x="114927" y="0"/>
                  </a:cubicBezTo>
                  <a:close/>
                </a:path>
              </a:pathLst>
            </a:custGeom>
            <a:solidFill>
              <a:srgbClr val="97C460"/>
            </a:solidFill>
            <a:ln w="38100" cap="rnd">
              <a:solidFill>
                <a:srgbClr val="227D52"/>
              </a:solidFill>
              <a:prstDash val="dash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50000" cy="54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172432" y="3525900"/>
            <a:ext cx="7933354" cy="8229600"/>
          </a:xfrm>
          <a:custGeom>
            <a:avLst/>
            <a:gdLst/>
            <a:ahLst/>
            <a:cxnLst/>
            <a:rect r="r" b="b" t="t" l="l"/>
            <a:pathLst>
              <a:path h="8229600" w="7933354">
                <a:moveTo>
                  <a:pt x="0" y="0"/>
                </a:moveTo>
                <a:lnTo>
                  <a:pt x="7933354" y="0"/>
                </a:lnTo>
                <a:lnTo>
                  <a:pt x="79333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894333" y="2668015"/>
            <a:ext cx="7129190" cy="8578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{{s04_title}}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65606" y="7048280"/>
            <a:ext cx="6791911" cy="106765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{{s04_text_1}}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94663" y="4867072"/>
            <a:ext cx="1862252" cy="9465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{{s04_label_1}}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59219" y="4798646"/>
            <a:ext cx="1862252" cy="9465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{{s04_label_2}}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60942" y="4798646"/>
            <a:ext cx="1862252" cy="9465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{{s04_label_3}}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268866" y="-581866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5"/>
                </a:lnTo>
                <a:lnTo>
                  <a:pt x="0" y="19949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32704" y="4822789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25681" y="34935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0983" y="5039494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7" y="0"/>
                </a:lnTo>
                <a:lnTo>
                  <a:pt x="20545317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17032" y="-3991021"/>
            <a:ext cx="14129815" cy="11321514"/>
          </a:xfrm>
          <a:custGeom>
            <a:avLst/>
            <a:gdLst/>
            <a:ahLst/>
            <a:cxnLst/>
            <a:rect r="r" b="b" t="t" l="l"/>
            <a:pathLst>
              <a:path h="11321514" w="14129815">
                <a:moveTo>
                  <a:pt x="0" y="0"/>
                </a:moveTo>
                <a:lnTo>
                  <a:pt x="14129815" y="0"/>
                </a:lnTo>
                <a:lnTo>
                  <a:pt x="14129815" y="11321515"/>
                </a:lnTo>
                <a:lnTo>
                  <a:pt x="0" y="113215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90870" y="-1610682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7" y="0"/>
                </a:lnTo>
                <a:lnTo>
                  <a:pt x="3910707" y="3886265"/>
                </a:lnTo>
                <a:lnTo>
                  <a:pt x="0" y="38862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0983" y="818492"/>
            <a:ext cx="12021174" cy="9879219"/>
          </a:xfrm>
          <a:custGeom>
            <a:avLst/>
            <a:gdLst/>
            <a:ahLst/>
            <a:cxnLst/>
            <a:rect r="r" b="b" t="t" l="l"/>
            <a:pathLst>
              <a:path h="9879219" w="12021174">
                <a:moveTo>
                  <a:pt x="0" y="0"/>
                </a:moveTo>
                <a:lnTo>
                  <a:pt x="12021174" y="0"/>
                </a:lnTo>
                <a:lnTo>
                  <a:pt x="12021174" y="9879219"/>
                </a:lnTo>
                <a:lnTo>
                  <a:pt x="0" y="98792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79767" y="930808"/>
            <a:ext cx="4832457" cy="7626644"/>
          </a:xfrm>
          <a:custGeom>
            <a:avLst/>
            <a:gdLst/>
            <a:ahLst/>
            <a:cxnLst/>
            <a:rect r="r" b="b" t="t" l="l"/>
            <a:pathLst>
              <a:path h="7626644" w="4832457">
                <a:moveTo>
                  <a:pt x="0" y="0"/>
                </a:moveTo>
                <a:lnTo>
                  <a:pt x="4832458" y="0"/>
                </a:lnTo>
                <a:lnTo>
                  <a:pt x="4832458" y="7626643"/>
                </a:lnTo>
                <a:lnTo>
                  <a:pt x="0" y="76266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544849" y="4456826"/>
            <a:ext cx="4985361" cy="6951716"/>
          </a:xfrm>
          <a:custGeom>
            <a:avLst/>
            <a:gdLst/>
            <a:ahLst/>
            <a:cxnLst/>
            <a:rect r="r" b="b" t="t" l="l"/>
            <a:pathLst>
              <a:path h="6951716" w="4985361">
                <a:moveTo>
                  <a:pt x="0" y="0"/>
                </a:moveTo>
                <a:lnTo>
                  <a:pt x="4985362" y="0"/>
                </a:lnTo>
                <a:lnTo>
                  <a:pt x="4985362" y="6951716"/>
                </a:lnTo>
                <a:lnTo>
                  <a:pt x="0" y="6951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16975" y="3357442"/>
            <a:ext cx="7129190" cy="166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{{s05_title}}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85615" y="5406163"/>
            <a:ext cx="6791911" cy="14296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{{s05_text_1}}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0987" y="-546229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4"/>
                </a:lnTo>
                <a:lnTo>
                  <a:pt x="0" y="19949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50334" y="2694057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9" y="0"/>
                </a:lnTo>
                <a:lnTo>
                  <a:pt x="8036639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11875" y="4568478"/>
            <a:ext cx="9513557" cy="7622737"/>
          </a:xfrm>
          <a:custGeom>
            <a:avLst/>
            <a:gdLst/>
            <a:ahLst/>
            <a:cxnLst/>
            <a:rect r="r" b="b" t="t" l="l"/>
            <a:pathLst>
              <a:path h="7622737" w="9513557">
                <a:moveTo>
                  <a:pt x="0" y="0"/>
                </a:moveTo>
                <a:lnTo>
                  <a:pt x="9513557" y="0"/>
                </a:lnTo>
                <a:lnTo>
                  <a:pt x="9513557" y="7622737"/>
                </a:lnTo>
                <a:lnTo>
                  <a:pt x="0" y="7622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7018" y="819636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484048" y="5407736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20545318" y="0"/>
                </a:moveTo>
                <a:lnTo>
                  <a:pt x="0" y="0"/>
                </a:lnTo>
                <a:lnTo>
                  <a:pt x="0" y="12738097"/>
                </a:lnTo>
                <a:lnTo>
                  <a:pt x="20545318" y="12738097"/>
                </a:lnTo>
                <a:lnTo>
                  <a:pt x="2054531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661413" y="232719"/>
            <a:ext cx="9513557" cy="7622737"/>
          </a:xfrm>
          <a:custGeom>
            <a:avLst/>
            <a:gdLst/>
            <a:ahLst/>
            <a:cxnLst/>
            <a:rect r="r" b="b" t="t" l="l"/>
            <a:pathLst>
              <a:path h="7622737" w="9513557">
                <a:moveTo>
                  <a:pt x="0" y="0"/>
                </a:moveTo>
                <a:lnTo>
                  <a:pt x="9513556" y="0"/>
                </a:lnTo>
                <a:lnTo>
                  <a:pt x="9513556" y="7622738"/>
                </a:lnTo>
                <a:lnTo>
                  <a:pt x="0" y="7622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81164" y="310232"/>
            <a:ext cx="9501179" cy="9432080"/>
          </a:xfrm>
          <a:custGeom>
            <a:avLst/>
            <a:gdLst/>
            <a:ahLst/>
            <a:cxnLst/>
            <a:rect r="r" b="b" t="t" l="l"/>
            <a:pathLst>
              <a:path h="9432080" w="9501179">
                <a:moveTo>
                  <a:pt x="0" y="0"/>
                </a:moveTo>
                <a:lnTo>
                  <a:pt x="9501180" y="0"/>
                </a:lnTo>
                <a:lnTo>
                  <a:pt x="9501180" y="9432079"/>
                </a:lnTo>
                <a:lnTo>
                  <a:pt x="0" y="94320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213403" y="5665723"/>
            <a:ext cx="6436701" cy="2044040"/>
            <a:chOff x="0" y="0"/>
            <a:chExt cx="8582268" cy="2725387"/>
          </a:xfrm>
        </p:grpSpPr>
        <p:sp>
          <p:nvSpPr>
            <p:cNvPr name="AutoShape 10" id="10"/>
            <p:cNvSpPr/>
            <p:nvPr/>
          </p:nvSpPr>
          <p:spPr>
            <a:xfrm>
              <a:off x="0" y="846603"/>
              <a:ext cx="8582268" cy="0"/>
            </a:xfrm>
            <a:prstGeom prst="line">
              <a:avLst/>
            </a:prstGeom>
            <a:ln cap="flat" w="50800">
              <a:solidFill>
                <a:srgbClr val="97C460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0" y="1770275"/>
              <a:ext cx="8582268" cy="0"/>
            </a:xfrm>
            <a:prstGeom prst="line">
              <a:avLst/>
            </a:prstGeom>
            <a:ln cap="flat" w="50800">
              <a:solidFill>
                <a:srgbClr val="97C460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0" y="2699987"/>
              <a:ext cx="8582268" cy="0"/>
            </a:xfrm>
            <a:prstGeom prst="line">
              <a:avLst/>
            </a:prstGeom>
            <a:ln cap="flat" w="50800">
              <a:solidFill>
                <a:srgbClr val="97C460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1418" y="0"/>
              <a:ext cx="732846" cy="687543"/>
            </a:xfrm>
            <a:custGeom>
              <a:avLst/>
              <a:gdLst/>
              <a:ahLst/>
              <a:cxnLst/>
              <a:rect r="r" b="b" t="t" l="l"/>
              <a:pathLst>
                <a:path h="687543" w="732846">
                  <a:moveTo>
                    <a:pt x="0" y="0"/>
                  </a:moveTo>
                  <a:lnTo>
                    <a:pt x="732846" y="0"/>
                  </a:lnTo>
                  <a:lnTo>
                    <a:pt x="732846" y="687543"/>
                  </a:lnTo>
                  <a:lnTo>
                    <a:pt x="0" y="68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01418" y="1005664"/>
              <a:ext cx="732846" cy="687543"/>
            </a:xfrm>
            <a:custGeom>
              <a:avLst/>
              <a:gdLst/>
              <a:ahLst/>
              <a:cxnLst/>
              <a:rect r="r" b="b" t="t" l="l"/>
              <a:pathLst>
                <a:path h="687543" w="732846">
                  <a:moveTo>
                    <a:pt x="0" y="0"/>
                  </a:moveTo>
                  <a:lnTo>
                    <a:pt x="732846" y="0"/>
                  </a:lnTo>
                  <a:lnTo>
                    <a:pt x="732846" y="687542"/>
                  </a:lnTo>
                  <a:lnTo>
                    <a:pt x="0" y="687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01418" y="1916820"/>
              <a:ext cx="732846" cy="687543"/>
            </a:xfrm>
            <a:custGeom>
              <a:avLst/>
              <a:gdLst/>
              <a:ahLst/>
              <a:cxnLst/>
              <a:rect r="r" b="b" t="t" l="l"/>
              <a:pathLst>
                <a:path h="687543" w="732846">
                  <a:moveTo>
                    <a:pt x="0" y="0"/>
                  </a:moveTo>
                  <a:lnTo>
                    <a:pt x="732846" y="0"/>
                  </a:lnTo>
                  <a:lnTo>
                    <a:pt x="732846" y="687543"/>
                  </a:lnTo>
                  <a:lnTo>
                    <a:pt x="0" y="68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474457" y="177052"/>
              <a:ext cx="7107811" cy="510491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700"/>
                </a:lnSpc>
              </a:pPr>
              <a:r>
                <a:rPr lang="en-US" sz="2700">
                  <a:solidFill>
                    <a:srgbClr val="227D52"/>
                  </a:solidFill>
                  <a:latin typeface="Sniglet"/>
                  <a:ea typeface="Sniglet"/>
                  <a:cs typeface="Sniglet"/>
                  <a:sym typeface="Sniglet"/>
                </a:rPr>
                <a:t>{{s06_label_1}}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474457" y="1043764"/>
              <a:ext cx="7107811" cy="510491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700"/>
                </a:lnSpc>
              </a:pPr>
              <a:r>
                <a:rPr lang="en-US" sz="2700">
                  <a:solidFill>
                    <a:srgbClr val="227D52"/>
                  </a:solidFill>
                  <a:latin typeface="Sniglet"/>
                  <a:ea typeface="Sniglet"/>
                  <a:cs typeface="Sniglet"/>
                  <a:sym typeface="Sniglet"/>
                </a:rPr>
                <a:t>{{s06_label_2}}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474457" y="2024396"/>
              <a:ext cx="7107811" cy="510491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700"/>
                </a:lnSpc>
              </a:pPr>
              <a:r>
                <a:rPr lang="en-US" sz="2700">
                  <a:solidFill>
                    <a:srgbClr val="227D52"/>
                  </a:solidFill>
                  <a:latin typeface="Sniglet"/>
                  <a:ea typeface="Sniglet"/>
                  <a:cs typeface="Sniglet"/>
                  <a:sym typeface="Sniglet"/>
                </a:rPr>
                <a:t>{{s06_label_3}}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1716217" y="1792207"/>
            <a:ext cx="4849214" cy="7050336"/>
          </a:xfrm>
          <a:custGeom>
            <a:avLst/>
            <a:gdLst/>
            <a:ahLst/>
            <a:cxnLst/>
            <a:rect r="r" b="b" t="t" l="l"/>
            <a:pathLst>
              <a:path h="7050336" w="4849214">
                <a:moveTo>
                  <a:pt x="0" y="0"/>
                </a:moveTo>
                <a:lnTo>
                  <a:pt x="4849214" y="0"/>
                </a:lnTo>
                <a:lnTo>
                  <a:pt x="4849214" y="7050335"/>
                </a:lnTo>
                <a:lnTo>
                  <a:pt x="0" y="70503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867159" y="2322264"/>
            <a:ext cx="7129190" cy="8578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{{s06_title}}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87193" y="3958613"/>
            <a:ext cx="5889123" cy="106765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{{s06_text_1}}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095365" y="2572943"/>
            <a:ext cx="6542360" cy="8229600"/>
          </a:xfrm>
          <a:custGeom>
            <a:avLst/>
            <a:gdLst/>
            <a:ahLst/>
            <a:cxnLst/>
            <a:rect r="r" b="b" t="t" l="l"/>
            <a:pathLst>
              <a:path h="8229600" w="6542360">
                <a:moveTo>
                  <a:pt x="0" y="0"/>
                </a:moveTo>
                <a:lnTo>
                  <a:pt x="6542360" y="0"/>
                </a:lnTo>
                <a:lnTo>
                  <a:pt x="65423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800769" y="-914432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7" y="0"/>
                </a:lnTo>
                <a:lnTo>
                  <a:pt x="3910707" y="3886264"/>
                </a:lnTo>
                <a:lnTo>
                  <a:pt x="0" y="38862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-1484048" y="8208856"/>
            <a:ext cx="4999878" cy="2593686"/>
          </a:xfrm>
          <a:custGeom>
            <a:avLst/>
            <a:gdLst/>
            <a:ahLst/>
            <a:cxnLst/>
            <a:rect r="r" b="b" t="t" l="l"/>
            <a:pathLst>
              <a:path h="2593686" w="4999878">
                <a:moveTo>
                  <a:pt x="4999878" y="0"/>
                </a:moveTo>
                <a:lnTo>
                  <a:pt x="0" y="0"/>
                </a:lnTo>
                <a:lnTo>
                  <a:pt x="0" y="2593687"/>
                </a:lnTo>
                <a:lnTo>
                  <a:pt x="4999878" y="2593687"/>
                </a:lnTo>
                <a:lnTo>
                  <a:pt x="4999878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46256" y="-1134271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9" y="0"/>
                </a:lnTo>
                <a:lnTo>
                  <a:pt x="8036639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24292" y="-1217914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81017" y="1556106"/>
            <a:ext cx="8976696" cy="7174789"/>
          </a:xfrm>
          <a:custGeom>
            <a:avLst/>
            <a:gdLst/>
            <a:ahLst/>
            <a:cxnLst/>
            <a:rect r="r" b="b" t="t" l="l"/>
            <a:pathLst>
              <a:path h="7174789" w="8976696">
                <a:moveTo>
                  <a:pt x="0" y="0"/>
                </a:moveTo>
                <a:lnTo>
                  <a:pt x="8976695" y="0"/>
                </a:lnTo>
                <a:lnTo>
                  <a:pt x="8976695" y="7174788"/>
                </a:lnTo>
                <a:lnTo>
                  <a:pt x="0" y="717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4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03506" y="986984"/>
            <a:ext cx="8976696" cy="7174789"/>
          </a:xfrm>
          <a:custGeom>
            <a:avLst/>
            <a:gdLst/>
            <a:ahLst/>
            <a:cxnLst/>
            <a:rect r="r" b="b" t="t" l="l"/>
            <a:pathLst>
              <a:path h="7174789" w="8976696">
                <a:moveTo>
                  <a:pt x="0" y="0"/>
                </a:moveTo>
                <a:lnTo>
                  <a:pt x="8976696" y="0"/>
                </a:lnTo>
                <a:lnTo>
                  <a:pt x="8976696" y="7174789"/>
                </a:lnTo>
                <a:lnTo>
                  <a:pt x="0" y="7174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47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1460290" y="5372100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20545317" y="0"/>
                </a:moveTo>
                <a:lnTo>
                  <a:pt x="0" y="0"/>
                </a:lnTo>
                <a:lnTo>
                  <a:pt x="0" y="12738097"/>
                </a:lnTo>
                <a:lnTo>
                  <a:pt x="20545317" y="12738097"/>
                </a:lnTo>
                <a:lnTo>
                  <a:pt x="20545317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8801" y="5372100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8" y="0"/>
                </a:lnTo>
                <a:lnTo>
                  <a:pt x="20545318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2405" y="326125"/>
            <a:ext cx="15303020" cy="9960875"/>
          </a:xfrm>
          <a:custGeom>
            <a:avLst/>
            <a:gdLst/>
            <a:ahLst/>
            <a:cxnLst/>
            <a:rect r="r" b="b" t="t" l="l"/>
            <a:pathLst>
              <a:path h="9960875" w="15303020">
                <a:moveTo>
                  <a:pt x="0" y="0"/>
                </a:moveTo>
                <a:lnTo>
                  <a:pt x="15303019" y="0"/>
                </a:lnTo>
                <a:lnTo>
                  <a:pt x="15303019" y="9960875"/>
                </a:lnTo>
                <a:lnTo>
                  <a:pt x="0" y="9960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610014" y="4574378"/>
            <a:ext cx="2088282" cy="1910100"/>
            <a:chOff x="0" y="0"/>
            <a:chExt cx="550000" cy="503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0000" cy="503072"/>
            </a:xfrm>
            <a:custGeom>
              <a:avLst/>
              <a:gdLst/>
              <a:ahLst/>
              <a:cxnLst/>
              <a:rect r="r" b="b" t="t" l="l"/>
              <a:pathLst>
                <a:path h="503072" w="550000">
                  <a:moveTo>
                    <a:pt x="114927" y="0"/>
                  </a:moveTo>
                  <a:lnTo>
                    <a:pt x="435073" y="0"/>
                  </a:lnTo>
                  <a:cubicBezTo>
                    <a:pt x="498546" y="0"/>
                    <a:pt x="550000" y="51454"/>
                    <a:pt x="550000" y="114927"/>
                  </a:cubicBezTo>
                  <a:lnTo>
                    <a:pt x="550000" y="388145"/>
                  </a:lnTo>
                  <a:cubicBezTo>
                    <a:pt x="550000" y="418625"/>
                    <a:pt x="537892" y="447857"/>
                    <a:pt x="516339" y="469410"/>
                  </a:cubicBezTo>
                  <a:cubicBezTo>
                    <a:pt x="494786" y="490963"/>
                    <a:pt x="465554" y="503072"/>
                    <a:pt x="435073" y="503072"/>
                  </a:cubicBezTo>
                  <a:lnTo>
                    <a:pt x="114927" y="503072"/>
                  </a:lnTo>
                  <a:cubicBezTo>
                    <a:pt x="84446" y="503072"/>
                    <a:pt x="55214" y="490963"/>
                    <a:pt x="33661" y="469410"/>
                  </a:cubicBezTo>
                  <a:cubicBezTo>
                    <a:pt x="12108" y="447857"/>
                    <a:pt x="0" y="418625"/>
                    <a:pt x="0" y="388145"/>
                  </a:cubicBezTo>
                  <a:lnTo>
                    <a:pt x="0" y="114927"/>
                  </a:lnTo>
                  <a:cubicBezTo>
                    <a:pt x="0" y="51454"/>
                    <a:pt x="51454" y="0"/>
                    <a:pt x="114927" y="0"/>
                  </a:cubicBezTo>
                  <a:close/>
                </a:path>
              </a:pathLst>
            </a:custGeom>
            <a:solidFill>
              <a:srgbClr val="97C460"/>
            </a:solidFill>
            <a:ln w="38100" cap="rnd">
              <a:solidFill>
                <a:srgbClr val="227D52"/>
              </a:solidFill>
              <a:prstDash val="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50000" cy="54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74570" y="4574378"/>
            <a:ext cx="2088282" cy="1910100"/>
            <a:chOff x="0" y="0"/>
            <a:chExt cx="550000" cy="503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0000" cy="503072"/>
            </a:xfrm>
            <a:custGeom>
              <a:avLst/>
              <a:gdLst/>
              <a:ahLst/>
              <a:cxnLst/>
              <a:rect r="r" b="b" t="t" l="l"/>
              <a:pathLst>
                <a:path h="503072" w="550000">
                  <a:moveTo>
                    <a:pt x="114927" y="0"/>
                  </a:moveTo>
                  <a:lnTo>
                    <a:pt x="435073" y="0"/>
                  </a:lnTo>
                  <a:cubicBezTo>
                    <a:pt x="498546" y="0"/>
                    <a:pt x="550000" y="51454"/>
                    <a:pt x="550000" y="114927"/>
                  </a:cubicBezTo>
                  <a:lnTo>
                    <a:pt x="550000" y="388145"/>
                  </a:lnTo>
                  <a:cubicBezTo>
                    <a:pt x="550000" y="418625"/>
                    <a:pt x="537892" y="447857"/>
                    <a:pt x="516339" y="469410"/>
                  </a:cubicBezTo>
                  <a:cubicBezTo>
                    <a:pt x="494786" y="490963"/>
                    <a:pt x="465554" y="503072"/>
                    <a:pt x="435073" y="503072"/>
                  </a:cubicBezTo>
                  <a:lnTo>
                    <a:pt x="114927" y="503072"/>
                  </a:lnTo>
                  <a:cubicBezTo>
                    <a:pt x="84446" y="503072"/>
                    <a:pt x="55214" y="490963"/>
                    <a:pt x="33661" y="469410"/>
                  </a:cubicBezTo>
                  <a:cubicBezTo>
                    <a:pt x="12108" y="447857"/>
                    <a:pt x="0" y="418625"/>
                    <a:pt x="0" y="388145"/>
                  </a:cubicBezTo>
                  <a:lnTo>
                    <a:pt x="0" y="114927"/>
                  </a:lnTo>
                  <a:cubicBezTo>
                    <a:pt x="0" y="51454"/>
                    <a:pt x="51454" y="0"/>
                    <a:pt x="114927" y="0"/>
                  </a:cubicBezTo>
                  <a:close/>
                </a:path>
              </a:pathLst>
            </a:custGeom>
            <a:solidFill>
              <a:srgbClr val="97C460"/>
            </a:solidFill>
            <a:ln w="38100" cap="rnd">
              <a:solidFill>
                <a:srgbClr val="227D52"/>
              </a:solidFill>
              <a:prstDash val="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50000" cy="54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24827" y="4574378"/>
            <a:ext cx="2088282" cy="1910100"/>
            <a:chOff x="0" y="0"/>
            <a:chExt cx="550000" cy="503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0000" cy="503072"/>
            </a:xfrm>
            <a:custGeom>
              <a:avLst/>
              <a:gdLst/>
              <a:ahLst/>
              <a:cxnLst/>
              <a:rect r="r" b="b" t="t" l="l"/>
              <a:pathLst>
                <a:path h="503072" w="550000">
                  <a:moveTo>
                    <a:pt x="114927" y="0"/>
                  </a:moveTo>
                  <a:lnTo>
                    <a:pt x="435073" y="0"/>
                  </a:lnTo>
                  <a:cubicBezTo>
                    <a:pt x="498546" y="0"/>
                    <a:pt x="550000" y="51454"/>
                    <a:pt x="550000" y="114927"/>
                  </a:cubicBezTo>
                  <a:lnTo>
                    <a:pt x="550000" y="388145"/>
                  </a:lnTo>
                  <a:cubicBezTo>
                    <a:pt x="550000" y="418625"/>
                    <a:pt x="537892" y="447857"/>
                    <a:pt x="516339" y="469410"/>
                  </a:cubicBezTo>
                  <a:cubicBezTo>
                    <a:pt x="494786" y="490963"/>
                    <a:pt x="465554" y="503072"/>
                    <a:pt x="435073" y="503072"/>
                  </a:cubicBezTo>
                  <a:lnTo>
                    <a:pt x="114927" y="503072"/>
                  </a:lnTo>
                  <a:cubicBezTo>
                    <a:pt x="84446" y="503072"/>
                    <a:pt x="55214" y="490963"/>
                    <a:pt x="33661" y="469410"/>
                  </a:cubicBezTo>
                  <a:cubicBezTo>
                    <a:pt x="12108" y="447857"/>
                    <a:pt x="0" y="418625"/>
                    <a:pt x="0" y="388145"/>
                  </a:cubicBezTo>
                  <a:lnTo>
                    <a:pt x="0" y="114927"/>
                  </a:lnTo>
                  <a:cubicBezTo>
                    <a:pt x="0" y="51454"/>
                    <a:pt x="51454" y="0"/>
                    <a:pt x="114927" y="0"/>
                  </a:cubicBezTo>
                  <a:close/>
                </a:path>
              </a:pathLst>
            </a:custGeom>
            <a:solidFill>
              <a:srgbClr val="97C460"/>
            </a:solidFill>
            <a:ln w="38100" cap="rnd">
              <a:solidFill>
                <a:srgbClr val="227D52"/>
              </a:solidFill>
              <a:prstDash val="dash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50000" cy="54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232413" y="2489791"/>
            <a:ext cx="4291540" cy="8229600"/>
          </a:xfrm>
          <a:custGeom>
            <a:avLst/>
            <a:gdLst/>
            <a:ahLst/>
            <a:cxnLst/>
            <a:rect r="r" b="b" t="t" l="l"/>
            <a:pathLst>
              <a:path h="8229600" w="4291540">
                <a:moveTo>
                  <a:pt x="0" y="0"/>
                </a:moveTo>
                <a:lnTo>
                  <a:pt x="4291540" y="0"/>
                </a:lnTo>
                <a:lnTo>
                  <a:pt x="429154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319766" y="1028700"/>
            <a:ext cx="4505745" cy="10776986"/>
          </a:xfrm>
          <a:custGeom>
            <a:avLst/>
            <a:gdLst/>
            <a:ahLst/>
            <a:cxnLst/>
            <a:rect r="r" b="b" t="t" l="l"/>
            <a:pathLst>
              <a:path h="10776986" w="4505745">
                <a:moveTo>
                  <a:pt x="0" y="0"/>
                </a:moveTo>
                <a:lnTo>
                  <a:pt x="4505745" y="0"/>
                </a:lnTo>
                <a:lnTo>
                  <a:pt x="4505745" y="10776986"/>
                </a:lnTo>
                <a:lnTo>
                  <a:pt x="0" y="107769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913439" y="3143167"/>
            <a:ext cx="7129190" cy="8578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{{s07_title}}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65606" y="7048280"/>
            <a:ext cx="6791911" cy="70563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{{s07_text_1}}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35339" y="5222797"/>
            <a:ext cx="1862252" cy="6418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{{s07_label_1}}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99896" y="5070435"/>
            <a:ext cx="1862252" cy="9465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{{s07_label_2}}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39127" y="5222797"/>
            <a:ext cx="1862252" cy="6418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{{s07_label_3}}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3369471" y="-522472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5"/>
                </a:lnTo>
                <a:lnTo>
                  <a:pt x="0" y="19949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4035569" y="5254737"/>
            <a:ext cx="11154943" cy="6916064"/>
          </a:xfrm>
          <a:custGeom>
            <a:avLst/>
            <a:gdLst/>
            <a:ahLst/>
            <a:cxnLst/>
            <a:rect r="r" b="b" t="t" l="l"/>
            <a:pathLst>
              <a:path h="6916064" w="11154943">
                <a:moveTo>
                  <a:pt x="11154943" y="0"/>
                </a:moveTo>
                <a:lnTo>
                  <a:pt x="0" y="0"/>
                </a:lnTo>
                <a:lnTo>
                  <a:pt x="0" y="6916065"/>
                </a:lnTo>
                <a:lnTo>
                  <a:pt x="11154943" y="6916065"/>
                </a:lnTo>
                <a:lnTo>
                  <a:pt x="11154943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460" y="-503487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6" y="0"/>
                </a:lnTo>
                <a:lnTo>
                  <a:pt x="3910706" y="3886265"/>
                </a:lnTo>
                <a:lnTo>
                  <a:pt x="0" y="38862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33019" y="53504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44366" y="-859825"/>
            <a:ext cx="7295659" cy="4884647"/>
          </a:xfrm>
          <a:custGeom>
            <a:avLst/>
            <a:gdLst/>
            <a:ahLst/>
            <a:cxnLst/>
            <a:rect r="r" b="b" t="t" l="l"/>
            <a:pathLst>
              <a:path h="4884647" w="7295659">
                <a:moveTo>
                  <a:pt x="7295658" y="0"/>
                </a:moveTo>
                <a:lnTo>
                  <a:pt x="0" y="0"/>
                </a:lnTo>
                <a:lnTo>
                  <a:pt x="0" y="4884647"/>
                </a:lnTo>
                <a:lnTo>
                  <a:pt x="7295658" y="4884647"/>
                </a:lnTo>
                <a:lnTo>
                  <a:pt x="729565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59441" y="3186403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7" y="0"/>
                </a:lnTo>
                <a:lnTo>
                  <a:pt x="20545317" y="12738096"/>
                </a:lnTo>
                <a:lnTo>
                  <a:pt x="0" y="12738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42783" y="-158976"/>
            <a:ext cx="7245821" cy="5805714"/>
          </a:xfrm>
          <a:custGeom>
            <a:avLst/>
            <a:gdLst/>
            <a:ahLst/>
            <a:cxnLst/>
            <a:rect r="r" b="b" t="t" l="l"/>
            <a:pathLst>
              <a:path h="5805714" w="7245821">
                <a:moveTo>
                  <a:pt x="0" y="0"/>
                </a:moveTo>
                <a:lnTo>
                  <a:pt x="7245821" y="0"/>
                </a:lnTo>
                <a:lnTo>
                  <a:pt x="7245821" y="5805713"/>
                </a:lnTo>
                <a:lnTo>
                  <a:pt x="0" y="5805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192007" y="978587"/>
            <a:ext cx="7245821" cy="5805714"/>
          </a:xfrm>
          <a:custGeom>
            <a:avLst/>
            <a:gdLst/>
            <a:ahLst/>
            <a:cxnLst/>
            <a:rect r="r" b="b" t="t" l="l"/>
            <a:pathLst>
              <a:path h="5805714" w="7245821">
                <a:moveTo>
                  <a:pt x="0" y="0"/>
                </a:moveTo>
                <a:lnTo>
                  <a:pt x="7245820" y="0"/>
                </a:lnTo>
                <a:lnTo>
                  <a:pt x="7245820" y="5805714"/>
                </a:lnTo>
                <a:lnTo>
                  <a:pt x="0" y="58057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2489" y="318253"/>
            <a:ext cx="13742851" cy="11294125"/>
          </a:xfrm>
          <a:custGeom>
            <a:avLst/>
            <a:gdLst/>
            <a:ahLst/>
            <a:cxnLst/>
            <a:rect r="r" b="b" t="t" l="l"/>
            <a:pathLst>
              <a:path h="11294125" w="13742851">
                <a:moveTo>
                  <a:pt x="0" y="0"/>
                </a:moveTo>
                <a:lnTo>
                  <a:pt x="13742851" y="0"/>
                </a:lnTo>
                <a:lnTo>
                  <a:pt x="13742851" y="11294125"/>
                </a:lnTo>
                <a:lnTo>
                  <a:pt x="0" y="112941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13630" y="3881444"/>
            <a:ext cx="8104127" cy="6180951"/>
          </a:xfrm>
          <a:custGeom>
            <a:avLst/>
            <a:gdLst/>
            <a:ahLst/>
            <a:cxnLst/>
            <a:rect r="r" b="b" t="t" l="l"/>
            <a:pathLst>
              <a:path h="6180951" w="8104127">
                <a:moveTo>
                  <a:pt x="0" y="0"/>
                </a:moveTo>
                <a:lnTo>
                  <a:pt x="8104127" y="0"/>
                </a:lnTo>
                <a:lnTo>
                  <a:pt x="8104127" y="6180951"/>
                </a:lnTo>
                <a:lnTo>
                  <a:pt x="0" y="61809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659647" y="3382778"/>
            <a:ext cx="4403098" cy="8229600"/>
          </a:xfrm>
          <a:custGeom>
            <a:avLst/>
            <a:gdLst/>
            <a:ahLst/>
            <a:cxnLst/>
            <a:rect r="r" b="b" t="t" l="l"/>
            <a:pathLst>
              <a:path h="8229600" w="4403098">
                <a:moveTo>
                  <a:pt x="0" y="0"/>
                </a:moveTo>
                <a:lnTo>
                  <a:pt x="4403099" y="0"/>
                </a:lnTo>
                <a:lnTo>
                  <a:pt x="440309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94333" y="2668015"/>
            <a:ext cx="7129190" cy="166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{{s08_title}}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62973" y="4716146"/>
            <a:ext cx="6791911" cy="106765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{{s08_text_1}}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744138" y="6149319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4" y="0"/>
                </a:lnTo>
                <a:lnTo>
                  <a:pt x="549634" y="515657"/>
                </a:lnTo>
                <a:lnTo>
                  <a:pt x="0" y="515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390390" y="6149319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4" y="0"/>
                </a:lnTo>
                <a:lnTo>
                  <a:pt x="549634" y="515657"/>
                </a:lnTo>
                <a:lnTo>
                  <a:pt x="0" y="515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036642" y="6149319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5" y="0"/>
                </a:lnTo>
                <a:lnTo>
                  <a:pt x="549635" y="515657"/>
                </a:lnTo>
                <a:lnTo>
                  <a:pt x="0" y="515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062973" y="6703076"/>
            <a:ext cx="1802858" cy="71620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{{s08_label_1}}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42081" y="6703076"/>
            <a:ext cx="2384919" cy="71620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{{s08_label_2}}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88333" y="6703076"/>
            <a:ext cx="2646252" cy="71620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{{s08_label_3}}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867808" y="7924107"/>
            <a:ext cx="7497886" cy="3889528"/>
          </a:xfrm>
          <a:custGeom>
            <a:avLst/>
            <a:gdLst/>
            <a:ahLst/>
            <a:cxnLst/>
            <a:rect r="r" b="b" t="t" l="l"/>
            <a:pathLst>
              <a:path h="3889528" w="7497886">
                <a:moveTo>
                  <a:pt x="0" y="0"/>
                </a:moveTo>
                <a:lnTo>
                  <a:pt x="7497886" y="0"/>
                </a:lnTo>
                <a:lnTo>
                  <a:pt x="7497886" y="3889528"/>
                </a:lnTo>
                <a:lnTo>
                  <a:pt x="0" y="38895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601436" y="8342236"/>
            <a:ext cx="7497886" cy="3889528"/>
          </a:xfrm>
          <a:custGeom>
            <a:avLst/>
            <a:gdLst/>
            <a:ahLst/>
            <a:cxnLst/>
            <a:rect r="r" b="b" t="t" l="l"/>
            <a:pathLst>
              <a:path h="3889528" w="7497886">
                <a:moveTo>
                  <a:pt x="7497886" y="0"/>
                </a:moveTo>
                <a:lnTo>
                  <a:pt x="0" y="0"/>
                </a:lnTo>
                <a:lnTo>
                  <a:pt x="0" y="3889528"/>
                </a:lnTo>
                <a:lnTo>
                  <a:pt x="7497886" y="3889528"/>
                </a:lnTo>
                <a:lnTo>
                  <a:pt x="7497886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4592684" y="-844609"/>
            <a:ext cx="26639531" cy="16516509"/>
          </a:xfrm>
          <a:custGeom>
            <a:avLst/>
            <a:gdLst/>
            <a:ahLst/>
            <a:cxnLst/>
            <a:rect r="r" b="b" t="t" l="l"/>
            <a:pathLst>
              <a:path h="16516509" w="26639531">
                <a:moveTo>
                  <a:pt x="26639531" y="0"/>
                </a:moveTo>
                <a:lnTo>
                  <a:pt x="0" y="0"/>
                </a:lnTo>
                <a:lnTo>
                  <a:pt x="0" y="16516509"/>
                </a:lnTo>
                <a:lnTo>
                  <a:pt x="26639531" y="16516509"/>
                </a:lnTo>
                <a:lnTo>
                  <a:pt x="26639531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70744" y="4202129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7" y="0"/>
                </a:lnTo>
                <a:lnTo>
                  <a:pt x="20545317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08161" y="-2096031"/>
            <a:ext cx="11868551" cy="9509676"/>
          </a:xfrm>
          <a:custGeom>
            <a:avLst/>
            <a:gdLst/>
            <a:ahLst/>
            <a:cxnLst/>
            <a:rect r="r" b="b" t="t" l="l"/>
            <a:pathLst>
              <a:path h="9509676" w="11868551">
                <a:moveTo>
                  <a:pt x="0" y="0"/>
                </a:moveTo>
                <a:lnTo>
                  <a:pt x="11868551" y="0"/>
                </a:lnTo>
                <a:lnTo>
                  <a:pt x="11868551" y="9509676"/>
                </a:lnTo>
                <a:lnTo>
                  <a:pt x="0" y="9509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6982" y="507873"/>
            <a:ext cx="9501179" cy="9432080"/>
          </a:xfrm>
          <a:custGeom>
            <a:avLst/>
            <a:gdLst/>
            <a:ahLst/>
            <a:cxnLst/>
            <a:rect r="r" b="b" t="t" l="l"/>
            <a:pathLst>
              <a:path h="9432080" w="9501179">
                <a:moveTo>
                  <a:pt x="0" y="0"/>
                </a:moveTo>
                <a:lnTo>
                  <a:pt x="9501179" y="0"/>
                </a:lnTo>
                <a:lnTo>
                  <a:pt x="9501179" y="9432080"/>
                </a:lnTo>
                <a:lnTo>
                  <a:pt x="0" y="94320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96127" y="5952576"/>
            <a:ext cx="5355731" cy="2044040"/>
            <a:chOff x="0" y="0"/>
            <a:chExt cx="7140975" cy="2725387"/>
          </a:xfrm>
        </p:grpSpPr>
        <p:sp>
          <p:nvSpPr>
            <p:cNvPr name="AutoShape 8" id="8"/>
            <p:cNvSpPr/>
            <p:nvPr/>
          </p:nvSpPr>
          <p:spPr>
            <a:xfrm>
              <a:off x="0" y="846603"/>
              <a:ext cx="7140975" cy="0"/>
            </a:xfrm>
            <a:prstGeom prst="line">
              <a:avLst/>
            </a:prstGeom>
            <a:ln cap="flat" w="50800">
              <a:solidFill>
                <a:srgbClr val="97C460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1770275"/>
              <a:ext cx="7140975" cy="0"/>
            </a:xfrm>
            <a:prstGeom prst="line">
              <a:avLst/>
            </a:prstGeom>
            <a:ln cap="flat" w="50800">
              <a:solidFill>
                <a:srgbClr val="97C460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0" y="2699987"/>
              <a:ext cx="7140975" cy="0"/>
            </a:xfrm>
            <a:prstGeom prst="line">
              <a:avLst/>
            </a:prstGeom>
            <a:ln cap="flat" w="50800">
              <a:solidFill>
                <a:srgbClr val="97C460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01418" y="0"/>
              <a:ext cx="732846" cy="687543"/>
            </a:xfrm>
            <a:custGeom>
              <a:avLst/>
              <a:gdLst/>
              <a:ahLst/>
              <a:cxnLst/>
              <a:rect r="r" b="b" t="t" l="l"/>
              <a:pathLst>
                <a:path h="687543" w="732846">
                  <a:moveTo>
                    <a:pt x="0" y="0"/>
                  </a:moveTo>
                  <a:lnTo>
                    <a:pt x="732846" y="0"/>
                  </a:lnTo>
                  <a:lnTo>
                    <a:pt x="732846" y="687543"/>
                  </a:lnTo>
                  <a:lnTo>
                    <a:pt x="0" y="68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01418" y="1005664"/>
              <a:ext cx="732846" cy="687543"/>
            </a:xfrm>
            <a:custGeom>
              <a:avLst/>
              <a:gdLst/>
              <a:ahLst/>
              <a:cxnLst/>
              <a:rect r="r" b="b" t="t" l="l"/>
              <a:pathLst>
                <a:path h="687543" w="732846">
                  <a:moveTo>
                    <a:pt x="0" y="0"/>
                  </a:moveTo>
                  <a:lnTo>
                    <a:pt x="732846" y="0"/>
                  </a:lnTo>
                  <a:lnTo>
                    <a:pt x="732846" y="687542"/>
                  </a:lnTo>
                  <a:lnTo>
                    <a:pt x="0" y="687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1418" y="1916820"/>
              <a:ext cx="732846" cy="687543"/>
            </a:xfrm>
            <a:custGeom>
              <a:avLst/>
              <a:gdLst/>
              <a:ahLst/>
              <a:cxnLst/>
              <a:rect r="r" b="b" t="t" l="l"/>
              <a:pathLst>
                <a:path h="687543" w="732846">
                  <a:moveTo>
                    <a:pt x="0" y="0"/>
                  </a:moveTo>
                  <a:lnTo>
                    <a:pt x="732846" y="0"/>
                  </a:lnTo>
                  <a:lnTo>
                    <a:pt x="732846" y="687543"/>
                  </a:lnTo>
                  <a:lnTo>
                    <a:pt x="0" y="68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474457" y="177052"/>
              <a:ext cx="5492296" cy="510491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700"/>
                </a:lnSpc>
              </a:pPr>
              <a:r>
                <a:rPr lang="en-US" sz="2700">
                  <a:solidFill>
                    <a:srgbClr val="227D52"/>
                  </a:solidFill>
                  <a:latin typeface="Sniglet"/>
                  <a:ea typeface="Sniglet"/>
                  <a:cs typeface="Sniglet"/>
                  <a:sym typeface="Sniglet"/>
                </a:rPr>
                <a:t>{{s09_label_1}}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474457" y="1043764"/>
              <a:ext cx="5492296" cy="510491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700"/>
                </a:lnSpc>
              </a:pPr>
              <a:r>
                <a:rPr lang="en-US" sz="2700">
                  <a:solidFill>
                    <a:srgbClr val="227D52"/>
                  </a:solidFill>
                  <a:latin typeface="Sniglet"/>
                  <a:ea typeface="Sniglet"/>
                  <a:cs typeface="Sniglet"/>
                  <a:sym typeface="Sniglet"/>
                </a:rPr>
                <a:t>{{s09_label_2}}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474457" y="2024396"/>
              <a:ext cx="5492296" cy="510491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700"/>
                </a:lnSpc>
              </a:pPr>
              <a:r>
                <a:rPr lang="en-US" sz="2700">
                  <a:solidFill>
                    <a:srgbClr val="227D52"/>
                  </a:solidFill>
                  <a:latin typeface="Sniglet"/>
                  <a:ea typeface="Sniglet"/>
                  <a:cs typeface="Sniglet"/>
                  <a:sym typeface="Sniglet"/>
                </a:rPr>
                <a:t>{{s09_label_3}}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798017" y="3582640"/>
            <a:ext cx="5419725" cy="8229600"/>
          </a:xfrm>
          <a:custGeom>
            <a:avLst/>
            <a:gdLst/>
            <a:ahLst/>
            <a:cxnLst/>
            <a:rect r="r" b="b" t="t" l="l"/>
            <a:pathLst>
              <a:path h="8229600" w="5419725">
                <a:moveTo>
                  <a:pt x="0" y="0"/>
                </a:moveTo>
                <a:lnTo>
                  <a:pt x="5419725" y="0"/>
                </a:lnTo>
                <a:lnTo>
                  <a:pt x="541972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4419681" y="3240543"/>
            <a:ext cx="3545379" cy="4456897"/>
          </a:xfrm>
          <a:custGeom>
            <a:avLst/>
            <a:gdLst/>
            <a:ahLst/>
            <a:cxnLst/>
            <a:rect r="r" b="b" t="t" l="l"/>
            <a:pathLst>
              <a:path h="4456897" w="3545379">
                <a:moveTo>
                  <a:pt x="3545379" y="0"/>
                </a:moveTo>
                <a:lnTo>
                  <a:pt x="0" y="0"/>
                </a:lnTo>
                <a:lnTo>
                  <a:pt x="0" y="4456897"/>
                </a:lnTo>
                <a:lnTo>
                  <a:pt x="3545379" y="4456897"/>
                </a:lnTo>
                <a:lnTo>
                  <a:pt x="3545379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344913" y="2306088"/>
            <a:ext cx="5858160" cy="166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{{s09_title}}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13010" y="4430180"/>
            <a:ext cx="5889123" cy="106765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{{s09_text_1}}</a:t>
            </a:r>
          </a:p>
        </p:txBody>
      </p:sp>
      <p:sp>
        <p:nvSpPr>
          <p:cNvPr name="Freeform 21" id="21"/>
          <p:cNvSpPr/>
          <p:nvPr/>
        </p:nvSpPr>
        <p:spPr>
          <a:xfrm flipH="true" flipV="false" rot="0">
            <a:off x="-2725731" y="8342236"/>
            <a:ext cx="7497886" cy="3889528"/>
          </a:xfrm>
          <a:custGeom>
            <a:avLst/>
            <a:gdLst/>
            <a:ahLst/>
            <a:cxnLst/>
            <a:rect r="r" b="b" t="t" l="l"/>
            <a:pathLst>
              <a:path h="3889528" w="7497886">
                <a:moveTo>
                  <a:pt x="7497886" y="0"/>
                </a:moveTo>
                <a:lnTo>
                  <a:pt x="0" y="0"/>
                </a:lnTo>
                <a:lnTo>
                  <a:pt x="0" y="3889528"/>
                </a:lnTo>
                <a:lnTo>
                  <a:pt x="7497886" y="3889528"/>
                </a:lnTo>
                <a:lnTo>
                  <a:pt x="7497886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515845" y="7924107"/>
            <a:ext cx="7497886" cy="3889528"/>
          </a:xfrm>
          <a:custGeom>
            <a:avLst/>
            <a:gdLst/>
            <a:ahLst/>
            <a:cxnLst/>
            <a:rect r="r" b="b" t="t" l="l"/>
            <a:pathLst>
              <a:path h="3889528" w="7497886">
                <a:moveTo>
                  <a:pt x="0" y="0"/>
                </a:moveTo>
                <a:lnTo>
                  <a:pt x="7497886" y="0"/>
                </a:lnTo>
                <a:lnTo>
                  <a:pt x="7497886" y="3889528"/>
                </a:lnTo>
                <a:lnTo>
                  <a:pt x="0" y="38895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0870" y="-1610682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7" y="0"/>
                </a:lnTo>
                <a:lnTo>
                  <a:pt x="3910707" y="3886265"/>
                </a:lnTo>
                <a:lnTo>
                  <a:pt x="0" y="3886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60290" y="778231"/>
            <a:ext cx="8976696" cy="7174789"/>
          </a:xfrm>
          <a:custGeom>
            <a:avLst/>
            <a:gdLst/>
            <a:ahLst/>
            <a:cxnLst/>
            <a:rect r="r" b="b" t="t" l="l"/>
            <a:pathLst>
              <a:path h="7174789" w="8976696">
                <a:moveTo>
                  <a:pt x="0" y="0"/>
                </a:moveTo>
                <a:lnTo>
                  <a:pt x="8976696" y="0"/>
                </a:lnTo>
                <a:lnTo>
                  <a:pt x="8976696" y="7174789"/>
                </a:lnTo>
                <a:lnTo>
                  <a:pt x="0" y="7174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4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06443" y="-145838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9" y="0"/>
                </a:lnTo>
                <a:lnTo>
                  <a:pt x="8036639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69681" y="2681723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1460290" y="5372100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20545317" y="0"/>
                </a:moveTo>
                <a:lnTo>
                  <a:pt x="0" y="0"/>
                </a:lnTo>
                <a:lnTo>
                  <a:pt x="0" y="12738097"/>
                </a:lnTo>
                <a:lnTo>
                  <a:pt x="20545317" y="12738097"/>
                </a:lnTo>
                <a:lnTo>
                  <a:pt x="2054531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8801" y="5372100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8" y="0"/>
                </a:lnTo>
                <a:lnTo>
                  <a:pt x="20545318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14526" y="1329918"/>
            <a:ext cx="5961060" cy="7169830"/>
          </a:xfrm>
          <a:custGeom>
            <a:avLst/>
            <a:gdLst/>
            <a:ahLst/>
            <a:cxnLst/>
            <a:rect r="r" b="b" t="t" l="l"/>
            <a:pathLst>
              <a:path h="7169830" w="5961060">
                <a:moveTo>
                  <a:pt x="0" y="0"/>
                </a:moveTo>
                <a:lnTo>
                  <a:pt x="5961060" y="0"/>
                </a:lnTo>
                <a:lnTo>
                  <a:pt x="5961060" y="7169830"/>
                </a:lnTo>
                <a:lnTo>
                  <a:pt x="0" y="7169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66023" y="1126100"/>
            <a:ext cx="11280841" cy="9455396"/>
          </a:xfrm>
          <a:custGeom>
            <a:avLst/>
            <a:gdLst/>
            <a:ahLst/>
            <a:cxnLst/>
            <a:rect r="r" b="b" t="t" l="l"/>
            <a:pathLst>
              <a:path h="9455396" w="11280841">
                <a:moveTo>
                  <a:pt x="0" y="0"/>
                </a:moveTo>
                <a:lnTo>
                  <a:pt x="11280841" y="0"/>
                </a:lnTo>
                <a:lnTo>
                  <a:pt x="11280841" y="9455396"/>
                </a:lnTo>
                <a:lnTo>
                  <a:pt x="0" y="9455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6152" y="4616094"/>
            <a:ext cx="4320540" cy="8229600"/>
          </a:xfrm>
          <a:custGeom>
            <a:avLst/>
            <a:gdLst/>
            <a:ahLst/>
            <a:cxnLst/>
            <a:rect r="r" b="b" t="t" l="l"/>
            <a:pathLst>
              <a:path h="8229600" w="4320540">
                <a:moveTo>
                  <a:pt x="0" y="0"/>
                </a:moveTo>
                <a:lnTo>
                  <a:pt x="4320540" y="0"/>
                </a:lnTo>
                <a:lnTo>
                  <a:pt x="432054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5297058" y="4496799"/>
            <a:ext cx="6436701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297058" y="5189553"/>
            <a:ext cx="6436701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5297058" y="5886837"/>
            <a:ext cx="6436701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5673122" y="3861847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4" y="0"/>
                </a:lnTo>
                <a:lnTo>
                  <a:pt x="549634" y="515657"/>
                </a:lnTo>
                <a:lnTo>
                  <a:pt x="0" y="515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673122" y="4616094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4" y="0"/>
                </a:lnTo>
                <a:lnTo>
                  <a:pt x="549634" y="515658"/>
                </a:lnTo>
                <a:lnTo>
                  <a:pt x="0" y="515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673122" y="5299462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4" y="0"/>
                </a:lnTo>
                <a:lnTo>
                  <a:pt x="549634" y="515657"/>
                </a:lnTo>
                <a:lnTo>
                  <a:pt x="0" y="515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941848" y="2608621"/>
            <a:ext cx="7129190" cy="8578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{{s10_title}}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41848" y="6727552"/>
            <a:ext cx="6791911" cy="106765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{{s10_text_1}}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02900" y="4004161"/>
            <a:ext cx="5330859" cy="3733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{{s10_label_1}}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02900" y="4654194"/>
            <a:ext cx="5330859" cy="3733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{{s10_label_2}}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2900" y="5389669"/>
            <a:ext cx="5330859" cy="3733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{{s10_label_3}}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864987" y="-665017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5"/>
                </a:lnTo>
                <a:lnTo>
                  <a:pt x="0" y="199493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09771" y="0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9" y="0"/>
                </a:lnTo>
                <a:lnTo>
                  <a:pt x="8036639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53207" y="1211637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9" y="0"/>
                </a:lnTo>
                <a:lnTo>
                  <a:pt x="8036639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540856" y="2067075"/>
            <a:ext cx="7484427" cy="6357745"/>
          </a:xfrm>
          <a:custGeom>
            <a:avLst/>
            <a:gdLst/>
            <a:ahLst/>
            <a:cxnLst/>
            <a:rect r="r" b="b" t="t" l="l"/>
            <a:pathLst>
              <a:path h="6357745" w="7484427">
                <a:moveTo>
                  <a:pt x="0" y="0"/>
                </a:moveTo>
                <a:lnTo>
                  <a:pt x="7484428" y="0"/>
                </a:lnTo>
                <a:lnTo>
                  <a:pt x="7484428" y="6357745"/>
                </a:lnTo>
                <a:lnTo>
                  <a:pt x="0" y="6357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32" t="0" r="-884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7542230" y="5635757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20545317" y="0"/>
                </a:moveTo>
                <a:lnTo>
                  <a:pt x="0" y="0"/>
                </a:lnTo>
                <a:lnTo>
                  <a:pt x="0" y="12738097"/>
                </a:lnTo>
                <a:lnTo>
                  <a:pt x="20545317" y="12738097"/>
                </a:lnTo>
                <a:lnTo>
                  <a:pt x="20545317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44645" y="5600700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7" y="0"/>
                </a:lnTo>
                <a:lnTo>
                  <a:pt x="20545317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99996" y="1954360"/>
            <a:ext cx="6379700" cy="5371806"/>
          </a:xfrm>
          <a:custGeom>
            <a:avLst/>
            <a:gdLst/>
            <a:ahLst/>
            <a:cxnLst/>
            <a:rect r="r" b="b" t="t" l="l"/>
            <a:pathLst>
              <a:path h="5371806" w="6379700">
                <a:moveTo>
                  <a:pt x="0" y="0"/>
                </a:moveTo>
                <a:lnTo>
                  <a:pt x="6379699" y="0"/>
                </a:lnTo>
                <a:lnTo>
                  <a:pt x="6379699" y="5371805"/>
                </a:lnTo>
                <a:lnTo>
                  <a:pt x="0" y="5371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87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505" y="5031942"/>
            <a:ext cx="3772782" cy="4588447"/>
          </a:xfrm>
          <a:custGeom>
            <a:avLst/>
            <a:gdLst/>
            <a:ahLst/>
            <a:cxnLst/>
            <a:rect r="r" b="b" t="t" l="l"/>
            <a:pathLst>
              <a:path h="4588447" w="3772782">
                <a:moveTo>
                  <a:pt x="0" y="0"/>
                </a:moveTo>
                <a:lnTo>
                  <a:pt x="3772782" y="0"/>
                </a:lnTo>
                <a:lnTo>
                  <a:pt x="3772782" y="4588447"/>
                </a:lnTo>
                <a:lnTo>
                  <a:pt x="0" y="4588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52744" y="713453"/>
            <a:ext cx="11650581" cy="10167780"/>
          </a:xfrm>
          <a:custGeom>
            <a:avLst/>
            <a:gdLst/>
            <a:ahLst/>
            <a:cxnLst/>
            <a:rect r="r" b="b" t="t" l="l"/>
            <a:pathLst>
              <a:path h="10167780" w="11650581">
                <a:moveTo>
                  <a:pt x="0" y="0"/>
                </a:moveTo>
                <a:lnTo>
                  <a:pt x="11650581" y="0"/>
                </a:lnTo>
                <a:lnTo>
                  <a:pt x="11650581" y="10167780"/>
                </a:lnTo>
                <a:lnTo>
                  <a:pt x="0" y="101677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669337" y="4336802"/>
            <a:ext cx="2088282" cy="1910100"/>
            <a:chOff x="0" y="0"/>
            <a:chExt cx="550000" cy="503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0000" cy="503072"/>
            </a:xfrm>
            <a:custGeom>
              <a:avLst/>
              <a:gdLst/>
              <a:ahLst/>
              <a:cxnLst/>
              <a:rect r="r" b="b" t="t" l="l"/>
              <a:pathLst>
                <a:path h="503072" w="550000">
                  <a:moveTo>
                    <a:pt x="114927" y="0"/>
                  </a:moveTo>
                  <a:lnTo>
                    <a:pt x="435073" y="0"/>
                  </a:lnTo>
                  <a:cubicBezTo>
                    <a:pt x="498546" y="0"/>
                    <a:pt x="550000" y="51454"/>
                    <a:pt x="550000" y="114927"/>
                  </a:cubicBezTo>
                  <a:lnTo>
                    <a:pt x="550000" y="388145"/>
                  </a:lnTo>
                  <a:cubicBezTo>
                    <a:pt x="550000" y="418625"/>
                    <a:pt x="537892" y="447857"/>
                    <a:pt x="516339" y="469410"/>
                  </a:cubicBezTo>
                  <a:cubicBezTo>
                    <a:pt x="494786" y="490963"/>
                    <a:pt x="465554" y="503072"/>
                    <a:pt x="435073" y="503072"/>
                  </a:cubicBezTo>
                  <a:lnTo>
                    <a:pt x="114927" y="503072"/>
                  </a:lnTo>
                  <a:cubicBezTo>
                    <a:pt x="84446" y="503072"/>
                    <a:pt x="55214" y="490963"/>
                    <a:pt x="33661" y="469410"/>
                  </a:cubicBezTo>
                  <a:cubicBezTo>
                    <a:pt x="12108" y="447857"/>
                    <a:pt x="0" y="418625"/>
                    <a:pt x="0" y="388145"/>
                  </a:cubicBezTo>
                  <a:lnTo>
                    <a:pt x="0" y="114927"/>
                  </a:lnTo>
                  <a:cubicBezTo>
                    <a:pt x="0" y="51454"/>
                    <a:pt x="51454" y="0"/>
                    <a:pt x="114927" y="0"/>
                  </a:cubicBezTo>
                  <a:close/>
                </a:path>
              </a:pathLst>
            </a:custGeom>
            <a:solidFill>
              <a:srgbClr val="97C460"/>
            </a:solidFill>
            <a:ln w="38100" cap="rnd">
              <a:solidFill>
                <a:srgbClr val="227D52"/>
              </a:solidFill>
              <a:prstDash val="dash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50000" cy="54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33894" y="4336802"/>
            <a:ext cx="2088282" cy="1910100"/>
            <a:chOff x="0" y="0"/>
            <a:chExt cx="550000" cy="503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0000" cy="503072"/>
            </a:xfrm>
            <a:custGeom>
              <a:avLst/>
              <a:gdLst/>
              <a:ahLst/>
              <a:cxnLst/>
              <a:rect r="r" b="b" t="t" l="l"/>
              <a:pathLst>
                <a:path h="503072" w="550000">
                  <a:moveTo>
                    <a:pt x="114927" y="0"/>
                  </a:moveTo>
                  <a:lnTo>
                    <a:pt x="435073" y="0"/>
                  </a:lnTo>
                  <a:cubicBezTo>
                    <a:pt x="498546" y="0"/>
                    <a:pt x="550000" y="51454"/>
                    <a:pt x="550000" y="114927"/>
                  </a:cubicBezTo>
                  <a:lnTo>
                    <a:pt x="550000" y="388145"/>
                  </a:lnTo>
                  <a:cubicBezTo>
                    <a:pt x="550000" y="418625"/>
                    <a:pt x="537892" y="447857"/>
                    <a:pt x="516339" y="469410"/>
                  </a:cubicBezTo>
                  <a:cubicBezTo>
                    <a:pt x="494786" y="490963"/>
                    <a:pt x="465554" y="503072"/>
                    <a:pt x="435073" y="503072"/>
                  </a:cubicBezTo>
                  <a:lnTo>
                    <a:pt x="114927" y="503072"/>
                  </a:lnTo>
                  <a:cubicBezTo>
                    <a:pt x="84446" y="503072"/>
                    <a:pt x="55214" y="490963"/>
                    <a:pt x="33661" y="469410"/>
                  </a:cubicBezTo>
                  <a:cubicBezTo>
                    <a:pt x="12108" y="447857"/>
                    <a:pt x="0" y="418625"/>
                    <a:pt x="0" y="388145"/>
                  </a:cubicBezTo>
                  <a:lnTo>
                    <a:pt x="0" y="114927"/>
                  </a:lnTo>
                  <a:cubicBezTo>
                    <a:pt x="0" y="51454"/>
                    <a:pt x="51454" y="0"/>
                    <a:pt x="114927" y="0"/>
                  </a:cubicBezTo>
                  <a:close/>
                </a:path>
              </a:pathLst>
            </a:custGeom>
            <a:solidFill>
              <a:srgbClr val="97C460"/>
            </a:solidFill>
            <a:ln w="38100" cap="rnd">
              <a:solidFill>
                <a:srgbClr val="227D52"/>
              </a:solidFill>
              <a:prstDash val="dash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50000" cy="54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84150" y="4290897"/>
            <a:ext cx="2088282" cy="1910100"/>
            <a:chOff x="0" y="0"/>
            <a:chExt cx="550000" cy="503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0000" cy="503072"/>
            </a:xfrm>
            <a:custGeom>
              <a:avLst/>
              <a:gdLst/>
              <a:ahLst/>
              <a:cxnLst/>
              <a:rect r="r" b="b" t="t" l="l"/>
              <a:pathLst>
                <a:path h="503072" w="550000">
                  <a:moveTo>
                    <a:pt x="114927" y="0"/>
                  </a:moveTo>
                  <a:lnTo>
                    <a:pt x="435073" y="0"/>
                  </a:lnTo>
                  <a:cubicBezTo>
                    <a:pt x="498546" y="0"/>
                    <a:pt x="550000" y="51454"/>
                    <a:pt x="550000" y="114927"/>
                  </a:cubicBezTo>
                  <a:lnTo>
                    <a:pt x="550000" y="388145"/>
                  </a:lnTo>
                  <a:cubicBezTo>
                    <a:pt x="550000" y="418625"/>
                    <a:pt x="537892" y="447857"/>
                    <a:pt x="516339" y="469410"/>
                  </a:cubicBezTo>
                  <a:cubicBezTo>
                    <a:pt x="494786" y="490963"/>
                    <a:pt x="465554" y="503072"/>
                    <a:pt x="435073" y="503072"/>
                  </a:cubicBezTo>
                  <a:lnTo>
                    <a:pt x="114927" y="503072"/>
                  </a:lnTo>
                  <a:cubicBezTo>
                    <a:pt x="84446" y="503072"/>
                    <a:pt x="55214" y="490963"/>
                    <a:pt x="33661" y="469410"/>
                  </a:cubicBezTo>
                  <a:cubicBezTo>
                    <a:pt x="12108" y="447857"/>
                    <a:pt x="0" y="418625"/>
                    <a:pt x="0" y="388145"/>
                  </a:cubicBezTo>
                  <a:lnTo>
                    <a:pt x="0" y="114927"/>
                  </a:lnTo>
                  <a:cubicBezTo>
                    <a:pt x="0" y="51454"/>
                    <a:pt x="51454" y="0"/>
                    <a:pt x="114927" y="0"/>
                  </a:cubicBezTo>
                  <a:close/>
                </a:path>
              </a:pathLst>
            </a:custGeom>
            <a:solidFill>
              <a:srgbClr val="97C460"/>
            </a:solidFill>
            <a:ln w="38100" cap="rnd">
              <a:solidFill>
                <a:srgbClr val="227D52"/>
              </a:solidFill>
              <a:prstDash val="dash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50000" cy="54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172432" y="3525900"/>
            <a:ext cx="7933354" cy="8229600"/>
          </a:xfrm>
          <a:custGeom>
            <a:avLst/>
            <a:gdLst/>
            <a:ahLst/>
            <a:cxnLst/>
            <a:rect r="r" b="b" t="t" l="l"/>
            <a:pathLst>
              <a:path h="8229600" w="7933354">
                <a:moveTo>
                  <a:pt x="0" y="0"/>
                </a:moveTo>
                <a:lnTo>
                  <a:pt x="7933354" y="0"/>
                </a:lnTo>
                <a:lnTo>
                  <a:pt x="79333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894333" y="2668015"/>
            <a:ext cx="7129190" cy="8578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{{s11_title}}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65606" y="7048280"/>
            <a:ext cx="6791911" cy="106765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{{s11_text_1}}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94663" y="4867072"/>
            <a:ext cx="1862252" cy="9465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{{s11_label_1}}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59219" y="4798646"/>
            <a:ext cx="1862252" cy="9465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{{s11_label_2}}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60942" y="4798646"/>
            <a:ext cx="1862252" cy="9465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{{s11_label_3}}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268866" y="-581866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5"/>
                </a:lnTo>
                <a:lnTo>
                  <a:pt x="0" y="19949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32704" y="4822789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25681" y="34935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0983" y="5039494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7" y="0"/>
                </a:lnTo>
                <a:lnTo>
                  <a:pt x="20545317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17032" y="-3991021"/>
            <a:ext cx="14129815" cy="11321514"/>
          </a:xfrm>
          <a:custGeom>
            <a:avLst/>
            <a:gdLst/>
            <a:ahLst/>
            <a:cxnLst/>
            <a:rect r="r" b="b" t="t" l="l"/>
            <a:pathLst>
              <a:path h="11321514" w="14129815">
                <a:moveTo>
                  <a:pt x="0" y="0"/>
                </a:moveTo>
                <a:lnTo>
                  <a:pt x="14129815" y="0"/>
                </a:lnTo>
                <a:lnTo>
                  <a:pt x="14129815" y="11321515"/>
                </a:lnTo>
                <a:lnTo>
                  <a:pt x="0" y="113215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90870" y="-1610682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7" y="0"/>
                </a:lnTo>
                <a:lnTo>
                  <a:pt x="3910707" y="3886265"/>
                </a:lnTo>
                <a:lnTo>
                  <a:pt x="0" y="38862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0983" y="818492"/>
            <a:ext cx="12021174" cy="9879219"/>
          </a:xfrm>
          <a:custGeom>
            <a:avLst/>
            <a:gdLst/>
            <a:ahLst/>
            <a:cxnLst/>
            <a:rect r="r" b="b" t="t" l="l"/>
            <a:pathLst>
              <a:path h="9879219" w="12021174">
                <a:moveTo>
                  <a:pt x="0" y="0"/>
                </a:moveTo>
                <a:lnTo>
                  <a:pt x="12021174" y="0"/>
                </a:lnTo>
                <a:lnTo>
                  <a:pt x="12021174" y="9879219"/>
                </a:lnTo>
                <a:lnTo>
                  <a:pt x="0" y="98792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79767" y="930808"/>
            <a:ext cx="4832457" cy="7626644"/>
          </a:xfrm>
          <a:custGeom>
            <a:avLst/>
            <a:gdLst/>
            <a:ahLst/>
            <a:cxnLst/>
            <a:rect r="r" b="b" t="t" l="l"/>
            <a:pathLst>
              <a:path h="7626644" w="4832457">
                <a:moveTo>
                  <a:pt x="0" y="0"/>
                </a:moveTo>
                <a:lnTo>
                  <a:pt x="4832458" y="0"/>
                </a:lnTo>
                <a:lnTo>
                  <a:pt x="4832458" y="7626643"/>
                </a:lnTo>
                <a:lnTo>
                  <a:pt x="0" y="76266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544849" y="4456826"/>
            <a:ext cx="4985361" cy="6951716"/>
          </a:xfrm>
          <a:custGeom>
            <a:avLst/>
            <a:gdLst/>
            <a:ahLst/>
            <a:cxnLst/>
            <a:rect r="r" b="b" t="t" l="l"/>
            <a:pathLst>
              <a:path h="6951716" w="4985361">
                <a:moveTo>
                  <a:pt x="0" y="0"/>
                </a:moveTo>
                <a:lnTo>
                  <a:pt x="4985362" y="0"/>
                </a:lnTo>
                <a:lnTo>
                  <a:pt x="4985362" y="6951716"/>
                </a:lnTo>
                <a:lnTo>
                  <a:pt x="0" y="6951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16975" y="3357442"/>
            <a:ext cx="7129190" cy="166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{{s12_title}}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85615" y="5406163"/>
            <a:ext cx="6791911" cy="14296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{{s12_text_1}}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0987" y="-546229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4"/>
                </a:lnTo>
                <a:lnTo>
                  <a:pt x="0" y="19949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50334" y="2694057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9" y="0"/>
                </a:lnTo>
                <a:lnTo>
                  <a:pt x="8036639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11875" y="4568478"/>
            <a:ext cx="9513557" cy="7622737"/>
          </a:xfrm>
          <a:custGeom>
            <a:avLst/>
            <a:gdLst/>
            <a:ahLst/>
            <a:cxnLst/>
            <a:rect r="r" b="b" t="t" l="l"/>
            <a:pathLst>
              <a:path h="7622737" w="9513557">
                <a:moveTo>
                  <a:pt x="0" y="0"/>
                </a:moveTo>
                <a:lnTo>
                  <a:pt x="9513557" y="0"/>
                </a:lnTo>
                <a:lnTo>
                  <a:pt x="9513557" y="7622737"/>
                </a:lnTo>
                <a:lnTo>
                  <a:pt x="0" y="7622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7018" y="819636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484048" y="5407736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20545318" y="0"/>
                </a:moveTo>
                <a:lnTo>
                  <a:pt x="0" y="0"/>
                </a:lnTo>
                <a:lnTo>
                  <a:pt x="0" y="12738097"/>
                </a:lnTo>
                <a:lnTo>
                  <a:pt x="20545318" y="12738097"/>
                </a:lnTo>
                <a:lnTo>
                  <a:pt x="2054531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661413" y="232719"/>
            <a:ext cx="9513557" cy="7622737"/>
          </a:xfrm>
          <a:custGeom>
            <a:avLst/>
            <a:gdLst/>
            <a:ahLst/>
            <a:cxnLst/>
            <a:rect r="r" b="b" t="t" l="l"/>
            <a:pathLst>
              <a:path h="7622737" w="9513557">
                <a:moveTo>
                  <a:pt x="0" y="0"/>
                </a:moveTo>
                <a:lnTo>
                  <a:pt x="9513556" y="0"/>
                </a:lnTo>
                <a:lnTo>
                  <a:pt x="9513556" y="7622738"/>
                </a:lnTo>
                <a:lnTo>
                  <a:pt x="0" y="7622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81164" y="310232"/>
            <a:ext cx="9501179" cy="9432080"/>
          </a:xfrm>
          <a:custGeom>
            <a:avLst/>
            <a:gdLst/>
            <a:ahLst/>
            <a:cxnLst/>
            <a:rect r="r" b="b" t="t" l="l"/>
            <a:pathLst>
              <a:path h="9432080" w="9501179">
                <a:moveTo>
                  <a:pt x="0" y="0"/>
                </a:moveTo>
                <a:lnTo>
                  <a:pt x="9501180" y="0"/>
                </a:lnTo>
                <a:lnTo>
                  <a:pt x="9501180" y="9432079"/>
                </a:lnTo>
                <a:lnTo>
                  <a:pt x="0" y="94320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213403" y="5665723"/>
            <a:ext cx="6436701" cy="2044040"/>
            <a:chOff x="0" y="0"/>
            <a:chExt cx="8582268" cy="2725387"/>
          </a:xfrm>
        </p:grpSpPr>
        <p:sp>
          <p:nvSpPr>
            <p:cNvPr name="AutoShape 10" id="10"/>
            <p:cNvSpPr/>
            <p:nvPr/>
          </p:nvSpPr>
          <p:spPr>
            <a:xfrm>
              <a:off x="0" y="846603"/>
              <a:ext cx="8582268" cy="0"/>
            </a:xfrm>
            <a:prstGeom prst="line">
              <a:avLst/>
            </a:prstGeom>
            <a:ln cap="flat" w="50800">
              <a:solidFill>
                <a:srgbClr val="97C460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0" y="1770275"/>
              <a:ext cx="8582268" cy="0"/>
            </a:xfrm>
            <a:prstGeom prst="line">
              <a:avLst/>
            </a:prstGeom>
            <a:ln cap="flat" w="50800">
              <a:solidFill>
                <a:srgbClr val="97C460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0" y="2699987"/>
              <a:ext cx="8582268" cy="0"/>
            </a:xfrm>
            <a:prstGeom prst="line">
              <a:avLst/>
            </a:prstGeom>
            <a:ln cap="flat" w="50800">
              <a:solidFill>
                <a:srgbClr val="97C460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1418" y="0"/>
              <a:ext cx="732846" cy="687543"/>
            </a:xfrm>
            <a:custGeom>
              <a:avLst/>
              <a:gdLst/>
              <a:ahLst/>
              <a:cxnLst/>
              <a:rect r="r" b="b" t="t" l="l"/>
              <a:pathLst>
                <a:path h="687543" w="732846">
                  <a:moveTo>
                    <a:pt x="0" y="0"/>
                  </a:moveTo>
                  <a:lnTo>
                    <a:pt x="732846" y="0"/>
                  </a:lnTo>
                  <a:lnTo>
                    <a:pt x="732846" y="687543"/>
                  </a:lnTo>
                  <a:lnTo>
                    <a:pt x="0" y="68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01418" y="1005664"/>
              <a:ext cx="732846" cy="687543"/>
            </a:xfrm>
            <a:custGeom>
              <a:avLst/>
              <a:gdLst/>
              <a:ahLst/>
              <a:cxnLst/>
              <a:rect r="r" b="b" t="t" l="l"/>
              <a:pathLst>
                <a:path h="687543" w="732846">
                  <a:moveTo>
                    <a:pt x="0" y="0"/>
                  </a:moveTo>
                  <a:lnTo>
                    <a:pt x="732846" y="0"/>
                  </a:lnTo>
                  <a:lnTo>
                    <a:pt x="732846" y="687542"/>
                  </a:lnTo>
                  <a:lnTo>
                    <a:pt x="0" y="687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01418" y="1916820"/>
              <a:ext cx="732846" cy="687543"/>
            </a:xfrm>
            <a:custGeom>
              <a:avLst/>
              <a:gdLst/>
              <a:ahLst/>
              <a:cxnLst/>
              <a:rect r="r" b="b" t="t" l="l"/>
              <a:pathLst>
                <a:path h="687543" w="732846">
                  <a:moveTo>
                    <a:pt x="0" y="0"/>
                  </a:moveTo>
                  <a:lnTo>
                    <a:pt x="732846" y="0"/>
                  </a:lnTo>
                  <a:lnTo>
                    <a:pt x="732846" y="687543"/>
                  </a:lnTo>
                  <a:lnTo>
                    <a:pt x="0" y="68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474457" y="177052"/>
              <a:ext cx="7107811" cy="510491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700"/>
                </a:lnSpc>
              </a:pPr>
              <a:r>
                <a:rPr lang="en-US" sz="2700">
                  <a:solidFill>
                    <a:srgbClr val="227D52"/>
                  </a:solidFill>
                  <a:latin typeface="Sniglet"/>
                  <a:ea typeface="Sniglet"/>
                  <a:cs typeface="Sniglet"/>
                  <a:sym typeface="Sniglet"/>
                </a:rPr>
                <a:t>{{s13_label_1}}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474457" y="1043764"/>
              <a:ext cx="7107811" cy="510491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700"/>
                </a:lnSpc>
              </a:pPr>
              <a:r>
                <a:rPr lang="en-US" sz="2700">
                  <a:solidFill>
                    <a:srgbClr val="227D52"/>
                  </a:solidFill>
                  <a:latin typeface="Sniglet"/>
                  <a:ea typeface="Sniglet"/>
                  <a:cs typeface="Sniglet"/>
                  <a:sym typeface="Sniglet"/>
                </a:rPr>
                <a:t>{{s13_label_2}}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474457" y="2024396"/>
              <a:ext cx="7107811" cy="510491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700"/>
                </a:lnSpc>
              </a:pPr>
              <a:r>
                <a:rPr lang="en-US" sz="2700">
                  <a:solidFill>
                    <a:srgbClr val="227D52"/>
                  </a:solidFill>
                  <a:latin typeface="Sniglet"/>
                  <a:ea typeface="Sniglet"/>
                  <a:cs typeface="Sniglet"/>
                  <a:sym typeface="Sniglet"/>
                </a:rPr>
                <a:t>{{s13_label_3}}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1716217" y="1792207"/>
            <a:ext cx="4849214" cy="7050336"/>
          </a:xfrm>
          <a:custGeom>
            <a:avLst/>
            <a:gdLst/>
            <a:ahLst/>
            <a:cxnLst/>
            <a:rect r="r" b="b" t="t" l="l"/>
            <a:pathLst>
              <a:path h="7050336" w="4849214">
                <a:moveTo>
                  <a:pt x="0" y="0"/>
                </a:moveTo>
                <a:lnTo>
                  <a:pt x="4849214" y="0"/>
                </a:lnTo>
                <a:lnTo>
                  <a:pt x="4849214" y="7050335"/>
                </a:lnTo>
                <a:lnTo>
                  <a:pt x="0" y="70503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867159" y="2322264"/>
            <a:ext cx="7129190" cy="8578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{{s13_title}}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87193" y="3958613"/>
            <a:ext cx="5889123" cy="106765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{{s13_text_1}}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095365" y="2572943"/>
            <a:ext cx="6542360" cy="8229600"/>
          </a:xfrm>
          <a:custGeom>
            <a:avLst/>
            <a:gdLst/>
            <a:ahLst/>
            <a:cxnLst/>
            <a:rect r="r" b="b" t="t" l="l"/>
            <a:pathLst>
              <a:path h="8229600" w="6542360">
                <a:moveTo>
                  <a:pt x="0" y="0"/>
                </a:moveTo>
                <a:lnTo>
                  <a:pt x="6542360" y="0"/>
                </a:lnTo>
                <a:lnTo>
                  <a:pt x="65423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800769" y="-914432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7" y="0"/>
                </a:lnTo>
                <a:lnTo>
                  <a:pt x="3910707" y="3886264"/>
                </a:lnTo>
                <a:lnTo>
                  <a:pt x="0" y="38862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-1484048" y="8208856"/>
            <a:ext cx="4999878" cy="2593686"/>
          </a:xfrm>
          <a:custGeom>
            <a:avLst/>
            <a:gdLst/>
            <a:ahLst/>
            <a:cxnLst/>
            <a:rect r="r" b="b" t="t" l="l"/>
            <a:pathLst>
              <a:path h="2593686" w="4999878">
                <a:moveTo>
                  <a:pt x="4999878" y="0"/>
                </a:moveTo>
                <a:lnTo>
                  <a:pt x="0" y="0"/>
                </a:lnTo>
                <a:lnTo>
                  <a:pt x="0" y="2593687"/>
                </a:lnTo>
                <a:lnTo>
                  <a:pt x="4999878" y="2593687"/>
                </a:lnTo>
                <a:lnTo>
                  <a:pt x="4999878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46256" y="-1134271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9" y="0"/>
                </a:lnTo>
                <a:lnTo>
                  <a:pt x="8036639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24292" y="-1217914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81017" y="1556106"/>
            <a:ext cx="8976696" cy="7174789"/>
          </a:xfrm>
          <a:custGeom>
            <a:avLst/>
            <a:gdLst/>
            <a:ahLst/>
            <a:cxnLst/>
            <a:rect r="r" b="b" t="t" l="l"/>
            <a:pathLst>
              <a:path h="7174789" w="8976696">
                <a:moveTo>
                  <a:pt x="0" y="0"/>
                </a:moveTo>
                <a:lnTo>
                  <a:pt x="8976695" y="0"/>
                </a:lnTo>
                <a:lnTo>
                  <a:pt x="8976695" y="7174788"/>
                </a:lnTo>
                <a:lnTo>
                  <a:pt x="0" y="717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4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03506" y="986984"/>
            <a:ext cx="8976696" cy="7174789"/>
          </a:xfrm>
          <a:custGeom>
            <a:avLst/>
            <a:gdLst/>
            <a:ahLst/>
            <a:cxnLst/>
            <a:rect r="r" b="b" t="t" l="l"/>
            <a:pathLst>
              <a:path h="7174789" w="8976696">
                <a:moveTo>
                  <a:pt x="0" y="0"/>
                </a:moveTo>
                <a:lnTo>
                  <a:pt x="8976696" y="0"/>
                </a:lnTo>
                <a:lnTo>
                  <a:pt x="8976696" y="7174789"/>
                </a:lnTo>
                <a:lnTo>
                  <a:pt x="0" y="7174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47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1460290" y="5372100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20545317" y="0"/>
                </a:moveTo>
                <a:lnTo>
                  <a:pt x="0" y="0"/>
                </a:lnTo>
                <a:lnTo>
                  <a:pt x="0" y="12738097"/>
                </a:lnTo>
                <a:lnTo>
                  <a:pt x="20545317" y="12738097"/>
                </a:lnTo>
                <a:lnTo>
                  <a:pt x="20545317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8801" y="5372100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8" y="0"/>
                </a:lnTo>
                <a:lnTo>
                  <a:pt x="20545318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2405" y="326125"/>
            <a:ext cx="15303020" cy="9960875"/>
          </a:xfrm>
          <a:custGeom>
            <a:avLst/>
            <a:gdLst/>
            <a:ahLst/>
            <a:cxnLst/>
            <a:rect r="r" b="b" t="t" l="l"/>
            <a:pathLst>
              <a:path h="9960875" w="15303020">
                <a:moveTo>
                  <a:pt x="0" y="0"/>
                </a:moveTo>
                <a:lnTo>
                  <a:pt x="15303019" y="0"/>
                </a:lnTo>
                <a:lnTo>
                  <a:pt x="15303019" y="9960875"/>
                </a:lnTo>
                <a:lnTo>
                  <a:pt x="0" y="9960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610014" y="4574378"/>
            <a:ext cx="2088282" cy="1910100"/>
            <a:chOff x="0" y="0"/>
            <a:chExt cx="550000" cy="503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0000" cy="503072"/>
            </a:xfrm>
            <a:custGeom>
              <a:avLst/>
              <a:gdLst/>
              <a:ahLst/>
              <a:cxnLst/>
              <a:rect r="r" b="b" t="t" l="l"/>
              <a:pathLst>
                <a:path h="503072" w="550000">
                  <a:moveTo>
                    <a:pt x="114927" y="0"/>
                  </a:moveTo>
                  <a:lnTo>
                    <a:pt x="435073" y="0"/>
                  </a:lnTo>
                  <a:cubicBezTo>
                    <a:pt x="498546" y="0"/>
                    <a:pt x="550000" y="51454"/>
                    <a:pt x="550000" y="114927"/>
                  </a:cubicBezTo>
                  <a:lnTo>
                    <a:pt x="550000" y="388145"/>
                  </a:lnTo>
                  <a:cubicBezTo>
                    <a:pt x="550000" y="418625"/>
                    <a:pt x="537892" y="447857"/>
                    <a:pt x="516339" y="469410"/>
                  </a:cubicBezTo>
                  <a:cubicBezTo>
                    <a:pt x="494786" y="490963"/>
                    <a:pt x="465554" y="503072"/>
                    <a:pt x="435073" y="503072"/>
                  </a:cubicBezTo>
                  <a:lnTo>
                    <a:pt x="114927" y="503072"/>
                  </a:lnTo>
                  <a:cubicBezTo>
                    <a:pt x="84446" y="503072"/>
                    <a:pt x="55214" y="490963"/>
                    <a:pt x="33661" y="469410"/>
                  </a:cubicBezTo>
                  <a:cubicBezTo>
                    <a:pt x="12108" y="447857"/>
                    <a:pt x="0" y="418625"/>
                    <a:pt x="0" y="388145"/>
                  </a:cubicBezTo>
                  <a:lnTo>
                    <a:pt x="0" y="114927"/>
                  </a:lnTo>
                  <a:cubicBezTo>
                    <a:pt x="0" y="51454"/>
                    <a:pt x="51454" y="0"/>
                    <a:pt x="114927" y="0"/>
                  </a:cubicBezTo>
                  <a:close/>
                </a:path>
              </a:pathLst>
            </a:custGeom>
            <a:solidFill>
              <a:srgbClr val="97C460"/>
            </a:solidFill>
            <a:ln w="38100" cap="rnd">
              <a:solidFill>
                <a:srgbClr val="227D52"/>
              </a:solidFill>
              <a:prstDash val="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50000" cy="54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74570" y="4574378"/>
            <a:ext cx="2088282" cy="1910100"/>
            <a:chOff x="0" y="0"/>
            <a:chExt cx="550000" cy="503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0000" cy="503072"/>
            </a:xfrm>
            <a:custGeom>
              <a:avLst/>
              <a:gdLst/>
              <a:ahLst/>
              <a:cxnLst/>
              <a:rect r="r" b="b" t="t" l="l"/>
              <a:pathLst>
                <a:path h="503072" w="550000">
                  <a:moveTo>
                    <a:pt x="114927" y="0"/>
                  </a:moveTo>
                  <a:lnTo>
                    <a:pt x="435073" y="0"/>
                  </a:lnTo>
                  <a:cubicBezTo>
                    <a:pt x="498546" y="0"/>
                    <a:pt x="550000" y="51454"/>
                    <a:pt x="550000" y="114927"/>
                  </a:cubicBezTo>
                  <a:lnTo>
                    <a:pt x="550000" y="388145"/>
                  </a:lnTo>
                  <a:cubicBezTo>
                    <a:pt x="550000" y="418625"/>
                    <a:pt x="537892" y="447857"/>
                    <a:pt x="516339" y="469410"/>
                  </a:cubicBezTo>
                  <a:cubicBezTo>
                    <a:pt x="494786" y="490963"/>
                    <a:pt x="465554" y="503072"/>
                    <a:pt x="435073" y="503072"/>
                  </a:cubicBezTo>
                  <a:lnTo>
                    <a:pt x="114927" y="503072"/>
                  </a:lnTo>
                  <a:cubicBezTo>
                    <a:pt x="84446" y="503072"/>
                    <a:pt x="55214" y="490963"/>
                    <a:pt x="33661" y="469410"/>
                  </a:cubicBezTo>
                  <a:cubicBezTo>
                    <a:pt x="12108" y="447857"/>
                    <a:pt x="0" y="418625"/>
                    <a:pt x="0" y="388145"/>
                  </a:cubicBezTo>
                  <a:lnTo>
                    <a:pt x="0" y="114927"/>
                  </a:lnTo>
                  <a:cubicBezTo>
                    <a:pt x="0" y="51454"/>
                    <a:pt x="51454" y="0"/>
                    <a:pt x="114927" y="0"/>
                  </a:cubicBezTo>
                  <a:close/>
                </a:path>
              </a:pathLst>
            </a:custGeom>
            <a:solidFill>
              <a:srgbClr val="97C460"/>
            </a:solidFill>
            <a:ln w="38100" cap="rnd">
              <a:solidFill>
                <a:srgbClr val="227D52"/>
              </a:solidFill>
              <a:prstDash val="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50000" cy="54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24827" y="4574378"/>
            <a:ext cx="2088282" cy="1910100"/>
            <a:chOff x="0" y="0"/>
            <a:chExt cx="550000" cy="503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0000" cy="503072"/>
            </a:xfrm>
            <a:custGeom>
              <a:avLst/>
              <a:gdLst/>
              <a:ahLst/>
              <a:cxnLst/>
              <a:rect r="r" b="b" t="t" l="l"/>
              <a:pathLst>
                <a:path h="503072" w="550000">
                  <a:moveTo>
                    <a:pt x="114927" y="0"/>
                  </a:moveTo>
                  <a:lnTo>
                    <a:pt x="435073" y="0"/>
                  </a:lnTo>
                  <a:cubicBezTo>
                    <a:pt x="498546" y="0"/>
                    <a:pt x="550000" y="51454"/>
                    <a:pt x="550000" y="114927"/>
                  </a:cubicBezTo>
                  <a:lnTo>
                    <a:pt x="550000" y="388145"/>
                  </a:lnTo>
                  <a:cubicBezTo>
                    <a:pt x="550000" y="418625"/>
                    <a:pt x="537892" y="447857"/>
                    <a:pt x="516339" y="469410"/>
                  </a:cubicBezTo>
                  <a:cubicBezTo>
                    <a:pt x="494786" y="490963"/>
                    <a:pt x="465554" y="503072"/>
                    <a:pt x="435073" y="503072"/>
                  </a:cubicBezTo>
                  <a:lnTo>
                    <a:pt x="114927" y="503072"/>
                  </a:lnTo>
                  <a:cubicBezTo>
                    <a:pt x="84446" y="503072"/>
                    <a:pt x="55214" y="490963"/>
                    <a:pt x="33661" y="469410"/>
                  </a:cubicBezTo>
                  <a:cubicBezTo>
                    <a:pt x="12108" y="447857"/>
                    <a:pt x="0" y="418625"/>
                    <a:pt x="0" y="388145"/>
                  </a:cubicBezTo>
                  <a:lnTo>
                    <a:pt x="0" y="114927"/>
                  </a:lnTo>
                  <a:cubicBezTo>
                    <a:pt x="0" y="51454"/>
                    <a:pt x="51454" y="0"/>
                    <a:pt x="114927" y="0"/>
                  </a:cubicBezTo>
                  <a:close/>
                </a:path>
              </a:pathLst>
            </a:custGeom>
            <a:solidFill>
              <a:srgbClr val="97C460"/>
            </a:solidFill>
            <a:ln w="38100" cap="rnd">
              <a:solidFill>
                <a:srgbClr val="227D52"/>
              </a:solidFill>
              <a:prstDash val="dash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50000" cy="54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232413" y="2489791"/>
            <a:ext cx="4291540" cy="8229600"/>
          </a:xfrm>
          <a:custGeom>
            <a:avLst/>
            <a:gdLst/>
            <a:ahLst/>
            <a:cxnLst/>
            <a:rect r="r" b="b" t="t" l="l"/>
            <a:pathLst>
              <a:path h="8229600" w="4291540">
                <a:moveTo>
                  <a:pt x="0" y="0"/>
                </a:moveTo>
                <a:lnTo>
                  <a:pt x="4291540" y="0"/>
                </a:lnTo>
                <a:lnTo>
                  <a:pt x="429154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319766" y="1028700"/>
            <a:ext cx="4505745" cy="10776986"/>
          </a:xfrm>
          <a:custGeom>
            <a:avLst/>
            <a:gdLst/>
            <a:ahLst/>
            <a:cxnLst/>
            <a:rect r="r" b="b" t="t" l="l"/>
            <a:pathLst>
              <a:path h="10776986" w="4505745">
                <a:moveTo>
                  <a:pt x="0" y="0"/>
                </a:moveTo>
                <a:lnTo>
                  <a:pt x="4505745" y="0"/>
                </a:lnTo>
                <a:lnTo>
                  <a:pt x="4505745" y="10776986"/>
                </a:lnTo>
                <a:lnTo>
                  <a:pt x="0" y="107769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913439" y="3143167"/>
            <a:ext cx="7129190" cy="8578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{{s14_title}}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65606" y="7048280"/>
            <a:ext cx="6791911" cy="70563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{{s14_text_1}}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35339" y="5222797"/>
            <a:ext cx="1862252" cy="6418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{{s14_label_1}}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99896" y="5070435"/>
            <a:ext cx="1862252" cy="9465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{{s14_label_2}}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39127" y="5222797"/>
            <a:ext cx="1862252" cy="6418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{{s14_label_3}}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3369471" y="-522472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5"/>
                </a:lnTo>
                <a:lnTo>
                  <a:pt x="0" y="19949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4035569" y="5254737"/>
            <a:ext cx="11154943" cy="6916064"/>
          </a:xfrm>
          <a:custGeom>
            <a:avLst/>
            <a:gdLst/>
            <a:ahLst/>
            <a:cxnLst/>
            <a:rect r="r" b="b" t="t" l="l"/>
            <a:pathLst>
              <a:path h="6916064" w="11154943">
                <a:moveTo>
                  <a:pt x="11154943" y="0"/>
                </a:moveTo>
                <a:lnTo>
                  <a:pt x="0" y="0"/>
                </a:lnTo>
                <a:lnTo>
                  <a:pt x="0" y="6916065"/>
                </a:lnTo>
                <a:lnTo>
                  <a:pt x="11154943" y="6916065"/>
                </a:lnTo>
                <a:lnTo>
                  <a:pt x="11154943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460" y="-503487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6" y="0"/>
                </a:lnTo>
                <a:lnTo>
                  <a:pt x="3910706" y="3886265"/>
                </a:lnTo>
                <a:lnTo>
                  <a:pt x="0" y="38862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33019" y="53504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44366" y="-859825"/>
            <a:ext cx="7295659" cy="4884647"/>
          </a:xfrm>
          <a:custGeom>
            <a:avLst/>
            <a:gdLst/>
            <a:ahLst/>
            <a:cxnLst/>
            <a:rect r="r" b="b" t="t" l="l"/>
            <a:pathLst>
              <a:path h="4884647" w="7295659">
                <a:moveTo>
                  <a:pt x="7295658" y="0"/>
                </a:moveTo>
                <a:lnTo>
                  <a:pt x="0" y="0"/>
                </a:lnTo>
                <a:lnTo>
                  <a:pt x="0" y="4884647"/>
                </a:lnTo>
                <a:lnTo>
                  <a:pt x="7295658" y="4884647"/>
                </a:lnTo>
                <a:lnTo>
                  <a:pt x="729565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59441" y="3186403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7" y="0"/>
                </a:lnTo>
                <a:lnTo>
                  <a:pt x="20545317" y="12738096"/>
                </a:lnTo>
                <a:lnTo>
                  <a:pt x="0" y="12738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42783" y="-158976"/>
            <a:ext cx="7245821" cy="5805714"/>
          </a:xfrm>
          <a:custGeom>
            <a:avLst/>
            <a:gdLst/>
            <a:ahLst/>
            <a:cxnLst/>
            <a:rect r="r" b="b" t="t" l="l"/>
            <a:pathLst>
              <a:path h="5805714" w="7245821">
                <a:moveTo>
                  <a:pt x="0" y="0"/>
                </a:moveTo>
                <a:lnTo>
                  <a:pt x="7245821" y="0"/>
                </a:lnTo>
                <a:lnTo>
                  <a:pt x="7245821" y="5805713"/>
                </a:lnTo>
                <a:lnTo>
                  <a:pt x="0" y="5805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192007" y="978587"/>
            <a:ext cx="7245821" cy="5805714"/>
          </a:xfrm>
          <a:custGeom>
            <a:avLst/>
            <a:gdLst/>
            <a:ahLst/>
            <a:cxnLst/>
            <a:rect r="r" b="b" t="t" l="l"/>
            <a:pathLst>
              <a:path h="5805714" w="7245821">
                <a:moveTo>
                  <a:pt x="0" y="0"/>
                </a:moveTo>
                <a:lnTo>
                  <a:pt x="7245820" y="0"/>
                </a:lnTo>
                <a:lnTo>
                  <a:pt x="7245820" y="5805714"/>
                </a:lnTo>
                <a:lnTo>
                  <a:pt x="0" y="58057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2489" y="318253"/>
            <a:ext cx="13742851" cy="11294125"/>
          </a:xfrm>
          <a:custGeom>
            <a:avLst/>
            <a:gdLst/>
            <a:ahLst/>
            <a:cxnLst/>
            <a:rect r="r" b="b" t="t" l="l"/>
            <a:pathLst>
              <a:path h="11294125" w="13742851">
                <a:moveTo>
                  <a:pt x="0" y="0"/>
                </a:moveTo>
                <a:lnTo>
                  <a:pt x="13742851" y="0"/>
                </a:lnTo>
                <a:lnTo>
                  <a:pt x="13742851" y="11294125"/>
                </a:lnTo>
                <a:lnTo>
                  <a:pt x="0" y="112941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13630" y="3881444"/>
            <a:ext cx="8104127" cy="6180951"/>
          </a:xfrm>
          <a:custGeom>
            <a:avLst/>
            <a:gdLst/>
            <a:ahLst/>
            <a:cxnLst/>
            <a:rect r="r" b="b" t="t" l="l"/>
            <a:pathLst>
              <a:path h="6180951" w="8104127">
                <a:moveTo>
                  <a:pt x="0" y="0"/>
                </a:moveTo>
                <a:lnTo>
                  <a:pt x="8104127" y="0"/>
                </a:lnTo>
                <a:lnTo>
                  <a:pt x="8104127" y="6180951"/>
                </a:lnTo>
                <a:lnTo>
                  <a:pt x="0" y="61809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659647" y="3382778"/>
            <a:ext cx="4403098" cy="8229600"/>
          </a:xfrm>
          <a:custGeom>
            <a:avLst/>
            <a:gdLst/>
            <a:ahLst/>
            <a:cxnLst/>
            <a:rect r="r" b="b" t="t" l="l"/>
            <a:pathLst>
              <a:path h="8229600" w="4403098">
                <a:moveTo>
                  <a:pt x="0" y="0"/>
                </a:moveTo>
                <a:lnTo>
                  <a:pt x="4403099" y="0"/>
                </a:lnTo>
                <a:lnTo>
                  <a:pt x="440309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94333" y="2668015"/>
            <a:ext cx="7129190" cy="166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{{s15_title}}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62973" y="4716146"/>
            <a:ext cx="6791911" cy="106765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{{s15_text_1}}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744138" y="6149319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4" y="0"/>
                </a:lnTo>
                <a:lnTo>
                  <a:pt x="549634" y="515657"/>
                </a:lnTo>
                <a:lnTo>
                  <a:pt x="0" y="515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390390" y="6149319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4" y="0"/>
                </a:lnTo>
                <a:lnTo>
                  <a:pt x="549634" y="515657"/>
                </a:lnTo>
                <a:lnTo>
                  <a:pt x="0" y="515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036642" y="6149319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5" y="0"/>
                </a:lnTo>
                <a:lnTo>
                  <a:pt x="549635" y="515657"/>
                </a:lnTo>
                <a:lnTo>
                  <a:pt x="0" y="515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062973" y="6703076"/>
            <a:ext cx="1802858" cy="71620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{{s15_label_1}}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42081" y="6703076"/>
            <a:ext cx="2384919" cy="71620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{{s15_label_2}}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88333" y="6703076"/>
            <a:ext cx="2646252" cy="71620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{{s15_label_3}}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867808" y="7924107"/>
            <a:ext cx="7497886" cy="3889528"/>
          </a:xfrm>
          <a:custGeom>
            <a:avLst/>
            <a:gdLst/>
            <a:ahLst/>
            <a:cxnLst/>
            <a:rect r="r" b="b" t="t" l="l"/>
            <a:pathLst>
              <a:path h="3889528" w="7497886">
                <a:moveTo>
                  <a:pt x="0" y="0"/>
                </a:moveTo>
                <a:lnTo>
                  <a:pt x="7497886" y="0"/>
                </a:lnTo>
                <a:lnTo>
                  <a:pt x="7497886" y="3889528"/>
                </a:lnTo>
                <a:lnTo>
                  <a:pt x="0" y="38895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601436" y="8342236"/>
            <a:ext cx="7497886" cy="3889528"/>
          </a:xfrm>
          <a:custGeom>
            <a:avLst/>
            <a:gdLst/>
            <a:ahLst/>
            <a:cxnLst/>
            <a:rect r="r" b="b" t="t" l="l"/>
            <a:pathLst>
              <a:path h="3889528" w="7497886">
                <a:moveTo>
                  <a:pt x="7497886" y="0"/>
                </a:moveTo>
                <a:lnTo>
                  <a:pt x="0" y="0"/>
                </a:lnTo>
                <a:lnTo>
                  <a:pt x="0" y="3889528"/>
                </a:lnTo>
                <a:lnTo>
                  <a:pt x="7497886" y="3889528"/>
                </a:lnTo>
                <a:lnTo>
                  <a:pt x="7497886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4592684" y="-844609"/>
            <a:ext cx="26639531" cy="16516509"/>
          </a:xfrm>
          <a:custGeom>
            <a:avLst/>
            <a:gdLst/>
            <a:ahLst/>
            <a:cxnLst/>
            <a:rect r="r" b="b" t="t" l="l"/>
            <a:pathLst>
              <a:path h="16516509" w="26639531">
                <a:moveTo>
                  <a:pt x="26639531" y="0"/>
                </a:moveTo>
                <a:lnTo>
                  <a:pt x="0" y="0"/>
                </a:lnTo>
                <a:lnTo>
                  <a:pt x="0" y="16516509"/>
                </a:lnTo>
                <a:lnTo>
                  <a:pt x="26639531" y="16516509"/>
                </a:lnTo>
                <a:lnTo>
                  <a:pt x="26639531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70744" y="4202129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7" y="0"/>
                </a:lnTo>
                <a:lnTo>
                  <a:pt x="20545317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08161" y="-2096031"/>
            <a:ext cx="11868551" cy="9509676"/>
          </a:xfrm>
          <a:custGeom>
            <a:avLst/>
            <a:gdLst/>
            <a:ahLst/>
            <a:cxnLst/>
            <a:rect r="r" b="b" t="t" l="l"/>
            <a:pathLst>
              <a:path h="9509676" w="11868551">
                <a:moveTo>
                  <a:pt x="0" y="0"/>
                </a:moveTo>
                <a:lnTo>
                  <a:pt x="11868551" y="0"/>
                </a:lnTo>
                <a:lnTo>
                  <a:pt x="11868551" y="9509676"/>
                </a:lnTo>
                <a:lnTo>
                  <a:pt x="0" y="9509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6982" y="507873"/>
            <a:ext cx="9501179" cy="9432080"/>
          </a:xfrm>
          <a:custGeom>
            <a:avLst/>
            <a:gdLst/>
            <a:ahLst/>
            <a:cxnLst/>
            <a:rect r="r" b="b" t="t" l="l"/>
            <a:pathLst>
              <a:path h="9432080" w="9501179">
                <a:moveTo>
                  <a:pt x="0" y="0"/>
                </a:moveTo>
                <a:lnTo>
                  <a:pt x="9501179" y="0"/>
                </a:lnTo>
                <a:lnTo>
                  <a:pt x="9501179" y="9432080"/>
                </a:lnTo>
                <a:lnTo>
                  <a:pt x="0" y="94320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96127" y="5952576"/>
            <a:ext cx="5355731" cy="2044040"/>
            <a:chOff x="0" y="0"/>
            <a:chExt cx="7140975" cy="2725387"/>
          </a:xfrm>
        </p:grpSpPr>
        <p:sp>
          <p:nvSpPr>
            <p:cNvPr name="AutoShape 8" id="8"/>
            <p:cNvSpPr/>
            <p:nvPr/>
          </p:nvSpPr>
          <p:spPr>
            <a:xfrm>
              <a:off x="0" y="846603"/>
              <a:ext cx="7140975" cy="0"/>
            </a:xfrm>
            <a:prstGeom prst="line">
              <a:avLst/>
            </a:prstGeom>
            <a:ln cap="flat" w="50800">
              <a:solidFill>
                <a:srgbClr val="97C460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1770275"/>
              <a:ext cx="7140975" cy="0"/>
            </a:xfrm>
            <a:prstGeom prst="line">
              <a:avLst/>
            </a:prstGeom>
            <a:ln cap="flat" w="50800">
              <a:solidFill>
                <a:srgbClr val="97C460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0" y="2699987"/>
              <a:ext cx="7140975" cy="0"/>
            </a:xfrm>
            <a:prstGeom prst="line">
              <a:avLst/>
            </a:prstGeom>
            <a:ln cap="flat" w="50800">
              <a:solidFill>
                <a:srgbClr val="97C460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01418" y="0"/>
              <a:ext cx="732846" cy="687543"/>
            </a:xfrm>
            <a:custGeom>
              <a:avLst/>
              <a:gdLst/>
              <a:ahLst/>
              <a:cxnLst/>
              <a:rect r="r" b="b" t="t" l="l"/>
              <a:pathLst>
                <a:path h="687543" w="732846">
                  <a:moveTo>
                    <a:pt x="0" y="0"/>
                  </a:moveTo>
                  <a:lnTo>
                    <a:pt x="732846" y="0"/>
                  </a:lnTo>
                  <a:lnTo>
                    <a:pt x="732846" y="687543"/>
                  </a:lnTo>
                  <a:lnTo>
                    <a:pt x="0" y="68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01418" y="1005664"/>
              <a:ext cx="732846" cy="687543"/>
            </a:xfrm>
            <a:custGeom>
              <a:avLst/>
              <a:gdLst/>
              <a:ahLst/>
              <a:cxnLst/>
              <a:rect r="r" b="b" t="t" l="l"/>
              <a:pathLst>
                <a:path h="687543" w="732846">
                  <a:moveTo>
                    <a:pt x="0" y="0"/>
                  </a:moveTo>
                  <a:lnTo>
                    <a:pt x="732846" y="0"/>
                  </a:lnTo>
                  <a:lnTo>
                    <a:pt x="732846" y="687542"/>
                  </a:lnTo>
                  <a:lnTo>
                    <a:pt x="0" y="687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1418" y="1916820"/>
              <a:ext cx="732846" cy="687543"/>
            </a:xfrm>
            <a:custGeom>
              <a:avLst/>
              <a:gdLst/>
              <a:ahLst/>
              <a:cxnLst/>
              <a:rect r="r" b="b" t="t" l="l"/>
              <a:pathLst>
                <a:path h="687543" w="732846">
                  <a:moveTo>
                    <a:pt x="0" y="0"/>
                  </a:moveTo>
                  <a:lnTo>
                    <a:pt x="732846" y="0"/>
                  </a:lnTo>
                  <a:lnTo>
                    <a:pt x="732846" y="687543"/>
                  </a:lnTo>
                  <a:lnTo>
                    <a:pt x="0" y="68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474457" y="177052"/>
              <a:ext cx="5492296" cy="510491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700"/>
                </a:lnSpc>
              </a:pPr>
              <a:r>
                <a:rPr lang="en-US" sz="2700">
                  <a:solidFill>
                    <a:srgbClr val="227D52"/>
                  </a:solidFill>
                  <a:latin typeface="Sniglet"/>
                  <a:ea typeface="Sniglet"/>
                  <a:cs typeface="Sniglet"/>
                  <a:sym typeface="Sniglet"/>
                </a:rPr>
                <a:t>{{s16_label_1}}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474457" y="1043764"/>
              <a:ext cx="5492296" cy="510491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700"/>
                </a:lnSpc>
              </a:pPr>
              <a:r>
                <a:rPr lang="en-US" sz="2700">
                  <a:solidFill>
                    <a:srgbClr val="227D52"/>
                  </a:solidFill>
                  <a:latin typeface="Sniglet"/>
                  <a:ea typeface="Sniglet"/>
                  <a:cs typeface="Sniglet"/>
                  <a:sym typeface="Sniglet"/>
                </a:rPr>
                <a:t>{{s16_label_2}}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474457" y="2024396"/>
              <a:ext cx="5492296" cy="510491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700"/>
                </a:lnSpc>
              </a:pPr>
              <a:r>
                <a:rPr lang="en-US" sz="2700">
                  <a:solidFill>
                    <a:srgbClr val="227D52"/>
                  </a:solidFill>
                  <a:latin typeface="Sniglet"/>
                  <a:ea typeface="Sniglet"/>
                  <a:cs typeface="Sniglet"/>
                  <a:sym typeface="Sniglet"/>
                </a:rPr>
                <a:t>{{s16_label_3}}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798017" y="3582640"/>
            <a:ext cx="5419725" cy="8229600"/>
          </a:xfrm>
          <a:custGeom>
            <a:avLst/>
            <a:gdLst/>
            <a:ahLst/>
            <a:cxnLst/>
            <a:rect r="r" b="b" t="t" l="l"/>
            <a:pathLst>
              <a:path h="8229600" w="5419725">
                <a:moveTo>
                  <a:pt x="0" y="0"/>
                </a:moveTo>
                <a:lnTo>
                  <a:pt x="5419725" y="0"/>
                </a:lnTo>
                <a:lnTo>
                  <a:pt x="541972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4419681" y="3240543"/>
            <a:ext cx="3545379" cy="4456897"/>
          </a:xfrm>
          <a:custGeom>
            <a:avLst/>
            <a:gdLst/>
            <a:ahLst/>
            <a:cxnLst/>
            <a:rect r="r" b="b" t="t" l="l"/>
            <a:pathLst>
              <a:path h="4456897" w="3545379">
                <a:moveTo>
                  <a:pt x="3545379" y="0"/>
                </a:moveTo>
                <a:lnTo>
                  <a:pt x="0" y="0"/>
                </a:lnTo>
                <a:lnTo>
                  <a:pt x="0" y="4456897"/>
                </a:lnTo>
                <a:lnTo>
                  <a:pt x="3545379" y="4456897"/>
                </a:lnTo>
                <a:lnTo>
                  <a:pt x="3545379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344913" y="2306088"/>
            <a:ext cx="5858160" cy="166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{{s16_title}}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13010" y="4430180"/>
            <a:ext cx="5889123" cy="106765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{{s16_text_1}}</a:t>
            </a:r>
          </a:p>
        </p:txBody>
      </p:sp>
      <p:sp>
        <p:nvSpPr>
          <p:cNvPr name="Freeform 21" id="21"/>
          <p:cNvSpPr/>
          <p:nvPr/>
        </p:nvSpPr>
        <p:spPr>
          <a:xfrm flipH="true" flipV="false" rot="0">
            <a:off x="-2725731" y="8342236"/>
            <a:ext cx="7497886" cy="3889528"/>
          </a:xfrm>
          <a:custGeom>
            <a:avLst/>
            <a:gdLst/>
            <a:ahLst/>
            <a:cxnLst/>
            <a:rect r="r" b="b" t="t" l="l"/>
            <a:pathLst>
              <a:path h="3889528" w="7497886">
                <a:moveTo>
                  <a:pt x="7497886" y="0"/>
                </a:moveTo>
                <a:lnTo>
                  <a:pt x="0" y="0"/>
                </a:lnTo>
                <a:lnTo>
                  <a:pt x="0" y="3889528"/>
                </a:lnTo>
                <a:lnTo>
                  <a:pt x="7497886" y="3889528"/>
                </a:lnTo>
                <a:lnTo>
                  <a:pt x="7497886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515845" y="7924107"/>
            <a:ext cx="7497886" cy="3889528"/>
          </a:xfrm>
          <a:custGeom>
            <a:avLst/>
            <a:gdLst/>
            <a:ahLst/>
            <a:cxnLst/>
            <a:rect r="r" b="b" t="t" l="l"/>
            <a:pathLst>
              <a:path h="3889528" w="7497886">
                <a:moveTo>
                  <a:pt x="0" y="0"/>
                </a:moveTo>
                <a:lnTo>
                  <a:pt x="7497886" y="0"/>
                </a:lnTo>
                <a:lnTo>
                  <a:pt x="7497886" y="3889528"/>
                </a:lnTo>
                <a:lnTo>
                  <a:pt x="0" y="38895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32704" y="4822789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25681" y="34935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0983" y="5039494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7" y="0"/>
                </a:lnTo>
                <a:lnTo>
                  <a:pt x="20545317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17032" y="-3991021"/>
            <a:ext cx="14129815" cy="11321514"/>
          </a:xfrm>
          <a:custGeom>
            <a:avLst/>
            <a:gdLst/>
            <a:ahLst/>
            <a:cxnLst/>
            <a:rect r="r" b="b" t="t" l="l"/>
            <a:pathLst>
              <a:path h="11321514" w="14129815">
                <a:moveTo>
                  <a:pt x="0" y="0"/>
                </a:moveTo>
                <a:lnTo>
                  <a:pt x="14129815" y="0"/>
                </a:lnTo>
                <a:lnTo>
                  <a:pt x="14129815" y="11321515"/>
                </a:lnTo>
                <a:lnTo>
                  <a:pt x="0" y="113215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90870" y="-1610682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7" y="0"/>
                </a:lnTo>
                <a:lnTo>
                  <a:pt x="3910707" y="3886265"/>
                </a:lnTo>
                <a:lnTo>
                  <a:pt x="0" y="38862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0983" y="818492"/>
            <a:ext cx="12021174" cy="9879219"/>
          </a:xfrm>
          <a:custGeom>
            <a:avLst/>
            <a:gdLst/>
            <a:ahLst/>
            <a:cxnLst/>
            <a:rect r="r" b="b" t="t" l="l"/>
            <a:pathLst>
              <a:path h="9879219" w="12021174">
                <a:moveTo>
                  <a:pt x="0" y="0"/>
                </a:moveTo>
                <a:lnTo>
                  <a:pt x="12021174" y="0"/>
                </a:lnTo>
                <a:lnTo>
                  <a:pt x="12021174" y="9879219"/>
                </a:lnTo>
                <a:lnTo>
                  <a:pt x="0" y="98792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79767" y="930808"/>
            <a:ext cx="4832457" cy="7626644"/>
          </a:xfrm>
          <a:custGeom>
            <a:avLst/>
            <a:gdLst/>
            <a:ahLst/>
            <a:cxnLst/>
            <a:rect r="r" b="b" t="t" l="l"/>
            <a:pathLst>
              <a:path h="7626644" w="4832457">
                <a:moveTo>
                  <a:pt x="0" y="0"/>
                </a:moveTo>
                <a:lnTo>
                  <a:pt x="4832458" y="0"/>
                </a:lnTo>
                <a:lnTo>
                  <a:pt x="4832458" y="7626643"/>
                </a:lnTo>
                <a:lnTo>
                  <a:pt x="0" y="76266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544849" y="4456826"/>
            <a:ext cx="4985361" cy="6951716"/>
          </a:xfrm>
          <a:custGeom>
            <a:avLst/>
            <a:gdLst/>
            <a:ahLst/>
            <a:cxnLst/>
            <a:rect r="r" b="b" t="t" l="l"/>
            <a:pathLst>
              <a:path h="6951716" w="4985361">
                <a:moveTo>
                  <a:pt x="0" y="0"/>
                </a:moveTo>
                <a:lnTo>
                  <a:pt x="4985362" y="0"/>
                </a:lnTo>
                <a:lnTo>
                  <a:pt x="4985362" y="6951716"/>
                </a:lnTo>
                <a:lnTo>
                  <a:pt x="0" y="6951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16975" y="3357442"/>
            <a:ext cx="7129190" cy="166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{{s17_title}}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85615" y="5406163"/>
            <a:ext cx="6791911" cy="14296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{{s17_text_1}}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0987" y="-546229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4"/>
                </a:lnTo>
                <a:lnTo>
                  <a:pt x="0" y="19949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0870" y="-1610682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7" y="0"/>
                </a:lnTo>
                <a:lnTo>
                  <a:pt x="3910707" y="3886265"/>
                </a:lnTo>
                <a:lnTo>
                  <a:pt x="0" y="3886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60290" y="778231"/>
            <a:ext cx="8976696" cy="7174789"/>
          </a:xfrm>
          <a:custGeom>
            <a:avLst/>
            <a:gdLst/>
            <a:ahLst/>
            <a:cxnLst/>
            <a:rect r="r" b="b" t="t" l="l"/>
            <a:pathLst>
              <a:path h="7174789" w="8976696">
                <a:moveTo>
                  <a:pt x="0" y="0"/>
                </a:moveTo>
                <a:lnTo>
                  <a:pt x="8976696" y="0"/>
                </a:lnTo>
                <a:lnTo>
                  <a:pt x="8976696" y="7174789"/>
                </a:lnTo>
                <a:lnTo>
                  <a:pt x="0" y="7174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4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06443" y="-145838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9" y="0"/>
                </a:lnTo>
                <a:lnTo>
                  <a:pt x="8036639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69681" y="2681723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4"/>
                </a:lnTo>
                <a:lnTo>
                  <a:pt x="0" y="53807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1460290" y="5372100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20545317" y="0"/>
                </a:moveTo>
                <a:lnTo>
                  <a:pt x="0" y="0"/>
                </a:lnTo>
                <a:lnTo>
                  <a:pt x="0" y="12738097"/>
                </a:lnTo>
                <a:lnTo>
                  <a:pt x="20545317" y="12738097"/>
                </a:lnTo>
                <a:lnTo>
                  <a:pt x="2054531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8801" y="5372100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8" y="0"/>
                </a:lnTo>
                <a:lnTo>
                  <a:pt x="20545318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14526" y="1329918"/>
            <a:ext cx="5961060" cy="7169830"/>
          </a:xfrm>
          <a:custGeom>
            <a:avLst/>
            <a:gdLst/>
            <a:ahLst/>
            <a:cxnLst/>
            <a:rect r="r" b="b" t="t" l="l"/>
            <a:pathLst>
              <a:path h="7169830" w="5961060">
                <a:moveTo>
                  <a:pt x="0" y="0"/>
                </a:moveTo>
                <a:lnTo>
                  <a:pt x="5961060" y="0"/>
                </a:lnTo>
                <a:lnTo>
                  <a:pt x="5961060" y="7169830"/>
                </a:lnTo>
                <a:lnTo>
                  <a:pt x="0" y="7169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66023" y="1126100"/>
            <a:ext cx="11280841" cy="9455396"/>
          </a:xfrm>
          <a:custGeom>
            <a:avLst/>
            <a:gdLst/>
            <a:ahLst/>
            <a:cxnLst/>
            <a:rect r="r" b="b" t="t" l="l"/>
            <a:pathLst>
              <a:path h="9455396" w="11280841">
                <a:moveTo>
                  <a:pt x="0" y="0"/>
                </a:moveTo>
                <a:lnTo>
                  <a:pt x="11280841" y="0"/>
                </a:lnTo>
                <a:lnTo>
                  <a:pt x="11280841" y="9455396"/>
                </a:lnTo>
                <a:lnTo>
                  <a:pt x="0" y="9455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6152" y="4616094"/>
            <a:ext cx="4320540" cy="8229600"/>
          </a:xfrm>
          <a:custGeom>
            <a:avLst/>
            <a:gdLst/>
            <a:ahLst/>
            <a:cxnLst/>
            <a:rect r="r" b="b" t="t" l="l"/>
            <a:pathLst>
              <a:path h="8229600" w="4320540">
                <a:moveTo>
                  <a:pt x="0" y="0"/>
                </a:moveTo>
                <a:lnTo>
                  <a:pt x="4320540" y="0"/>
                </a:lnTo>
                <a:lnTo>
                  <a:pt x="432054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5297058" y="4496799"/>
            <a:ext cx="6436701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297058" y="5189553"/>
            <a:ext cx="6436701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5297058" y="5886837"/>
            <a:ext cx="6436701" cy="0"/>
          </a:xfrm>
          <a:prstGeom prst="line">
            <a:avLst/>
          </a:prstGeom>
          <a:ln cap="flat" w="38100">
            <a:solidFill>
              <a:srgbClr val="97C4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5673122" y="3861847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4" y="0"/>
                </a:lnTo>
                <a:lnTo>
                  <a:pt x="549634" y="515657"/>
                </a:lnTo>
                <a:lnTo>
                  <a:pt x="0" y="515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673122" y="4616094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4" y="0"/>
                </a:lnTo>
                <a:lnTo>
                  <a:pt x="549634" y="515658"/>
                </a:lnTo>
                <a:lnTo>
                  <a:pt x="0" y="515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673122" y="5299462"/>
            <a:ext cx="549634" cy="515657"/>
          </a:xfrm>
          <a:custGeom>
            <a:avLst/>
            <a:gdLst/>
            <a:ahLst/>
            <a:cxnLst/>
            <a:rect r="r" b="b" t="t" l="l"/>
            <a:pathLst>
              <a:path h="515657" w="549634">
                <a:moveTo>
                  <a:pt x="0" y="0"/>
                </a:moveTo>
                <a:lnTo>
                  <a:pt x="549634" y="0"/>
                </a:lnTo>
                <a:lnTo>
                  <a:pt x="549634" y="515657"/>
                </a:lnTo>
                <a:lnTo>
                  <a:pt x="0" y="515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941848" y="2608621"/>
            <a:ext cx="7129190" cy="8578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{{s18_title}}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41848" y="6727552"/>
            <a:ext cx="6791911" cy="106765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{{s18_text_1}}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02900" y="4004161"/>
            <a:ext cx="5330859" cy="3733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{{s18_label_1}}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02900" y="4654194"/>
            <a:ext cx="5330859" cy="3733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{{s18_label_2}}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2900" y="5389669"/>
            <a:ext cx="5330859" cy="3733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00"/>
              </a:lnSpc>
            </a:pPr>
            <a:r>
              <a:rPr lang="en-US" sz="2700">
                <a:solidFill>
                  <a:srgbClr val="227D52"/>
                </a:solidFill>
                <a:latin typeface="Sniglet"/>
                <a:ea typeface="Sniglet"/>
                <a:cs typeface="Sniglet"/>
                <a:sym typeface="Sniglet"/>
              </a:rPr>
              <a:t>{{s18_label_3}}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864987" y="-665017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5"/>
                </a:lnTo>
                <a:lnTo>
                  <a:pt x="0" y="199493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32704" y="4822789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25681" y="34935"/>
            <a:ext cx="8036638" cy="5380754"/>
          </a:xfrm>
          <a:custGeom>
            <a:avLst/>
            <a:gdLst/>
            <a:ahLst/>
            <a:cxnLst/>
            <a:rect r="r" b="b" t="t" l="l"/>
            <a:pathLst>
              <a:path h="5380754" w="8036638">
                <a:moveTo>
                  <a:pt x="0" y="0"/>
                </a:moveTo>
                <a:lnTo>
                  <a:pt x="8036638" y="0"/>
                </a:lnTo>
                <a:lnTo>
                  <a:pt x="8036638" y="5380753"/>
                </a:lnTo>
                <a:lnTo>
                  <a:pt x="0" y="5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0983" y="5039494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7" y="0"/>
                </a:lnTo>
                <a:lnTo>
                  <a:pt x="20545317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17032" y="-3991021"/>
            <a:ext cx="14129815" cy="11321514"/>
          </a:xfrm>
          <a:custGeom>
            <a:avLst/>
            <a:gdLst/>
            <a:ahLst/>
            <a:cxnLst/>
            <a:rect r="r" b="b" t="t" l="l"/>
            <a:pathLst>
              <a:path h="11321514" w="14129815">
                <a:moveTo>
                  <a:pt x="0" y="0"/>
                </a:moveTo>
                <a:lnTo>
                  <a:pt x="14129815" y="0"/>
                </a:lnTo>
                <a:lnTo>
                  <a:pt x="14129815" y="11321515"/>
                </a:lnTo>
                <a:lnTo>
                  <a:pt x="0" y="113215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90870" y="-1610682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7" y="0"/>
                </a:lnTo>
                <a:lnTo>
                  <a:pt x="3910707" y="3886265"/>
                </a:lnTo>
                <a:lnTo>
                  <a:pt x="0" y="38862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0983" y="818492"/>
            <a:ext cx="12021174" cy="9879219"/>
          </a:xfrm>
          <a:custGeom>
            <a:avLst/>
            <a:gdLst/>
            <a:ahLst/>
            <a:cxnLst/>
            <a:rect r="r" b="b" t="t" l="l"/>
            <a:pathLst>
              <a:path h="9879219" w="12021174">
                <a:moveTo>
                  <a:pt x="0" y="0"/>
                </a:moveTo>
                <a:lnTo>
                  <a:pt x="12021174" y="0"/>
                </a:lnTo>
                <a:lnTo>
                  <a:pt x="12021174" y="9879219"/>
                </a:lnTo>
                <a:lnTo>
                  <a:pt x="0" y="98792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79767" y="930808"/>
            <a:ext cx="4832457" cy="7626644"/>
          </a:xfrm>
          <a:custGeom>
            <a:avLst/>
            <a:gdLst/>
            <a:ahLst/>
            <a:cxnLst/>
            <a:rect r="r" b="b" t="t" l="l"/>
            <a:pathLst>
              <a:path h="7626644" w="4832457">
                <a:moveTo>
                  <a:pt x="0" y="0"/>
                </a:moveTo>
                <a:lnTo>
                  <a:pt x="4832458" y="0"/>
                </a:lnTo>
                <a:lnTo>
                  <a:pt x="4832458" y="7626643"/>
                </a:lnTo>
                <a:lnTo>
                  <a:pt x="0" y="76266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544849" y="4456826"/>
            <a:ext cx="4985361" cy="6951716"/>
          </a:xfrm>
          <a:custGeom>
            <a:avLst/>
            <a:gdLst/>
            <a:ahLst/>
            <a:cxnLst/>
            <a:rect r="r" b="b" t="t" l="l"/>
            <a:pathLst>
              <a:path h="6951716" w="4985361">
                <a:moveTo>
                  <a:pt x="0" y="0"/>
                </a:moveTo>
                <a:lnTo>
                  <a:pt x="4985362" y="0"/>
                </a:lnTo>
                <a:lnTo>
                  <a:pt x="4985362" y="6951716"/>
                </a:lnTo>
                <a:lnTo>
                  <a:pt x="0" y="6951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16975" y="3357442"/>
            <a:ext cx="7129190" cy="166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1F7C51"/>
                </a:solidFill>
                <a:latin typeface="TC October"/>
                <a:ea typeface="TC October"/>
                <a:cs typeface="TC October"/>
                <a:sym typeface="TC October"/>
              </a:rPr>
              <a:t>{{adabiyotlar}}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85615" y="5406163"/>
            <a:ext cx="6791911" cy="14296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{{adabiyotlar_ro_yxati}}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0987" y="-546229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4"/>
                </a:lnTo>
                <a:lnTo>
                  <a:pt x="0" y="19949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12" r="0" b="-7571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15805" y="4871991"/>
            <a:ext cx="13809999" cy="8562199"/>
          </a:xfrm>
          <a:custGeom>
            <a:avLst/>
            <a:gdLst/>
            <a:ahLst/>
            <a:cxnLst/>
            <a:rect r="r" b="b" t="t" l="l"/>
            <a:pathLst>
              <a:path h="8562199" w="13809999">
                <a:moveTo>
                  <a:pt x="13809999" y="0"/>
                </a:moveTo>
                <a:lnTo>
                  <a:pt x="0" y="0"/>
                </a:lnTo>
                <a:lnTo>
                  <a:pt x="0" y="8562200"/>
                </a:lnTo>
                <a:lnTo>
                  <a:pt x="13809999" y="8562200"/>
                </a:lnTo>
                <a:lnTo>
                  <a:pt x="1380999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18835" y="3196338"/>
            <a:ext cx="20545317" cy="12738097"/>
          </a:xfrm>
          <a:custGeom>
            <a:avLst/>
            <a:gdLst/>
            <a:ahLst/>
            <a:cxnLst/>
            <a:rect r="r" b="b" t="t" l="l"/>
            <a:pathLst>
              <a:path h="12738097" w="20545317">
                <a:moveTo>
                  <a:pt x="0" y="0"/>
                </a:moveTo>
                <a:lnTo>
                  <a:pt x="20545317" y="0"/>
                </a:lnTo>
                <a:lnTo>
                  <a:pt x="20545317" y="12738097"/>
                </a:lnTo>
                <a:lnTo>
                  <a:pt x="0" y="12738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79872" y="-645123"/>
            <a:ext cx="9772527" cy="7830237"/>
          </a:xfrm>
          <a:custGeom>
            <a:avLst/>
            <a:gdLst/>
            <a:ahLst/>
            <a:cxnLst/>
            <a:rect r="r" b="b" t="t" l="l"/>
            <a:pathLst>
              <a:path h="7830237" w="9772527">
                <a:moveTo>
                  <a:pt x="0" y="0"/>
                </a:moveTo>
                <a:lnTo>
                  <a:pt x="9772527" y="0"/>
                </a:lnTo>
                <a:lnTo>
                  <a:pt x="9772527" y="7830237"/>
                </a:lnTo>
                <a:lnTo>
                  <a:pt x="0" y="7830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90870" y="-1610682"/>
            <a:ext cx="3910707" cy="3886265"/>
          </a:xfrm>
          <a:custGeom>
            <a:avLst/>
            <a:gdLst/>
            <a:ahLst/>
            <a:cxnLst/>
            <a:rect r="r" b="b" t="t" l="l"/>
            <a:pathLst>
              <a:path h="3886265" w="3910707">
                <a:moveTo>
                  <a:pt x="0" y="0"/>
                </a:moveTo>
                <a:lnTo>
                  <a:pt x="3910707" y="0"/>
                </a:lnTo>
                <a:lnTo>
                  <a:pt x="3910707" y="3886265"/>
                </a:lnTo>
                <a:lnTo>
                  <a:pt x="0" y="38862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987" y="-546229"/>
            <a:ext cx="7423013" cy="1994935"/>
          </a:xfrm>
          <a:custGeom>
            <a:avLst/>
            <a:gdLst/>
            <a:ahLst/>
            <a:cxnLst/>
            <a:rect r="r" b="b" t="t" l="l"/>
            <a:pathLst>
              <a:path h="1994935" w="7423013">
                <a:moveTo>
                  <a:pt x="0" y="0"/>
                </a:moveTo>
                <a:lnTo>
                  <a:pt x="7423013" y="0"/>
                </a:lnTo>
                <a:lnTo>
                  <a:pt x="7423013" y="1994934"/>
                </a:lnTo>
                <a:lnTo>
                  <a:pt x="0" y="19949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808128" y="-2932596"/>
            <a:ext cx="6671745" cy="12190896"/>
          </a:xfrm>
          <a:custGeom>
            <a:avLst/>
            <a:gdLst/>
            <a:ahLst/>
            <a:cxnLst/>
            <a:rect r="r" b="b" t="t" l="l"/>
            <a:pathLst>
              <a:path h="12190896" w="6671745">
                <a:moveTo>
                  <a:pt x="0" y="0"/>
                </a:moveTo>
                <a:lnTo>
                  <a:pt x="6671744" y="0"/>
                </a:lnTo>
                <a:lnTo>
                  <a:pt x="6671744" y="12190896"/>
                </a:lnTo>
                <a:lnTo>
                  <a:pt x="0" y="121908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024095" y="1992614"/>
            <a:ext cx="7245821" cy="5805714"/>
          </a:xfrm>
          <a:custGeom>
            <a:avLst/>
            <a:gdLst/>
            <a:ahLst/>
            <a:cxnLst/>
            <a:rect r="r" b="b" t="t" l="l"/>
            <a:pathLst>
              <a:path h="5805714" w="7245821">
                <a:moveTo>
                  <a:pt x="0" y="0"/>
                </a:moveTo>
                <a:lnTo>
                  <a:pt x="7245821" y="0"/>
                </a:lnTo>
                <a:lnTo>
                  <a:pt x="7245821" y="5805714"/>
                </a:lnTo>
                <a:lnTo>
                  <a:pt x="0" y="58057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26705" y="3269995"/>
            <a:ext cx="3990041" cy="7483154"/>
          </a:xfrm>
          <a:custGeom>
            <a:avLst/>
            <a:gdLst/>
            <a:ahLst/>
            <a:cxnLst/>
            <a:rect r="r" b="b" t="t" l="l"/>
            <a:pathLst>
              <a:path h="7483154" w="3990041">
                <a:moveTo>
                  <a:pt x="0" y="0"/>
                </a:moveTo>
                <a:lnTo>
                  <a:pt x="3990041" y="0"/>
                </a:lnTo>
                <a:lnTo>
                  <a:pt x="3990041" y="7483154"/>
                </a:lnTo>
                <a:lnTo>
                  <a:pt x="0" y="74831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1605082" y="4282664"/>
            <a:ext cx="5546858" cy="10565444"/>
          </a:xfrm>
          <a:custGeom>
            <a:avLst/>
            <a:gdLst/>
            <a:ahLst/>
            <a:cxnLst/>
            <a:rect r="r" b="b" t="t" l="l"/>
            <a:pathLst>
              <a:path h="10565444" w="5546858">
                <a:moveTo>
                  <a:pt x="5546858" y="0"/>
                </a:moveTo>
                <a:lnTo>
                  <a:pt x="0" y="0"/>
                </a:lnTo>
                <a:lnTo>
                  <a:pt x="0" y="10565445"/>
                </a:lnTo>
                <a:lnTo>
                  <a:pt x="5546858" y="10565445"/>
                </a:lnTo>
                <a:lnTo>
                  <a:pt x="5546858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617293" y="3799776"/>
            <a:ext cx="5053415" cy="29360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599"/>
              </a:lnSpc>
            </a:pPr>
            <a:r>
              <a:rPr lang="en-US" sz="4599">
                <a:solidFill>
                  <a:srgbClr val="227D52"/>
                </a:solidFill>
                <a:latin typeface="TC October"/>
                <a:ea typeface="TC October"/>
                <a:cs typeface="TC October"/>
                <a:sym typeface="TC October"/>
              </a:rPr>
              <a:t>{{yakun}}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515845" y="7924107"/>
            <a:ext cx="7497886" cy="3889528"/>
          </a:xfrm>
          <a:custGeom>
            <a:avLst/>
            <a:gdLst/>
            <a:ahLst/>
            <a:cxnLst/>
            <a:rect r="r" b="b" t="t" l="l"/>
            <a:pathLst>
              <a:path h="3889528" w="7497886">
                <a:moveTo>
                  <a:pt x="0" y="0"/>
                </a:moveTo>
                <a:lnTo>
                  <a:pt x="7497886" y="0"/>
                </a:lnTo>
                <a:lnTo>
                  <a:pt x="7497886" y="3889528"/>
                </a:lnTo>
                <a:lnTo>
                  <a:pt x="0" y="38895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-2725731" y="8342236"/>
            <a:ext cx="7497886" cy="3889528"/>
          </a:xfrm>
          <a:custGeom>
            <a:avLst/>
            <a:gdLst/>
            <a:ahLst/>
            <a:cxnLst/>
            <a:rect r="r" b="b" t="t" l="l"/>
            <a:pathLst>
              <a:path h="3889528" w="7497886">
                <a:moveTo>
                  <a:pt x="7497886" y="0"/>
                </a:moveTo>
                <a:lnTo>
                  <a:pt x="0" y="0"/>
                </a:lnTo>
                <a:lnTo>
                  <a:pt x="0" y="3889528"/>
                </a:lnTo>
                <a:lnTo>
                  <a:pt x="7497886" y="3889528"/>
                </a:lnTo>
                <a:lnTo>
                  <a:pt x="7497886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DAHXbTD_jtw</dc:identifier>
  <dcterms:modified xsi:type="dcterms:W3CDTF">2011-08-01T06:04:30Z</dcterms:modified>
  <cp:revision>1</cp:revision>
  <dc:title>Green and Blue Playful Field Trip Planner Presentation</dc:title>
</cp:coreProperties>
</file>