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Dynapuff" charset="1" panose="00000000000000000000"/>
      <p:regular r:id="rId18"/>
    </p:embeddedFont>
    <p:embeddedFont>
      <p:font typeface="Sniglet" charset="1" panose="0407050503010002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png" Type="http://schemas.openxmlformats.org/officeDocument/2006/relationships/image"/><Relationship Id="rId9" Target="../media/image73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png" Type="http://schemas.openxmlformats.org/officeDocument/2006/relationships/image"/><Relationship Id="rId9" Target="../media/image73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10669757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49520" y="0"/>
            <a:ext cx="4759724" cy="10347225"/>
          </a:xfrm>
          <a:custGeom>
            <a:avLst/>
            <a:gdLst/>
            <a:ahLst/>
            <a:cxnLst/>
            <a:rect r="r" b="b" t="t" l="l"/>
            <a:pathLst>
              <a:path h="10347225" w="4759724">
                <a:moveTo>
                  <a:pt x="0" y="0"/>
                </a:moveTo>
                <a:lnTo>
                  <a:pt x="4759724" y="0"/>
                </a:lnTo>
                <a:lnTo>
                  <a:pt x="4759724" y="10347225"/>
                </a:lnTo>
                <a:lnTo>
                  <a:pt x="0" y="1034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9555" y="2561744"/>
            <a:ext cx="12063043" cy="44182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6997"/>
              </a:lnSpc>
            </a:pPr>
            <a:r>
              <a:rPr lang="en-US" sz="10000" spc="420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{{topic}}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9555" y="4849069"/>
            <a:ext cx="11112761" cy="21309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5658"/>
              </a:lnSpc>
            </a:pPr>
            <a:r>
              <a:rPr lang="en-US" sz="16837" spc="387">
                <a:solidFill>
                  <a:srgbClr val="65C5EB"/>
                </a:solidFill>
                <a:latin typeface="Dynapuff"/>
                <a:ea typeface="Dynapuff"/>
                <a:cs typeface="Dynapuff"/>
                <a:sym typeface="Dynapuff"/>
              </a:rPr>
              <a:t/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28204">
            <a:off x="10324042" y="839920"/>
            <a:ext cx="2377390" cy="3505534"/>
          </a:xfrm>
          <a:custGeom>
            <a:avLst/>
            <a:gdLst/>
            <a:ahLst/>
            <a:cxnLst/>
            <a:rect r="r" b="b" t="t" l="l"/>
            <a:pathLst>
              <a:path h="3505534" w="2377390">
                <a:moveTo>
                  <a:pt x="0" y="0"/>
                </a:moveTo>
                <a:lnTo>
                  <a:pt x="2377390" y="0"/>
                </a:lnTo>
                <a:lnTo>
                  <a:pt x="2377390" y="3505535"/>
                </a:lnTo>
                <a:lnTo>
                  <a:pt x="0" y="35055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556114">
            <a:off x="523884" y="4206367"/>
            <a:ext cx="1596595" cy="1547246"/>
          </a:xfrm>
          <a:custGeom>
            <a:avLst/>
            <a:gdLst/>
            <a:ahLst/>
            <a:cxnLst/>
            <a:rect r="r" b="b" t="t" l="l"/>
            <a:pathLst>
              <a:path h="1547246" w="1596595">
                <a:moveTo>
                  <a:pt x="0" y="0"/>
                </a:moveTo>
                <a:lnTo>
                  <a:pt x="1596595" y="0"/>
                </a:lnTo>
                <a:lnTo>
                  <a:pt x="1596595" y="1547246"/>
                </a:lnTo>
                <a:lnTo>
                  <a:pt x="0" y="15472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84708" y="6970736"/>
            <a:ext cx="10524490" cy="67264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142"/>
              </a:lnSpc>
            </a:pPr>
            <a:r>
              <a:rPr lang="en-US" sz="3600" spc="423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10657727">
            <a:off x="-1284102" y="-9746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9C0C8">
                <a:alpha val="64706"/>
              </a:srgbClr>
            </a:solidFill>
            <a:ln w="38100" cap="rnd">
              <a:solidFill>
                <a:srgbClr val="65C5EB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929438">
            <a:off x="1608382" y="2811256"/>
            <a:ext cx="2611352" cy="2694641"/>
          </a:xfrm>
          <a:custGeom>
            <a:avLst/>
            <a:gdLst/>
            <a:ahLst/>
            <a:cxnLst/>
            <a:rect r="r" b="b" t="t" l="l"/>
            <a:pathLst>
              <a:path h="2694641" w="2611352">
                <a:moveTo>
                  <a:pt x="0" y="0"/>
                </a:moveTo>
                <a:lnTo>
                  <a:pt x="2611352" y="0"/>
                </a:lnTo>
                <a:lnTo>
                  <a:pt x="2611352" y="2694641"/>
                </a:lnTo>
                <a:lnTo>
                  <a:pt x="0" y="26946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98618">
            <a:off x="2894033" y="585598"/>
            <a:ext cx="1568219" cy="2234509"/>
          </a:xfrm>
          <a:custGeom>
            <a:avLst/>
            <a:gdLst/>
            <a:ahLst/>
            <a:cxnLst/>
            <a:rect r="r" b="b" t="t" l="l"/>
            <a:pathLst>
              <a:path h="2234509" w="1568219">
                <a:moveTo>
                  <a:pt x="0" y="0"/>
                </a:moveTo>
                <a:lnTo>
                  <a:pt x="1568219" y="0"/>
                </a:lnTo>
                <a:lnTo>
                  <a:pt x="1568219" y="2234509"/>
                </a:lnTo>
                <a:lnTo>
                  <a:pt x="0" y="2234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328023" y="7688138"/>
            <a:ext cx="3088299" cy="2717703"/>
          </a:xfrm>
          <a:custGeom>
            <a:avLst/>
            <a:gdLst/>
            <a:ahLst/>
            <a:cxnLst/>
            <a:rect r="r" b="b" t="t" l="l"/>
            <a:pathLst>
              <a:path h="2717703" w="3088299">
                <a:moveTo>
                  <a:pt x="0" y="0"/>
                </a:moveTo>
                <a:lnTo>
                  <a:pt x="3088299" y="0"/>
                </a:lnTo>
                <a:lnTo>
                  <a:pt x="3088299" y="2717703"/>
                </a:lnTo>
                <a:lnTo>
                  <a:pt x="0" y="27177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72768" y="1247042"/>
            <a:ext cx="11342465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65C5EB"/>
                </a:solidFill>
                <a:latin typeface="Dynapuff"/>
                <a:ea typeface="Dynapuff"/>
                <a:cs typeface="Dynapuff"/>
                <a:sym typeface="Dynapuff"/>
              </a:rPr>
              <a:t>{{reja}}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32778" y="4263872"/>
            <a:ext cx="10222443" cy="452797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001"/>
              </a:lnSpc>
            </a:pPr>
            <a:r>
              <a:rPr lang="en-US" sz="285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{{reja_1}}</a:t>
            </a:r>
          </a:p>
          <a:p>
            <a:pPr algn="ctr">
              <a:lnSpc>
                <a:spcPts val="4001"/>
              </a:lnSpc>
            </a:pPr>
            <a:r>
              <a:rPr lang="en-US" sz="285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{{reja_2}}</a:t>
            </a:r>
          </a:p>
          <a:p>
            <a:pPr algn="ctr">
              <a:lnSpc>
                <a:spcPts val="4001"/>
              </a:lnSpc>
            </a:pPr>
            <a:r>
              <a:rPr lang="en-US" sz="285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{{reja_3}}</a:t>
            </a:r>
          </a:p>
          <a:p>
            <a:pPr algn="ctr">
              <a:lnSpc>
                <a:spcPts val="4001"/>
              </a:lnSpc>
            </a:pPr>
            <a:r>
              <a:rPr lang="en-US" sz="285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5296850">
            <a:off x="-1005673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B8E1F1">
                <a:alpha val="64706"/>
              </a:srgbClr>
            </a:solidFill>
            <a:ln w="38100" cap="rnd">
              <a:solidFill>
                <a:srgbClr val="FF7BAC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72316" y="4035519"/>
            <a:ext cx="3991432" cy="4687146"/>
            <a:chOff x="0" y="0"/>
            <a:chExt cx="672334" cy="789523"/>
          </a:xfrm>
        </p:grpSpPr>
        <p:sp>
          <p:nvSpPr>
            <p:cNvPr name="{{image_1}}" id="13" descr="{{image_1}}"/>
            <p:cNvSpPr/>
            <p:nvPr/>
          </p:nvSpPr>
          <p:spPr>
            <a:xfrm flipH="false" flipV="false" rot="0">
              <a:off x="0" y="0"/>
              <a:ext cx="672334" cy="789523"/>
            </a:xfrm>
            <a:custGeom>
              <a:avLst/>
              <a:gdLst/>
              <a:ahLst/>
              <a:cxnLst/>
              <a:rect r="r" b="b" t="t" l="l"/>
              <a:pathLst>
                <a:path h="789523" w="672334">
                  <a:moveTo>
                    <a:pt x="91163" y="0"/>
                  </a:moveTo>
                  <a:lnTo>
                    <a:pt x="581171" y="0"/>
                  </a:lnTo>
                  <a:cubicBezTo>
                    <a:pt x="631519" y="0"/>
                    <a:pt x="672334" y="40815"/>
                    <a:pt x="672334" y="91163"/>
                  </a:cubicBezTo>
                  <a:lnTo>
                    <a:pt x="672334" y="698361"/>
                  </a:lnTo>
                  <a:cubicBezTo>
                    <a:pt x="672334" y="748708"/>
                    <a:pt x="631519" y="789523"/>
                    <a:pt x="581171" y="789523"/>
                  </a:cubicBezTo>
                  <a:lnTo>
                    <a:pt x="91163" y="789523"/>
                  </a:lnTo>
                  <a:cubicBezTo>
                    <a:pt x="66985" y="789523"/>
                    <a:pt x="43797" y="779919"/>
                    <a:pt x="26701" y="762822"/>
                  </a:cubicBezTo>
                  <a:cubicBezTo>
                    <a:pt x="9605" y="745726"/>
                    <a:pt x="0" y="722538"/>
                    <a:pt x="0" y="698361"/>
                  </a:cubicBezTo>
                  <a:lnTo>
                    <a:pt x="0" y="91163"/>
                  </a:lnTo>
                  <a:cubicBezTo>
                    <a:pt x="0" y="40815"/>
                    <a:pt x="40815" y="0"/>
                    <a:pt x="91163" y="0"/>
                  </a:cubicBezTo>
                  <a:close/>
                </a:path>
              </a:pathLst>
            </a:custGeom>
            <a:blipFill>
              <a:blip r:embed="rId4"/>
              <a:stretch>
                <a:fillRect l="-75985" t="0" r="0" b="0"/>
              </a:stretch>
            </a:blipFill>
            <a:ln w="38100" cap="rnd">
              <a:solidFill>
                <a:srgbClr val="00B8F1"/>
              </a:solidFill>
              <a:prstDash val="solid"/>
              <a:round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393056">
            <a:off x="14742731" y="6723175"/>
            <a:ext cx="2472110" cy="3028197"/>
          </a:xfrm>
          <a:custGeom>
            <a:avLst/>
            <a:gdLst/>
            <a:ahLst/>
            <a:cxnLst/>
            <a:rect r="r" b="b" t="t" l="l"/>
            <a:pathLst>
              <a:path h="3028197" w="2472110">
                <a:moveTo>
                  <a:pt x="0" y="0"/>
                </a:moveTo>
                <a:lnTo>
                  <a:pt x="2472110" y="0"/>
                </a:lnTo>
                <a:lnTo>
                  <a:pt x="2472110" y="3028197"/>
                </a:lnTo>
                <a:lnTo>
                  <a:pt x="0" y="30281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68326" y="3086100"/>
            <a:ext cx="1941037" cy="2578672"/>
          </a:xfrm>
          <a:custGeom>
            <a:avLst/>
            <a:gdLst/>
            <a:ahLst/>
            <a:cxnLst/>
            <a:rect r="r" b="b" t="t" l="l"/>
            <a:pathLst>
              <a:path h="2578672" w="1941037">
                <a:moveTo>
                  <a:pt x="0" y="0"/>
                </a:moveTo>
                <a:lnTo>
                  <a:pt x="1941037" y="0"/>
                </a:lnTo>
                <a:lnTo>
                  <a:pt x="1941037" y="2578672"/>
                </a:lnTo>
                <a:lnTo>
                  <a:pt x="0" y="25786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664018" y="862717"/>
            <a:ext cx="1016592" cy="1479168"/>
          </a:xfrm>
          <a:custGeom>
            <a:avLst/>
            <a:gdLst/>
            <a:ahLst/>
            <a:cxnLst/>
            <a:rect r="r" b="b" t="t" l="l"/>
            <a:pathLst>
              <a:path h="1479168" w="1016592">
                <a:moveTo>
                  <a:pt x="0" y="0"/>
                </a:moveTo>
                <a:lnTo>
                  <a:pt x="1016592" y="0"/>
                </a:lnTo>
                <a:lnTo>
                  <a:pt x="1016592" y="1479168"/>
                </a:lnTo>
                <a:lnTo>
                  <a:pt x="0" y="14791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28470" y="1199417"/>
            <a:ext cx="11342465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{{s03_title}}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28470" y="3963676"/>
            <a:ext cx="6035685" cy="519958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208"/>
              </a:lnSpc>
            </a:pPr>
            <a:r>
              <a:rPr lang="en-US" sz="229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10657727">
            <a:off x="-1284102" y="-9746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9C0C8">
                <a:alpha val="64706"/>
              </a:srgbClr>
            </a:solidFill>
            <a:ln w="38100" cap="rnd">
              <a:solidFill>
                <a:srgbClr val="65C5EB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929438">
            <a:off x="1608382" y="2811256"/>
            <a:ext cx="2611352" cy="2694641"/>
          </a:xfrm>
          <a:custGeom>
            <a:avLst/>
            <a:gdLst/>
            <a:ahLst/>
            <a:cxnLst/>
            <a:rect r="r" b="b" t="t" l="l"/>
            <a:pathLst>
              <a:path h="2694641" w="2611352">
                <a:moveTo>
                  <a:pt x="0" y="0"/>
                </a:moveTo>
                <a:lnTo>
                  <a:pt x="2611352" y="0"/>
                </a:lnTo>
                <a:lnTo>
                  <a:pt x="2611352" y="2694641"/>
                </a:lnTo>
                <a:lnTo>
                  <a:pt x="0" y="26946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98618">
            <a:off x="2894033" y="585598"/>
            <a:ext cx="1568219" cy="2234509"/>
          </a:xfrm>
          <a:custGeom>
            <a:avLst/>
            <a:gdLst/>
            <a:ahLst/>
            <a:cxnLst/>
            <a:rect r="r" b="b" t="t" l="l"/>
            <a:pathLst>
              <a:path h="2234509" w="1568219">
                <a:moveTo>
                  <a:pt x="0" y="0"/>
                </a:moveTo>
                <a:lnTo>
                  <a:pt x="1568219" y="0"/>
                </a:lnTo>
                <a:lnTo>
                  <a:pt x="1568219" y="2234509"/>
                </a:lnTo>
                <a:lnTo>
                  <a:pt x="0" y="2234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328023" y="7688138"/>
            <a:ext cx="3088299" cy="2717703"/>
          </a:xfrm>
          <a:custGeom>
            <a:avLst/>
            <a:gdLst/>
            <a:ahLst/>
            <a:cxnLst/>
            <a:rect r="r" b="b" t="t" l="l"/>
            <a:pathLst>
              <a:path h="2717703" w="3088299">
                <a:moveTo>
                  <a:pt x="0" y="0"/>
                </a:moveTo>
                <a:lnTo>
                  <a:pt x="3088299" y="0"/>
                </a:lnTo>
                <a:lnTo>
                  <a:pt x="3088299" y="2717703"/>
                </a:lnTo>
                <a:lnTo>
                  <a:pt x="0" y="27177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72768" y="1247042"/>
            <a:ext cx="11342465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65C5EB"/>
                </a:solidFill>
                <a:latin typeface="Dynapuff"/>
                <a:ea typeface="Dynapuff"/>
                <a:cs typeface="Dynapuff"/>
                <a:sym typeface="Dynapuff"/>
              </a:rPr>
              <a:t>{{s04_title}}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32778" y="4263872"/>
            <a:ext cx="10222443" cy="452797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001"/>
              </a:lnSpc>
            </a:pPr>
            <a:r>
              <a:rPr lang="en-US" sz="285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{{s04_text_1}}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5296850">
            <a:off x="-1005673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5201900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B8E1F1">
                <a:alpha val="64706"/>
              </a:srgbClr>
            </a:solidFill>
            <a:ln w="38100" cap="rnd">
              <a:solidFill>
                <a:srgbClr val="FF7BAC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986616" y="670742"/>
            <a:ext cx="1531438" cy="1765809"/>
          </a:xfrm>
          <a:custGeom>
            <a:avLst/>
            <a:gdLst/>
            <a:ahLst/>
            <a:cxnLst/>
            <a:rect r="r" b="b" t="t" l="l"/>
            <a:pathLst>
              <a:path h="1765809" w="1531438">
                <a:moveTo>
                  <a:pt x="0" y="0"/>
                </a:moveTo>
                <a:lnTo>
                  <a:pt x="1531438" y="0"/>
                </a:lnTo>
                <a:lnTo>
                  <a:pt x="1531438" y="1765809"/>
                </a:lnTo>
                <a:lnTo>
                  <a:pt x="0" y="1765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1639680">
            <a:off x="1757218" y="2666478"/>
            <a:ext cx="2825412" cy="2738081"/>
          </a:xfrm>
          <a:custGeom>
            <a:avLst/>
            <a:gdLst/>
            <a:ahLst/>
            <a:cxnLst/>
            <a:rect r="r" b="b" t="t" l="l"/>
            <a:pathLst>
              <a:path h="2738081" w="2825412">
                <a:moveTo>
                  <a:pt x="2825412" y="0"/>
                </a:moveTo>
                <a:lnTo>
                  <a:pt x="0" y="0"/>
                </a:lnTo>
                <a:lnTo>
                  <a:pt x="0" y="2738081"/>
                </a:lnTo>
                <a:lnTo>
                  <a:pt x="2825412" y="2738081"/>
                </a:lnTo>
                <a:lnTo>
                  <a:pt x="282541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62803" y="6820080"/>
            <a:ext cx="1320130" cy="2881237"/>
          </a:xfrm>
          <a:custGeom>
            <a:avLst/>
            <a:gdLst/>
            <a:ahLst/>
            <a:cxnLst/>
            <a:rect r="r" b="b" t="t" l="l"/>
            <a:pathLst>
              <a:path h="2881237" w="1320130">
                <a:moveTo>
                  <a:pt x="0" y="0"/>
                </a:moveTo>
                <a:lnTo>
                  <a:pt x="1320130" y="0"/>
                </a:lnTo>
                <a:lnTo>
                  <a:pt x="1320130" y="2881237"/>
                </a:lnTo>
                <a:lnTo>
                  <a:pt x="0" y="28812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20114" y="1276350"/>
            <a:ext cx="984777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{{s05_title}}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93971" y="4097692"/>
            <a:ext cx="8872203" cy="20916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{{s05_text_1}}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86616" y="3902169"/>
            <a:ext cx="1601863" cy="119350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816"/>
              </a:lnSpc>
              <a:spcBef>
                <a:spcPct val="0"/>
              </a:spcBef>
            </a:pPr>
            <a:r>
              <a:rPr lang="en-US" sz="701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93971" y="5666494"/>
            <a:ext cx="8872203" cy="20916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{{s05_text_2}}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86616" y="5590294"/>
            <a:ext cx="1601863" cy="119350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816"/>
              </a:lnSpc>
              <a:spcBef>
                <a:spcPct val="0"/>
              </a:spcBef>
            </a:pPr>
            <a:r>
              <a:rPr lang="en-US" sz="701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93971" y="7235295"/>
            <a:ext cx="8872203" cy="20916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{{s05_text_3}}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86616" y="7159095"/>
            <a:ext cx="1601863" cy="119350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816"/>
              </a:lnSpc>
              <a:spcBef>
                <a:spcPct val="0"/>
              </a:spcBef>
            </a:pPr>
            <a:r>
              <a:rPr lang="en-US" sz="701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9C0C8">
                <a:alpha val="64706"/>
              </a:srgbClr>
            </a:solidFill>
            <a:ln w="38100" cap="rnd">
              <a:solidFill>
                <a:srgbClr val="65C5EB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201900" y="72832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86947">
            <a:off x="5244121" y="972994"/>
            <a:ext cx="1413918" cy="1623497"/>
          </a:xfrm>
          <a:custGeom>
            <a:avLst/>
            <a:gdLst/>
            <a:ahLst/>
            <a:cxnLst/>
            <a:rect r="r" b="b" t="t" l="l"/>
            <a:pathLst>
              <a:path h="1623497" w="1413918">
                <a:moveTo>
                  <a:pt x="0" y="0"/>
                </a:moveTo>
                <a:lnTo>
                  <a:pt x="1413918" y="0"/>
                </a:lnTo>
                <a:lnTo>
                  <a:pt x="1413918" y="1623497"/>
                </a:lnTo>
                <a:lnTo>
                  <a:pt x="0" y="1623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444">
            <a:off x="2214322" y="1814505"/>
            <a:ext cx="1849292" cy="2948147"/>
          </a:xfrm>
          <a:custGeom>
            <a:avLst/>
            <a:gdLst/>
            <a:ahLst/>
            <a:cxnLst/>
            <a:rect r="r" b="b" t="t" l="l"/>
            <a:pathLst>
              <a:path h="2948147" w="1849292">
                <a:moveTo>
                  <a:pt x="0" y="0"/>
                </a:moveTo>
                <a:lnTo>
                  <a:pt x="1849292" y="0"/>
                </a:lnTo>
                <a:lnTo>
                  <a:pt x="1849292" y="2948147"/>
                </a:lnTo>
                <a:lnTo>
                  <a:pt x="0" y="2948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37559" y="7661620"/>
            <a:ext cx="2722560" cy="1890942"/>
          </a:xfrm>
          <a:custGeom>
            <a:avLst/>
            <a:gdLst/>
            <a:ahLst/>
            <a:cxnLst/>
            <a:rect r="r" b="b" t="t" l="l"/>
            <a:pathLst>
              <a:path h="1890942" w="2722560">
                <a:moveTo>
                  <a:pt x="0" y="0"/>
                </a:moveTo>
                <a:lnTo>
                  <a:pt x="2722561" y="0"/>
                </a:lnTo>
                <a:lnTo>
                  <a:pt x="2722561" y="1890942"/>
                </a:lnTo>
                <a:lnTo>
                  <a:pt x="0" y="18909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08384" y="1276350"/>
            <a:ext cx="567123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65C5EB"/>
                </a:solidFill>
                <a:latin typeface="Dynapuff"/>
                <a:ea typeface="Dynapuff"/>
                <a:cs typeface="Dynapuff"/>
                <a:sym typeface="Dynapuff"/>
              </a:rPr>
              <a:t>{{s06_title}}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00310" y="5724795"/>
            <a:ext cx="4673528" cy="3146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16"/>
              </a:lnSpc>
              <a:spcBef>
                <a:spcPct val="0"/>
              </a:spcBef>
            </a:pPr>
            <a:r>
              <a:rPr lang="en-US" sz="2583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{{s06_text_1}}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1698" y="4146953"/>
            <a:ext cx="2630754" cy="139693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72"/>
              </a:lnSpc>
              <a:spcBef>
                <a:spcPct val="0"/>
              </a:spcBef>
            </a:pPr>
            <a:r>
              <a:rPr lang="en-US" sz="81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14161" y="5724795"/>
            <a:ext cx="4673528" cy="3146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16"/>
              </a:lnSpc>
              <a:spcBef>
                <a:spcPct val="0"/>
              </a:spcBef>
            </a:pPr>
            <a:r>
              <a:rPr lang="en-US" sz="2583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{{s06_text_2}}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96923" y="4146142"/>
            <a:ext cx="2993139" cy="1397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8"/>
              </a:lnSpc>
              <a:spcBef>
                <a:spcPct val="0"/>
              </a:spcBef>
            </a:pPr>
            <a:r>
              <a:rPr lang="en-US" sz="819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B8E1F1">
                <a:alpha val="64706"/>
              </a:srgbClr>
            </a:solidFill>
            <a:ln w="38100" cap="rnd">
              <a:solidFill>
                <a:srgbClr val="FF7BAC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296850">
            <a:off x="-1005673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899114" y="6454669"/>
            <a:ext cx="2664188" cy="3097892"/>
          </a:xfrm>
          <a:custGeom>
            <a:avLst/>
            <a:gdLst/>
            <a:ahLst/>
            <a:cxnLst/>
            <a:rect r="r" b="b" t="t" l="l"/>
            <a:pathLst>
              <a:path h="3097892" w="2664188">
                <a:moveTo>
                  <a:pt x="0" y="0"/>
                </a:moveTo>
                <a:lnTo>
                  <a:pt x="2664187" y="0"/>
                </a:lnTo>
                <a:lnTo>
                  <a:pt x="2664187" y="3097893"/>
                </a:lnTo>
                <a:lnTo>
                  <a:pt x="0" y="3097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2082946" y="2540785"/>
            <a:ext cx="1462724" cy="2842750"/>
          </a:xfrm>
          <a:custGeom>
            <a:avLst/>
            <a:gdLst/>
            <a:ahLst/>
            <a:cxnLst/>
            <a:rect r="r" b="b" t="t" l="l"/>
            <a:pathLst>
              <a:path h="2842750" w="1462724">
                <a:moveTo>
                  <a:pt x="1462724" y="0"/>
                </a:moveTo>
                <a:lnTo>
                  <a:pt x="0" y="0"/>
                </a:lnTo>
                <a:lnTo>
                  <a:pt x="0" y="2842750"/>
                </a:lnTo>
                <a:lnTo>
                  <a:pt x="1462724" y="2842750"/>
                </a:lnTo>
                <a:lnTo>
                  <a:pt x="146272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81010" y="999392"/>
            <a:ext cx="1363590" cy="1485098"/>
          </a:xfrm>
          <a:custGeom>
            <a:avLst/>
            <a:gdLst/>
            <a:ahLst/>
            <a:cxnLst/>
            <a:rect r="r" b="b" t="t" l="l"/>
            <a:pathLst>
              <a:path h="1485098" w="1363590">
                <a:moveTo>
                  <a:pt x="0" y="0"/>
                </a:moveTo>
                <a:lnTo>
                  <a:pt x="1363590" y="0"/>
                </a:lnTo>
                <a:lnTo>
                  <a:pt x="1363590" y="1485098"/>
                </a:lnTo>
                <a:lnTo>
                  <a:pt x="0" y="14850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20114" y="1276350"/>
            <a:ext cx="984777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{{s07_title}}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20114" y="4205257"/>
            <a:ext cx="9514643" cy="48594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61"/>
              </a:lnSpc>
            </a:pPr>
            <a:r>
              <a:rPr lang="en-US" sz="275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{{s07_text_1}}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9C0C8">
                <a:alpha val="64706"/>
              </a:srgbClr>
            </a:solidFill>
            <a:ln w="38100" cap="rnd">
              <a:solidFill>
                <a:srgbClr val="65C5EB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201900" y="72832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53893" y="756042"/>
            <a:ext cx="1197033" cy="2057400"/>
          </a:xfrm>
          <a:custGeom>
            <a:avLst/>
            <a:gdLst/>
            <a:ahLst/>
            <a:cxnLst/>
            <a:rect r="r" b="b" t="t" l="l"/>
            <a:pathLst>
              <a:path h="2057400" w="1197033">
                <a:moveTo>
                  <a:pt x="0" y="0"/>
                </a:moveTo>
                <a:lnTo>
                  <a:pt x="1197032" y="0"/>
                </a:lnTo>
                <a:lnTo>
                  <a:pt x="119703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09138" y="7893134"/>
            <a:ext cx="2749556" cy="1849701"/>
          </a:xfrm>
          <a:custGeom>
            <a:avLst/>
            <a:gdLst/>
            <a:ahLst/>
            <a:cxnLst/>
            <a:rect r="r" b="b" t="t" l="l"/>
            <a:pathLst>
              <a:path h="1849701" w="2749556">
                <a:moveTo>
                  <a:pt x="0" y="0"/>
                </a:moveTo>
                <a:lnTo>
                  <a:pt x="2749555" y="0"/>
                </a:lnTo>
                <a:lnTo>
                  <a:pt x="2749555" y="1849701"/>
                </a:lnTo>
                <a:lnTo>
                  <a:pt x="0" y="1849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32497" y="2773008"/>
            <a:ext cx="2560486" cy="1890104"/>
          </a:xfrm>
          <a:custGeom>
            <a:avLst/>
            <a:gdLst/>
            <a:ahLst/>
            <a:cxnLst/>
            <a:rect r="r" b="b" t="t" l="l"/>
            <a:pathLst>
              <a:path h="1890104" w="2560486">
                <a:moveTo>
                  <a:pt x="0" y="0"/>
                </a:moveTo>
                <a:lnTo>
                  <a:pt x="2560486" y="0"/>
                </a:lnTo>
                <a:lnTo>
                  <a:pt x="2560486" y="1890104"/>
                </a:lnTo>
                <a:lnTo>
                  <a:pt x="0" y="1890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08384" y="1276350"/>
            <a:ext cx="567123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65C5EB"/>
                </a:solidFill>
                <a:latin typeface="Dynapuff"/>
                <a:ea typeface="Dynapuff"/>
                <a:cs typeface="Dynapuff"/>
                <a:sym typeface="Dynapuff"/>
              </a:rPr>
              <a:t>{{s08_title}}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29009" y="4494445"/>
            <a:ext cx="9429981" cy="40124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{{s08_text_1}}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B8E1F1">
                <a:alpha val="64706"/>
              </a:srgbClr>
            </a:solidFill>
            <a:ln w="38100" cap="rnd">
              <a:solidFill>
                <a:srgbClr val="FF7BAC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296850">
            <a:off x="-1005673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96037">
            <a:off x="2062808" y="2895390"/>
            <a:ext cx="1503001" cy="2417107"/>
          </a:xfrm>
          <a:custGeom>
            <a:avLst/>
            <a:gdLst/>
            <a:ahLst/>
            <a:cxnLst/>
            <a:rect r="r" b="b" t="t" l="l"/>
            <a:pathLst>
              <a:path h="2417107" w="1503001">
                <a:moveTo>
                  <a:pt x="0" y="0"/>
                </a:moveTo>
                <a:lnTo>
                  <a:pt x="1503001" y="0"/>
                </a:lnTo>
                <a:lnTo>
                  <a:pt x="1503001" y="2417107"/>
                </a:lnTo>
                <a:lnTo>
                  <a:pt x="0" y="2417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91778" y="999392"/>
            <a:ext cx="1399682" cy="1420341"/>
          </a:xfrm>
          <a:custGeom>
            <a:avLst/>
            <a:gdLst/>
            <a:ahLst/>
            <a:cxnLst/>
            <a:rect r="r" b="b" t="t" l="l"/>
            <a:pathLst>
              <a:path h="1420341" w="1399682">
                <a:moveTo>
                  <a:pt x="0" y="0"/>
                </a:moveTo>
                <a:lnTo>
                  <a:pt x="1399681" y="0"/>
                </a:lnTo>
                <a:lnTo>
                  <a:pt x="1399681" y="1420341"/>
                </a:lnTo>
                <a:lnTo>
                  <a:pt x="0" y="14203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59737" y="4065843"/>
            <a:ext cx="10368526" cy="492156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429087" indent="-214543" lvl="1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{{s09_text_1}}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820900" y="7000208"/>
            <a:ext cx="1752863" cy="2648557"/>
          </a:xfrm>
          <a:custGeom>
            <a:avLst/>
            <a:gdLst/>
            <a:ahLst/>
            <a:cxnLst/>
            <a:rect r="r" b="b" t="t" l="l"/>
            <a:pathLst>
              <a:path h="2648557" w="1752863">
                <a:moveTo>
                  <a:pt x="0" y="0"/>
                </a:moveTo>
                <a:lnTo>
                  <a:pt x="1752863" y="0"/>
                </a:lnTo>
                <a:lnTo>
                  <a:pt x="1752863" y="2648557"/>
                </a:lnTo>
                <a:lnTo>
                  <a:pt x="0" y="2648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891459" y="1247042"/>
            <a:ext cx="850508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{{s09_title}}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5296850">
            <a:off x="-1005673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B8E1F1">
                <a:alpha val="64706"/>
              </a:srgbClr>
            </a:solidFill>
            <a:ln w="38100" cap="rnd">
              <a:solidFill>
                <a:srgbClr val="FF7BAC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72316" y="4035519"/>
            <a:ext cx="3991432" cy="4687146"/>
            <a:chOff x="0" y="0"/>
            <a:chExt cx="672334" cy="789523"/>
          </a:xfrm>
        </p:grpSpPr>
        <p:sp>
          <p:nvSpPr>
            <p:cNvPr name="{{image_1}}" id="13" descr="{{image_1}}"/>
            <p:cNvSpPr/>
            <p:nvPr/>
          </p:nvSpPr>
          <p:spPr>
            <a:xfrm flipH="false" flipV="false" rot="0">
              <a:off x="0" y="0"/>
              <a:ext cx="672334" cy="789523"/>
            </a:xfrm>
            <a:custGeom>
              <a:avLst/>
              <a:gdLst/>
              <a:ahLst/>
              <a:cxnLst/>
              <a:rect r="r" b="b" t="t" l="l"/>
              <a:pathLst>
                <a:path h="789523" w="672334">
                  <a:moveTo>
                    <a:pt x="91163" y="0"/>
                  </a:moveTo>
                  <a:lnTo>
                    <a:pt x="581171" y="0"/>
                  </a:lnTo>
                  <a:cubicBezTo>
                    <a:pt x="631519" y="0"/>
                    <a:pt x="672334" y="40815"/>
                    <a:pt x="672334" y="91163"/>
                  </a:cubicBezTo>
                  <a:lnTo>
                    <a:pt x="672334" y="698361"/>
                  </a:lnTo>
                  <a:cubicBezTo>
                    <a:pt x="672334" y="748708"/>
                    <a:pt x="631519" y="789523"/>
                    <a:pt x="581171" y="789523"/>
                  </a:cubicBezTo>
                  <a:lnTo>
                    <a:pt x="91163" y="789523"/>
                  </a:lnTo>
                  <a:cubicBezTo>
                    <a:pt x="66985" y="789523"/>
                    <a:pt x="43797" y="779919"/>
                    <a:pt x="26701" y="762822"/>
                  </a:cubicBezTo>
                  <a:cubicBezTo>
                    <a:pt x="9605" y="745726"/>
                    <a:pt x="0" y="722538"/>
                    <a:pt x="0" y="698361"/>
                  </a:cubicBezTo>
                  <a:lnTo>
                    <a:pt x="0" y="91163"/>
                  </a:lnTo>
                  <a:cubicBezTo>
                    <a:pt x="0" y="40815"/>
                    <a:pt x="40815" y="0"/>
                    <a:pt x="91163" y="0"/>
                  </a:cubicBezTo>
                  <a:close/>
                </a:path>
              </a:pathLst>
            </a:custGeom>
            <a:blipFill>
              <a:blip r:embed="rId4"/>
              <a:stretch>
                <a:fillRect l="-75985" t="0" r="0" b="0"/>
              </a:stretch>
            </a:blipFill>
            <a:ln w="38100" cap="rnd">
              <a:solidFill>
                <a:srgbClr val="00B8F1"/>
              </a:solidFill>
              <a:prstDash val="solid"/>
              <a:round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393056">
            <a:off x="14742731" y="6723175"/>
            <a:ext cx="2472110" cy="3028197"/>
          </a:xfrm>
          <a:custGeom>
            <a:avLst/>
            <a:gdLst/>
            <a:ahLst/>
            <a:cxnLst/>
            <a:rect r="r" b="b" t="t" l="l"/>
            <a:pathLst>
              <a:path h="3028197" w="2472110">
                <a:moveTo>
                  <a:pt x="0" y="0"/>
                </a:moveTo>
                <a:lnTo>
                  <a:pt x="2472110" y="0"/>
                </a:lnTo>
                <a:lnTo>
                  <a:pt x="2472110" y="3028197"/>
                </a:lnTo>
                <a:lnTo>
                  <a:pt x="0" y="30281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68326" y="3086100"/>
            <a:ext cx="1941037" cy="2578672"/>
          </a:xfrm>
          <a:custGeom>
            <a:avLst/>
            <a:gdLst/>
            <a:ahLst/>
            <a:cxnLst/>
            <a:rect r="r" b="b" t="t" l="l"/>
            <a:pathLst>
              <a:path h="2578672" w="1941037">
                <a:moveTo>
                  <a:pt x="0" y="0"/>
                </a:moveTo>
                <a:lnTo>
                  <a:pt x="1941037" y="0"/>
                </a:lnTo>
                <a:lnTo>
                  <a:pt x="1941037" y="2578672"/>
                </a:lnTo>
                <a:lnTo>
                  <a:pt x="0" y="25786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664018" y="862717"/>
            <a:ext cx="1016592" cy="1479168"/>
          </a:xfrm>
          <a:custGeom>
            <a:avLst/>
            <a:gdLst/>
            <a:ahLst/>
            <a:cxnLst/>
            <a:rect r="r" b="b" t="t" l="l"/>
            <a:pathLst>
              <a:path h="1479168" w="1016592">
                <a:moveTo>
                  <a:pt x="0" y="0"/>
                </a:moveTo>
                <a:lnTo>
                  <a:pt x="1016592" y="0"/>
                </a:lnTo>
                <a:lnTo>
                  <a:pt x="1016592" y="1479168"/>
                </a:lnTo>
                <a:lnTo>
                  <a:pt x="0" y="14791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28470" y="1199417"/>
            <a:ext cx="11342465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{{s10_title}}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28470" y="3963676"/>
            <a:ext cx="6035685" cy="519958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208"/>
              </a:lnSpc>
            </a:pPr>
            <a:r>
              <a:rPr lang="en-US" sz="229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{{s10_text_1}}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10657727">
            <a:off x="-1284102" y="-9746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9C0C8">
                <a:alpha val="64706"/>
              </a:srgbClr>
            </a:solidFill>
            <a:ln w="38100" cap="rnd">
              <a:solidFill>
                <a:srgbClr val="65C5EB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929438">
            <a:off x="1608382" y="2811256"/>
            <a:ext cx="2611352" cy="2694641"/>
          </a:xfrm>
          <a:custGeom>
            <a:avLst/>
            <a:gdLst/>
            <a:ahLst/>
            <a:cxnLst/>
            <a:rect r="r" b="b" t="t" l="l"/>
            <a:pathLst>
              <a:path h="2694641" w="2611352">
                <a:moveTo>
                  <a:pt x="0" y="0"/>
                </a:moveTo>
                <a:lnTo>
                  <a:pt x="2611352" y="0"/>
                </a:lnTo>
                <a:lnTo>
                  <a:pt x="2611352" y="2694641"/>
                </a:lnTo>
                <a:lnTo>
                  <a:pt x="0" y="26946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98618">
            <a:off x="2894033" y="585598"/>
            <a:ext cx="1568219" cy="2234509"/>
          </a:xfrm>
          <a:custGeom>
            <a:avLst/>
            <a:gdLst/>
            <a:ahLst/>
            <a:cxnLst/>
            <a:rect r="r" b="b" t="t" l="l"/>
            <a:pathLst>
              <a:path h="2234509" w="1568219">
                <a:moveTo>
                  <a:pt x="0" y="0"/>
                </a:moveTo>
                <a:lnTo>
                  <a:pt x="1568219" y="0"/>
                </a:lnTo>
                <a:lnTo>
                  <a:pt x="1568219" y="2234509"/>
                </a:lnTo>
                <a:lnTo>
                  <a:pt x="0" y="2234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328023" y="7688138"/>
            <a:ext cx="3088299" cy="2717703"/>
          </a:xfrm>
          <a:custGeom>
            <a:avLst/>
            <a:gdLst/>
            <a:ahLst/>
            <a:cxnLst/>
            <a:rect r="r" b="b" t="t" l="l"/>
            <a:pathLst>
              <a:path h="2717703" w="3088299">
                <a:moveTo>
                  <a:pt x="0" y="0"/>
                </a:moveTo>
                <a:lnTo>
                  <a:pt x="3088299" y="0"/>
                </a:lnTo>
                <a:lnTo>
                  <a:pt x="3088299" y="2717703"/>
                </a:lnTo>
                <a:lnTo>
                  <a:pt x="0" y="27177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72768" y="1247042"/>
            <a:ext cx="11342465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65C5EB"/>
                </a:solidFill>
                <a:latin typeface="Dynapuff"/>
                <a:ea typeface="Dynapuff"/>
                <a:cs typeface="Dynapuff"/>
                <a:sym typeface="Dynapuff"/>
              </a:rPr>
              <a:t>{{s11_title}}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32778" y="4263872"/>
            <a:ext cx="10222443" cy="452797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001"/>
              </a:lnSpc>
            </a:pPr>
            <a:r>
              <a:rPr lang="en-US" sz="285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{{s11_text_1}}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5296850">
            <a:off x="-1005673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5201900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B8E1F1">
                <a:alpha val="64706"/>
              </a:srgbClr>
            </a:solidFill>
            <a:ln w="38100" cap="rnd">
              <a:solidFill>
                <a:srgbClr val="FF7BAC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986616" y="670742"/>
            <a:ext cx="1531438" cy="1765809"/>
          </a:xfrm>
          <a:custGeom>
            <a:avLst/>
            <a:gdLst/>
            <a:ahLst/>
            <a:cxnLst/>
            <a:rect r="r" b="b" t="t" l="l"/>
            <a:pathLst>
              <a:path h="1765809" w="1531438">
                <a:moveTo>
                  <a:pt x="0" y="0"/>
                </a:moveTo>
                <a:lnTo>
                  <a:pt x="1531438" y="0"/>
                </a:lnTo>
                <a:lnTo>
                  <a:pt x="1531438" y="1765809"/>
                </a:lnTo>
                <a:lnTo>
                  <a:pt x="0" y="1765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1639680">
            <a:off x="1757218" y="2666478"/>
            <a:ext cx="2825412" cy="2738081"/>
          </a:xfrm>
          <a:custGeom>
            <a:avLst/>
            <a:gdLst/>
            <a:ahLst/>
            <a:cxnLst/>
            <a:rect r="r" b="b" t="t" l="l"/>
            <a:pathLst>
              <a:path h="2738081" w="2825412">
                <a:moveTo>
                  <a:pt x="2825412" y="0"/>
                </a:moveTo>
                <a:lnTo>
                  <a:pt x="0" y="0"/>
                </a:lnTo>
                <a:lnTo>
                  <a:pt x="0" y="2738081"/>
                </a:lnTo>
                <a:lnTo>
                  <a:pt x="2825412" y="2738081"/>
                </a:lnTo>
                <a:lnTo>
                  <a:pt x="282541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62803" y="6820080"/>
            <a:ext cx="1320130" cy="2881237"/>
          </a:xfrm>
          <a:custGeom>
            <a:avLst/>
            <a:gdLst/>
            <a:ahLst/>
            <a:cxnLst/>
            <a:rect r="r" b="b" t="t" l="l"/>
            <a:pathLst>
              <a:path h="2881237" w="1320130">
                <a:moveTo>
                  <a:pt x="0" y="0"/>
                </a:moveTo>
                <a:lnTo>
                  <a:pt x="1320130" y="0"/>
                </a:lnTo>
                <a:lnTo>
                  <a:pt x="1320130" y="2881237"/>
                </a:lnTo>
                <a:lnTo>
                  <a:pt x="0" y="28812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20114" y="1276350"/>
            <a:ext cx="984777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{{s12_title}}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93971" y="4097692"/>
            <a:ext cx="8872203" cy="20916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{{s12_text_1}}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86616" y="3902169"/>
            <a:ext cx="1601863" cy="119350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816"/>
              </a:lnSpc>
              <a:spcBef>
                <a:spcPct val="0"/>
              </a:spcBef>
            </a:pPr>
            <a:r>
              <a:rPr lang="en-US" sz="701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93971" y="5666494"/>
            <a:ext cx="8872203" cy="20916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{{s12_text_2}}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86616" y="5590294"/>
            <a:ext cx="1601863" cy="119350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816"/>
              </a:lnSpc>
              <a:spcBef>
                <a:spcPct val="0"/>
              </a:spcBef>
            </a:pPr>
            <a:r>
              <a:rPr lang="en-US" sz="701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93971" y="7235295"/>
            <a:ext cx="8872203" cy="20916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{{s12_text_3}}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86616" y="7159095"/>
            <a:ext cx="1601863" cy="119350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816"/>
              </a:lnSpc>
              <a:spcBef>
                <a:spcPct val="0"/>
              </a:spcBef>
            </a:pPr>
            <a:r>
              <a:rPr lang="en-US" sz="701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9C0C8">
                <a:alpha val="64706"/>
              </a:srgbClr>
            </a:solidFill>
            <a:ln w="38100" cap="rnd">
              <a:solidFill>
                <a:srgbClr val="65C5EB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201900" y="72832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86947">
            <a:off x="5244121" y="972994"/>
            <a:ext cx="1413918" cy="1623497"/>
          </a:xfrm>
          <a:custGeom>
            <a:avLst/>
            <a:gdLst/>
            <a:ahLst/>
            <a:cxnLst/>
            <a:rect r="r" b="b" t="t" l="l"/>
            <a:pathLst>
              <a:path h="1623497" w="1413918">
                <a:moveTo>
                  <a:pt x="0" y="0"/>
                </a:moveTo>
                <a:lnTo>
                  <a:pt x="1413918" y="0"/>
                </a:lnTo>
                <a:lnTo>
                  <a:pt x="1413918" y="1623497"/>
                </a:lnTo>
                <a:lnTo>
                  <a:pt x="0" y="1623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444">
            <a:off x="2214322" y="1814505"/>
            <a:ext cx="1849292" cy="2948147"/>
          </a:xfrm>
          <a:custGeom>
            <a:avLst/>
            <a:gdLst/>
            <a:ahLst/>
            <a:cxnLst/>
            <a:rect r="r" b="b" t="t" l="l"/>
            <a:pathLst>
              <a:path h="2948147" w="1849292">
                <a:moveTo>
                  <a:pt x="0" y="0"/>
                </a:moveTo>
                <a:lnTo>
                  <a:pt x="1849292" y="0"/>
                </a:lnTo>
                <a:lnTo>
                  <a:pt x="1849292" y="2948147"/>
                </a:lnTo>
                <a:lnTo>
                  <a:pt x="0" y="2948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37559" y="7661620"/>
            <a:ext cx="2722560" cy="1890942"/>
          </a:xfrm>
          <a:custGeom>
            <a:avLst/>
            <a:gdLst/>
            <a:ahLst/>
            <a:cxnLst/>
            <a:rect r="r" b="b" t="t" l="l"/>
            <a:pathLst>
              <a:path h="1890942" w="2722560">
                <a:moveTo>
                  <a:pt x="0" y="0"/>
                </a:moveTo>
                <a:lnTo>
                  <a:pt x="2722561" y="0"/>
                </a:lnTo>
                <a:lnTo>
                  <a:pt x="2722561" y="1890942"/>
                </a:lnTo>
                <a:lnTo>
                  <a:pt x="0" y="18909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08384" y="1276350"/>
            <a:ext cx="567123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65C5EB"/>
                </a:solidFill>
                <a:latin typeface="Dynapuff"/>
                <a:ea typeface="Dynapuff"/>
                <a:cs typeface="Dynapuff"/>
                <a:sym typeface="Dynapuff"/>
              </a:rPr>
              <a:t>{{s13_title}}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00310" y="5724795"/>
            <a:ext cx="4673528" cy="3146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16"/>
              </a:lnSpc>
              <a:spcBef>
                <a:spcPct val="0"/>
              </a:spcBef>
            </a:pPr>
            <a:r>
              <a:rPr lang="en-US" sz="2583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{{s13_text_1}}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1698" y="4146953"/>
            <a:ext cx="2630754" cy="139693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72"/>
              </a:lnSpc>
              <a:spcBef>
                <a:spcPct val="0"/>
              </a:spcBef>
            </a:pPr>
            <a:r>
              <a:rPr lang="en-US" sz="81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14161" y="5724795"/>
            <a:ext cx="4673528" cy="31460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16"/>
              </a:lnSpc>
              <a:spcBef>
                <a:spcPct val="0"/>
              </a:spcBef>
            </a:pPr>
            <a:r>
              <a:rPr lang="en-US" sz="2583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{{s13_text_2}}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96923" y="4146142"/>
            <a:ext cx="2993139" cy="1397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8"/>
              </a:lnSpc>
              <a:spcBef>
                <a:spcPct val="0"/>
              </a:spcBef>
            </a:pPr>
            <a:r>
              <a:rPr lang="en-US" sz="819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B8E1F1">
                <a:alpha val="64706"/>
              </a:srgbClr>
            </a:solidFill>
            <a:ln w="38100" cap="rnd">
              <a:solidFill>
                <a:srgbClr val="FF7BAC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296850">
            <a:off x="-1005673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899114" y="6454669"/>
            <a:ext cx="2664188" cy="3097892"/>
          </a:xfrm>
          <a:custGeom>
            <a:avLst/>
            <a:gdLst/>
            <a:ahLst/>
            <a:cxnLst/>
            <a:rect r="r" b="b" t="t" l="l"/>
            <a:pathLst>
              <a:path h="3097892" w="2664188">
                <a:moveTo>
                  <a:pt x="0" y="0"/>
                </a:moveTo>
                <a:lnTo>
                  <a:pt x="2664187" y="0"/>
                </a:lnTo>
                <a:lnTo>
                  <a:pt x="2664187" y="3097893"/>
                </a:lnTo>
                <a:lnTo>
                  <a:pt x="0" y="3097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2082946" y="2540785"/>
            <a:ext cx="1462724" cy="2842750"/>
          </a:xfrm>
          <a:custGeom>
            <a:avLst/>
            <a:gdLst/>
            <a:ahLst/>
            <a:cxnLst/>
            <a:rect r="r" b="b" t="t" l="l"/>
            <a:pathLst>
              <a:path h="2842750" w="1462724">
                <a:moveTo>
                  <a:pt x="1462724" y="0"/>
                </a:moveTo>
                <a:lnTo>
                  <a:pt x="0" y="0"/>
                </a:lnTo>
                <a:lnTo>
                  <a:pt x="0" y="2842750"/>
                </a:lnTo>
                <a:lnTo>
                  <a:pt x="1462724" y="2842750"/>
                </a:lnTo>
                <a:lnTo>
                  <a:pt x="146272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81010" y="999392"/>
            <a:ext cx="1363590" cy="1485098"/>
          </a:xfrm>
          <a:custGeom>
            <a:avLst/>
            <a:gdLst/>
            <a:ahLst/>
            <a:cxnLst/>
            <a:rect r="r" b="b" t="t" l="l"/>
            <a:pathLst>
              <a:path h="1485098" w="1363590">
                <a:moveTo>
                  <a:pt x="0" y="0"/>
                </a:moveTo>
                <a:lnTo>
                  <a:pt x="1363590" y="0"/>
                </a:lnTo>
                <a:lnTo>
                  <a:pt x="1363590" y="1485098"/>
                </a:lnTo>
                <a:lnTo>
                  <a:pt x="0" y="14850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20114" y="1276350"/>
            <a:ext cx="984777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{{s14_title}}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20114" y="4205257"/>
            <a:ext cx="9514643" cy="48594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61"/>
              </a:lnSpc>
            </a:pPr>
            <a:r>
              <a:rPr lang="en-US" sz="275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{{s14_text_1}}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9C0C8">
                <a:alpha val="64706"/>
              </a:srgbClr>
            </a:solidFill>
            <a:ln w="38100" cap="rnd">
              <a:solidFill>
                <a:srgbClr val="65C5EB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201900" y="72832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53893" y="756042"/>
            <a:ext cx="1197033" cy="2057400"/>
          </a:xfrm>
          <a:custGeom>
            <a:avLst/>
            <a:gdLst/>
            <a:ahLst/>
            <a:cxnLst/>
            <a:rect r="r" b="b" t="t" l="l"/>
            <a:pathLst>
              <a:path h="2057400" w="1197033">
                <a:moveTo>
                  <a:pt x="0" y="0"/>
                </a:moveTo>
                <a:lnTo>
                  <a:pt x="1197032" y="0"/>
                </a:lnTo>
                <a:lnTo>
                  <a:pt x="119703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09138" y="7893134"/>
            <a:ext cx="2749556" cy="1849701"/>
          </a:xfrm>
          <a:custGeom>
            <a:avLst/>
            <a:gdLst/>
            <a:ahLst/>
            <a:cxnLst/>
            <a:rect r="r" b="b" t="t" l="l"/>
            <a:pathLst>
              <a:path h="1849701" w="2749556">
                <a:moveTo>
                  <a:pt x="0" y="0"/>
                </a:moveTo>
                <a:lnTo>
                  <a:pt x="2749555" y="0"/>
                </a:lnTo>
                <a:lnTo>
                  <a:pt x="2749555" y="1849701"/>
                </a:lnTo>
                <a:lnTo>
                  <a:pt x="0" y="1849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32497" y="2773008"/>
            <a:ext cx="2560486" cy="1890104"/>
          </a:xfrm>
          <a:custGeom>
            <a:avLst/>
            <a:gdLst/>
            <a:ahLst/>
            <a:cxnLst/>
            <a:rect r="r" b="b" t="t" l="l"/>
            <a:pathLst>
              <a:path h="1890104" w="2560486">
                <a:moveTo>
                  <a:pt x="0" y="0"/>
                </a:moveTo>
                <a:lnTo>
                  <a:pt x="2560486" y="0"/>
                </a:lnTo>
                <a:lnTo>
                  <a:pt x="2560486" y="1890104"/>
                </a:lnTo>
                <a:lnTo>
                  <a:pt x="0" y="1890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08384" y="1276350"/>
            <a:ext cx="567123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65C5EB"/>
                </a:solidFill>
                <a:latin typeface="Dynapuff"/>
                <a:ea typeface="Dynapuff"/>
                <a:cs typeface="Dynapuff"/>
                <a:sym typeface="Dynapuff"/>
              </a:rPr>
              <a:t>{{s15_title}}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29009" y="4494445"/>
            <a:ext cx="9429981" cy="40124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{{s15_text_1}}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5296850">
            <a:off x="-1005673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5201900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B8E1F1">
                <a:alpha val="64706"/>
              </a:srgbClr>
            </a:solidFill>
            <a:ln w="38100" cap="rnd">
              <a:solidFill>
                <a:srgbClr val="FF7BAC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986616" y="670742"/>
            <a:ext cx="1531438" cy="1765809"/>
          </a:xfrm>
          <a:custGeom>
            <a:avLst/>
            <a:gdLst/>
            <a:ahLst/>
            <a:cxnLst/>
            <a:rect r="r" b="b" t="t" l="l"/>
            <a:pathLst>
              <a:path h="1765809" w="1531438">
                <a:moveTo>
                  <a:pt x="0" y="0"/>
                </a:moveTo>
                <a:lnTo>
                  <a:pt x="1531438" y="0"/>
                </a:lnTo>
                <a:lnTo>
                  <a:pt x="1531438" y="1765809"/>
                </a:lnTo>
                <a:lnTo>
                  <a:pt x="0" y="1765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1639680">
            <a:off x="1757218" y="2666478"/>
            <a:ext cx="2825412" cy="2738081"/>
          </a:xfrm>
          <a:custGeom>
            <a:avLst/>
            <a:gdLst/>
            <a:ahLst/>
            <a:cxnLst/>
            <a:rect r="r" b="b" t="t" l="l"/>
            <a:pathLst>
              <a:path h="2738081" w="2825412">
                <a:moveTo>
                  <a:pt x="2825412" y="0"/>
                </a:moveTo>
                <a:lnTo>
                  <a:pt x="0" y="0"/>
                </a:lnTo>
                <a:lnTo>
                  <a:pt x="0" y="2738081"/>
                </a:lnTo>
                <a:lnTo>
                  <a:pt x="2825412" y="2738081"/>
                </a:lnTo>
                <a:lnTo>
                  <a:pt x="282541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62803" y="6820080"/>
            <a:ext cx="1320130" cy="2881237"/>
          </a:xfrm>
          <a:custGeom>
            <a:avLst/>
            <a:gdLst/>
            <a:ahLst/>
            <a:cxnLst/>
            <a:rect r="r" b="b" t="t" l="l"/>
            <a:pathLst>
              <a:path h="2881237" w="1320130">
                <a:moveTo>
                  <a:pt x="0" y="0"/>
                </a:moveTo>
                <a:lnTo>
                  <a:pt x="1320130" y="0"/>
                </a:lnTo>
                <a:lnTo>
                  <a:pt x="1320130" y="2881237"/>
                </a:lnTo>
                <a:lnTo>
                  <a:pt x="0" y="28812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20114" y="1276350"/>
            <a:ext cx="984777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{{s16_title}}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93971" y="4097692"/>
            <a:ext cx="8872203" cy="20916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{{s16_text_1}}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86616" y="3902169"/>
            <a:ext cx="1601863" cy="119350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816"/>
              </a:lnSpc>
              <a:spcBef>
                <a:spcPct val="0"/>
              </a:spcBef>
            </a:pPr>
            <a:r>
              <a:rPr lang="en-US" sz="701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93971" y="5666494"/>
            <a:ext cx="8872203" cy="20916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{{s16_text_2}}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86616" y="5590294"/>
            <a:ext cx="1601863" cy="119350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816"/>
              </a:lnSpc>
              <a:spcBef>
                <a:spcPct val="0"/>
              </a:spcBef>
            </a:pPr>
            <a:r>
              <a:rPr lang="en-US" sz="701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93971" y="7235295"/>
            <a:ext cx="8872203" cy="20916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{{s16_text_3}}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86616" y="7159095"/>
            <a:ext cx="1601863" cy="119350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816"/>
              </a:lnSpc>
              <a:spcBef>
                <a:spcPct val="0"/>
              </a:spcBef>
            </a:pPr>
            <a:r>
              <a:rPr lang="en-US" sz="701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B8E1F1">
                <a:alpha val="64706"/>
              </a:srgbClr>
            </a:solidFill>
            <a:ln w="38100" cap="rnd">
              <a:solidFill>
                <a:srgbClr val="FF7BAC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296850">
            <a:off x="-1005673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96037">
            <a:off x="2062808" y="2895390"/>
            <a:ext cx="1503001" cy="2417107"/>
          </a:xfrm>
          <a:custGeom>
            <a:avLst/>
            <a:gdLst/>
            <a:ahLst/>
            <a:cxnLst/>
            <a:rect r="r" b="b" t="t" l="l"/>
            <a:pathLst>
              <a:path h="2417107" w="1503001">
                <a:moveTo>
                  <a:pt x="0" y="0"/>
                </a:moveTo>
                <a:lnTo>
                  <a:pt x="1503001" y="0"/>
                </a:lnTo>
                <a:lnTo>
                  <a:pt x="1503001" y="2417107"/>
                </a:lnTo>
                <a:lnTo>
                  <a:pt x="0" y="2417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91778" y="999392"/>
            <a:ext cx="1399682" cy="1420341"/>
          </a:xfrm>
          <a:custGeom>
            <a:avLst/>
            <a:gdLst/>
            <a:ahLst/>
            <a:cxnLst/>
            <a:rect r="r" b="b" t="t" l="l"/>
            <a:pathLst>
              <a:path h="1420341" w="1399682">
                <a:moveTo>
                  <a:pt x="0" y="0"/>
                </a:moveTo>
                <a:lnTo>
                  <a:pt x="1399681" y="0"/>
                </a:lnTo>
                <a:lnTo>
                  <a:pt x="1399681" y="1420341"/>
                </a:lnTo>
                <a:lnTo>
                  <a:pt x="0" y="14203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59737" y="4065843"/>
            <a:ext cx="10368526" cy="492156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429087" indent="-214543" lvl="1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{{s17_text_1}}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820900" y="7000208"/>
            <a:ext cx="1752863" cy="2648557"/>
          </a:xfrm>
          <a:custGeom>
            <a:avLst/>
            <a:gdLst/>
            <a:ahLst/>
            <a:cxnLst/>
            <a:rect r="r" b="b" t="t" l="l"/>
            <a:pathLst>
              <a:path h="2648557" w="1752863">
                <a:moveTo>
                  <a:pt x="0" y="0"/>
                </a:moveTo>
                <a:lnTo>
                  <a:pt x="1752863" y="0"/>
                </a:lnTo>
                <a:lnTo>
                  <a:pt x="1752863" y="2648557"/>
                </a:lnTo>
                <a:lnTo>
                  <a:pt x="0" y="2648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891459" y="1247042"/>
            <a:ext cx="850508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{{s17_title}}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B8E1F1">
                <a:alpha val="64706"/>
              </a:srgbClr>
            </a:solidFill>
            <a:ln w="38100" cap="rnd">
              <a:solidFill>
                <a:srgbClr val="FF7BAC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296850">
            <a:off x="-1005673" y="72770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899114" y="6454669"/>
            <a:ext cx="2664188" cy="3097892"/>
          </a:xfrm>
          <a:custGeom>
            <a:avLst/>
            <a:gdLst/>
            <a:ahLst/>
            <a:cxnLst/>
            <a:rect r="r" b="b" t="t" l="l"/>
            <a:pathLst>
              <a:path h="3097892" w="2664188">
                <a:moveTo>
                  <a:pt x="0" y="0"/>
                </a:moveTo>
                <a:lnTo>
                  <a:pt x="2664187" y="0"/>
                </a:lnTo>
                <a:lnTo>
                  <a:pt x="2664187" y="3097893"/>
                </a:lnTo>
                <a:lnTo>
                  <a:pt x="0" y="3097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2082946" y="2540785"/>
            <a:ext cx="1462724" cy="2842750"/>
          </a:xfrm>
          <a:custGeom>
            <a:avLst/>
            <a:gdLst/>
            <a:ahLst/>
            <a:cxnLst/>
            <a:rect r="r" b="b" t="t" l="l"/>
            <a:pathLst>
              <a:path h="2842750" w="1462724">
                <a:moveTo>
                  <a:pt x="1462724" y="0"/>
                </a:moveTo>
                <a:lnTo>
                  <a:pt x="0" y="0"/>
                </a:lnTo>
                <a:lnTo>
                  <a:pt x="0" y="2842750"/>
                </a:lnTo>
                <a:lnTo>
                  <a:pt x="1462724" y="2842750"/>
                </a:lnTo>
                <a:lnTo>
                  <a:pt x="146272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81010" y="999392"/>
            <a:ext cx="1363590" cy="1485098"/>
          </a:xfrm>
          <a:custGeom>
            <a:avLst/>
            <a:gdLst/>
            <a:ahLst/>
            <a:cxnLst/>
            <a:rect r="r" b="b" t="t" l="l"/>
            <a:pathLst>
              <a:path h="1485098" w="1363590">
                <a:moveTo>
                  <a:pt x="0" y="0"/>
                </a:moveTo>
                <a:lnTo>
                  <a:pt x="1363590" y="0"/>
                </a:lnTo>
                <a:lnTo>
                  <a:pt x="1363590" y="1485098"/>
                </a:lnTo>
                <a:lnTo>
                  <a:pt x="0" y="14850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20114" y="1276350"/>
            <a:ext cx="9847772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{{s18_title}}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20114" y="4205257"/>
            <a:ext cx="9514643" cy="48594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61"/>
              </a:lnSpc>
            </a:pPr>
            <a:r>
              <a:rPr lang="en-US" sz="2758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{{s18_text_1}}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10657727">
            <a:off x="-1284102" y="-9746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5231208" y="-10580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14308" y="3086100"/>
            <a:ext cx="12659383" cy="6466462"/>
            <a:chOff x="0" y="0"/>
            <a:chExt cx="1060411" cy="541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411" cy="541662"/>
            </a:xfrm>
            <a:custGeom>
              <a:avLst/>
              <a:gdLst/>
              <a:ahLst/>
              <a:cxnLst/>
              <a:rect r="r" b="b" t="t" l="l"/>
              <a:pathLst>
                <a:path h="541662" w="1060411">
                  <a:moveTo>
                    <a:pt x="29144" y="0"/>
                  </a:moveTo>
                  <a:lnTo>
                    <a:pt x="1031267" y="0"/>
                  </a:lnTo>
                  <a:cubicBezTo>
                    <a:pt x="1038997" y="0"/>
                    <a:pt x="1046410" y="3071"/>
                    <a:pt x="1051875" y="8536"/>
                  </a:cubicBezTo>
                  <a:cubicBezTo>
                    <a:pt x="1057341" y="14002"/>
                    <a:pt x="1060411" y="21415"/>
                    <a:pt x="1060411" y="29144"/>
                  </a:cubicBezTo>
                  <a:lnTo>
                    <a:pt x="1060411" y="512518"/>
                  </a:lnTo>
                  <a:cubicBezTo>
                    <a:pt x="1060411" y="520247"/>
                    <a:pt x="1057341" y="527660"/>
                    <a:pt x="1051875" y="533126"/>
                  </a:cubicBezTo>
                  <a:cubicBezTo>
                    <a:pt x="1046410" y="538592"/>
                    <a:pt x="1038997" y="541662"/>
                    <a:pt x="1031267" y="541662"/>
                  </a:cubicBezTo>
                  <a:lnTo>
                    <a:pt x="29144" y="541662"/>
                  </a:lnTo>
                  <a:cubicBezTo>
                    <a:pt x="21415" y="541662"/>
                    <a:pt x="14002" y="538592"/>
                    <a:pt x="8536" y="533126"/>
                  </a:cubicBezTo>
                  <a:cubicBezTo>
                    <a:pt x="3071" y="527660"/>
                    <a:pt x="0" y="520247"/>
                    <a:pt x="0" y="512518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9C0C8">
                <a:alpha val="64706"/>
              </a:srgbClr>
            </a:solidFill>
            <a:ln w="38100" cap="rnd">
              <a:solidFill>
                <a:srgbClr val="65C5EB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0411" cy="57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929438">
            <a:off x="1608382" y="2811256"/>
            <a:ext cx="2611352" cy="2694641"/>
          </a:xfrm>
          <a:custGeom>
            <a:avLst/>
            <a:gdLst/>
            <a:ahLst/>
            <a:cxnLst/>
            <a:rect r="r" b="b" t="t" l="l"/>
            <a:pathLst>
              <a:path h="2694641" w="2611352">
                <a:moveTo>
                  <a:pt x="0" y="0"/>
                </a:moveTo>
                <a:lnTo>
                  <a:pt x="2611352" y="0"/>
                </a:lnTo>
                <a:lnTo>
                  <a:pt x="2611352" y="2694641"/>
                </a:lnTo>
                <a:lnTo>
                  <a:pt x="0" y="26946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98618">
            <a:off x="2894033" y="585598"/>
            <a:ext cx="1568219" cy="2234509"/>
          </a:xfrm>
          <a:custGeom>
            <a:avLst/>
            <a:gdLst/>
            <a:ahLst/>
            <a:cxnLst/>
            <a:rect r="r" b="b" t="t" l="l"/>
            <a:pathLst>
              <a:path h="2234509" w="1568219">
                <a:moveTo>
                  <a:pt x="0" y="0"/>
                </a:moveTo>
                <a:lnTo>
                  <a:pt x="1568219" y="0"/>
                </a:lnTo>
                <a:lnTo>
                  <a:pt x="1568219" y="2234509"/>
                </a:lnTo>
                <a:lnTo>
                  <a:pt x="0" y="2234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328023" y="7688138"/>
            <a:ext cx="3088299" cy="2717703"/>
          </a:xfrm>
          <a:custGeom>
            <a:avLst/>
            <a:gdLst/>
            <a:ahLst/>
            <a:cxnLst/>
            <a:rect r="r" b="b" t="t" l="l"/>
            <a:pathLst>
              <a:path h="2717703" w="3088299">
                <a:moveTo>
                  <a:pt x="0" y="0"/>
                </a:moveTo>
                <a:lnTo>
                  <a:pt x="3088299" y="0"/>
                </a:lnTo>
                <a:lnTo>
                  <a:pt x="3088299" y="2717703"/>
                </a:lnTo>
                <a:lnTo>
                  <a:pt x="0" y="27177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72768" y="1247042"/>
            <a:ext cx="11342465" cy="1264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35"/>
              </a:lnSpc>
            </a:pPr>
            <a:r>
              <a:rPr lang="en-US" sz="7200" spc="228">
                <a:solidFill>
                  <a:srgbClr val="65C5EB"/>
                </a:solidFill>
                <a:latin typeface="Dynapuff"/>
                <a:ea typeface="Dynapuff"/>
                <a:cs typeface="Dynapuff"/>
                <a:sym typeface="Dynapuff"/>
              </a:rPr>
              <a:t>{{adabiyotlar}}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32778" y="4263872"/>
            <a:ext cx="10222443" cy="452797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001"/>
              </a:lnSpc>
            </a:pPr>
            <a:r>
              <a:rPr lang="en-US" sz="28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2757"/>
            <a:ext cx="18288000" cy="10419983"/>
            <a:chOff x="0" y="0"/>
            <a:chExt cx="24384000" cy="138933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893310" cy="13893310"/>
              <a:chOff x="0" y="0"/>
              <a:chExt cx="2426398" cy="2426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26398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426398">
                    <a:moveTo>
                      <a:pt x="2426398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426398" y="187185"/>
                    </a:lnTo>
                    <a:lnTo>
                      <a:pt x="2426398" y="179984"/>
                    </a:lnTo>
                    <a:close/>
                    <a:moveTo>
                      <a:pt x="2426398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426398" y="374383"/>
                    </a:lnTo>
                    <a:lnTo>
                      <a:pt x="2426398" y="367182"/>
                    </a:lnTo>
                    <a:close/>
                    <a:moveTo>
                      <a:pt x="2426398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426398" y="561581"/>
                    </a:lnTo>
                    <a:lnTo>
                      <a:pt x="2426398" y="554380"/>
                    </a:lnTo>
                    <a:close/>
                    <a:moveTo>
                      <a:pt x="2426398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426398" y="748792"/>
                    </a:lnTo>
                    <a:lnTo>
                      <a:pt x="2426398" y="741591"/>
                    </a:lnTo>
                    <a:close/>
                    <a:moveTo>
                      <a:pt x="2426398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426398" y="935990"/>
                    </a:lnTo>
                    <a:lnTo>
                      <a:pt x="2426398" y="928789"/>
                    </a:lnTo>
                    <a:close/>
                    <a:moveTo>
                      <a:pt x="2426398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426398" y="1123188"/>
                    </a:lnTo>
                    <a:lnTo>
                      <a:pt x="2426398" y="1115987"/>
                    </a:lnTo>
                    <a:close/>
                    <a:moveTo>
                      <a:pt x="2426398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426398" y="1310386"/>
                    </a:lnTo>
                    <a:lnTo>
                      <a:pt x="2426398" y="1303185"/>
                    </a:lnTo>
                    <a:close/>
                    <a:moveTo>
                      <a:pt x="2426398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426398" y="1497584"/>
                    </a:lnTo>
                    <a:lnTo>
                      <a:pt x="2426398" y="1490383"/>
                    </a:lnTo>
                    <a:close/>
                    <a:moveTo>
                      <a:pt x="2426398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426398" y="1684782"/>
                    </a:lnTo>
                    <a:lnTo>
                      <a:pt x="2426398" y="1677581"/>
                    </a:lnTo>
                    <a:close/>
                    <a:moveTo>
                      <a:pt x="2426398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426398" y="1871993"/>
                    </a:lnTo>
                    <a:lnTo>
                      <a:pt x="2426398" y="1864792"/>
                    </a:lnTo>
                    <a:close/>
                    <a:moveTo>
                      <a:pt x="2426398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426398" y="2059191"/>
                    </a:lnTo>
                    <a:lnTo>
                      <a:pt x="2426398" y="2051990"/>
                    </a:lnTo>
                    <a:close/>
                    <a:moveTo>
                      <a:pt x="2426398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426398" y="2246389"/>
                    </a:lnTo>
                    <a:lnTo>
                      <a:pt x="2426398" y="2239188"/>
                    </a:lnTo>
                    <a:close/>
                    <a:moveTo>
                      <a:pt x="180023" y="0"/>
                    </a:moveTo>
                    <a:lnTo>
                      <a:pt x="180023" y="2426398"/>
                    </a:lnTo>
                    <a:lnTo>
                      <a:pt x="187223" y="2426398"/>
                    </a:lnTo>
                    <a:lnTo>
                      <a:pt x="187223" y="0"/>
                    </a:lnTo>
                    <a:lnTo>
                      <a:pt x="180023" y="0"/>
                    </a:lnTo>
                    <a:close/>
                    <a:moveTo>
                      <a:pt x="367221" y="0"/>
                    </a:moveTo>
                    <a:lnTo>
                      <a:pt x="367221" y="2426398"/>
                    </a:lnTo>
                    <a:lnTo>
                      <a:pt x="374421" y="2426398"/>
                    </a:lnTo>
                    <a:lnTo>
                      <a:pt x="374421" y="0"/>
                    </a:lnTo>
                    <a:lnTo>
                      <a:pt x="367221" y="0"/>
                    </a:lnTo>
                    <a:close/>
                    <a:moveTo>
                      <a:pt x="554418" y="0"/>
                    </a:moveTo>
                    <a:lnTo>
                      <a:pt x="554418" y="2426398"/>
                    </a:lnTo>
                    <a:lnTo>
                      <a:pt x="561619" y="2426398"/>
                    </a:lnTo>
                    <a:lnTo>
                      <a:pt x="561619" y="0"/>
                    </a:lnTo>
                    <a:lnTo>
                      <a:pt x="554418" y="0"/>
                    </a:lnTo>
                    <a:close/>
                    <a:moveTo>
                      <a:pt x="741617" y="0"/>
                    </a:moveTo>
                    <a:lnTo>
                      <a:pt x="741617" y="2426398"/>
                    </a:lnTo>
                    <a:lnTo>
                      <a:pt x="748817" y="2426398"/>
                    </a:lnTo>
                    <a:lnTo>
                      <a:pt x="748817" y="0"/>
                    </a:lnTo>
                    <a:lnTo>
                      <a:pt x="741617" y="0"/>
                    </a:lnTo>
                    <a:close/>
                    <a:moveTo>
                      <a:pt x="928815" y="0"/>
                    </a:moveTo>
                    <a:lnTo>
                      <a:pt x="928815" y="2426398"/>
                    </a:lnTo>
                    <a:lnTo>
                      <a:pt x="936015" y="2426398"/>
                    </a:lnTo>
                    <a:lnTo>
                      <a:pt x="936015" y="0"/>
                    </a:lnTo>
                    <a:lnTo>
                      <a:pt x="928815" y="0"/>
                    </a:lnTo>
                    <a:close/>
                    <a:moveTo>
                      <a:pt x="1116025" y="0"/>
                    </a:moveTo>
                    <a:lnTo>
                      <a:pt x="1116025" y="2426398"/>
                    </a:lnTo>
                    <a:lnTo>
                      <a:pt x="1123226" y="2426398"/>
                    </a:lnTo>
                    <a:lnTo>
                      <a:pt x="1123226" y="0"/>
                    </a:lnTo>
                    <a:lnTo>
                      <a:pt x="1116025" y="0"/>
                    </a:lnTo>
                    <a:close/>
                    <a:moveTo>
                      <a:pt x="1303223" y="0"/>
                    </a:moveTo>
                    <a:lnTo>
                      <a:pt x="1303223" y="2426398"/>
                    </a:lnTo>
                    <a:lnTo>
                      <a:pt x="1310424" y="2426398"/>
                    </a:lnTo>
                    <a:lnTo>
                      <a:pt x="1310424" y="0"/>
                    </a:lnTo>
                    <a:lnTo>
                      <a:pt x="1303223" y="0"/>
                    </a:lnTo>
                    <a:close/>
                    <a:moveTo>
                      <a:pt x="1490421" y="0"/>
                    </a:moveTo>
                    <a:lnTo>
                      <a:pt x="1490421" y="2426398"/>
                    </a:lnTo>
                    <a:lnTo>
                      <a:pt x="1497622" y="2426398"/>
                    </a:lnTo>
                    <a:lnTo>
                      <a:pt x="1497622" y="0"/>
                    </a:lnTo>
                    <a:lnTo>
                      <a:pt x="1490421" y="0"/>
                    </a:lnTo>
                    <a:close/>
                    <a:moveTo>
                      <a:pt x="1677619" y="0"/>
                    </a:moveTo>
                    <a:lnTo>
                      <a:pt x="1677619" y="2426398"/>
                    </a:lnTo>
                    <a:lnTo>
                      <a:pt x="1684820" y="2426398"/>
                    </a:lnTo>
                    <a:lnTo>
                      <a:pt x="1684820" y="0"/>
                    </a:lnTo>
                    <a:lnTo>
                      <a:pt x="1677619" y="0"/>
                    </a:lnTo>
                    <a:close/>
                    <a:moveTo>
                      <a:pt x="1864817" y="0"/>
                    </a:moveTo>
                    <a:lnTo>
                      <a:pt x="1864817" y="2426398"/>
                    </a:lnTo>
                    <a:lnTo>
                      <a:pt x="1872018" y="2426398"/>
                    </a:lnTo>
                    <a:lnTo>
                      <a:pt x="1872018" y="0"/>
                    </a:lnTo>
                    <a:lnTo>
                      <a:pt x="1864817" y="0"/>
                    </a:lnTo>
                    <a:close/>
                    <a:moveTo>
                      <a:pt x="2052015" y="0"/>
                    </a:moveTo>
                    <a:lnTo>
                      <a:pt x="2052015" y="2426398"/>
                    </a:lnTo>
                    <a:lnTo>
                      <a:pt x="2059216" y="2426398"/>
                    </a:lnTo>
                    <a:lnTo>
                      <a:pt x="2059216" y="0"/>
                    </a:lnTo>
                    <a:lnTo>
                      <a:pt x="2052015" y="0"/>
                    </a:lnTo>
                    <a:close/>
                    <a:moveTo>
                      <a:pt x="2239226" y="0"/>
                    </a:moveTo>
                    <a:lnTo>
                      <a:pt x="2239226" y="2426398"/>
                    </a:lnTo>
                    <a:lnTo>
                      <a:pt x="2246427" y="2426398"/>
                    </a:lnTo>
                    <a:lnTo>
                      <a:pt x="2246427" y="0"/>
                    </a:lnTo>
                    <a:lnTo>
                      <a:pt x="2239226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1717" y="0"/>
              <a:ext cx="11502283" cy="13893310"/>
              <a:chOff x="0" y="0"/>
              <a:chExt cx="2426398" cy="242639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8817" cy="2426398"/>
              </a:xfrm>
              <a:custGeom>
                <a:avLst/>
                <a:gdLst/>
                <a:ahLst/>
                <a:cxnLst/>
                <a:rect r="r" b="b" t="t" l="l"/>
                <a:pathLst>
                  <a:path h="2426398" w="2008817">
                    <a:moveTo>
                      <a:pt x="2008817" y="179984"/>
                    </a:moveTo>
                    <a:lnTo>
                      <a:pt x="0" y="179984"/>
                    </a:lnTo>
                    <a:lnTo>
                      <a:pt x="0" y="187185"/>
                    </a:lnTo>
                    <a:lnTo>
                      <a:pt x="2008817" y="187185"/>
                    </a:lnTo>
                    <a:lnTo>
                      <a:pt x="2008817" y="179984"/>
                    </a:lnTo>
                    <a:close/>
                    <a:moveTo>
                      <a:pt x="2008817" y="367182"/>
                    </a:moveTo>
                    <a:lnTo>
                      <a:pt x="0" y="367182"/>
                    </a:lnTo>
                    <a:lnTo>
                      <a:pt x="0" y="374383"/>
                    </a:lnTo>
                    <a:lnTo>
                      <a:pt x="2008817" y="374383"/>
                    </a:lnTo>
                    <a:lnTo>
                      <a:pt x="2008817" y="367182"/>
                    </a:lnTo>
                    <a:close/>
                    <a:moveTo>
                      <a:pt x="2008817" y="554380"/>
                    </a:moveTo>
                    <a:lnTo>
                      <a:pt x="0" y="554380"/>
                    </a:lnTo>
                    <a:lnTo>
                      <a:pt x="0" y="561581"/>
                    </a:lnTo>
                    <a:lnTo>
                      <a:pt x="2008817" y="561581"/>
                    </a:lnTo>
                    <a:lnTo>
                      <a:pt x="2008817" y="554380"/>
                    </a:lnTo>
                    <a:close/>
                    <a:moveTo>
                      <a:pt x="2008817" y="741591"/>
                    </a:moveTo>
                    <a:lnTo>
                      <a:pt x="0" y="741591"/>
                    </a:lnTo>
                    <a:lnTo>
                      <a:pt x="0" y="748792"/>
                    </a:lnTo>
                    <a:lnTo>
                      <a:pt x="2008817" y="748792"/>
                    </a:lnTo>
                    <a:lnTo>
                      <a:pt x="2008817" y="741591"/>
                    </a:lnTo>
                    <a:close/>
                    <a:moveTo>
                      <a:pt x="2008817" y="928789"/>
                    </a:moveTo>
                    <a:lnTo>
                      <a:pt x="0" y="928789"/>
                    </a:lnTo>
                    <a:lnTo>
                      <a:pt x="0" y="935990"/>
                    </a:lnTo>
                    <a:lnTo>
                      <a:pt x="2008817" y="935990"/>
                    </a:lnTo>
                    <a:lnTo>
                      <a:pt x="2008817" y="928789"/>
                    </a:lnTo>
                    <a:close/>
                    <a:moveTo>
                      <a:pt x="2008817" y="1115987"/>
                    </a:moveTo>
                    <a:lnTo>
                      <a:pt x="0" y="1115987"/>
                    </a:lnTo>
                    <a:lnTo>
                      <a:pt x="0" y="1123188"/>
                    </a:lnTo>
                    <a:lnTo>
                      <a:pt x="2008817" y="1123188"/>
                    </a:lnTo>
                    <a:lnTo>
                      <a:pt x="2008817" y="1115987"/>
                    </a:lnTo>
                    <a:close/>
                    <a:moveTo>
                      <a:pt x="2008817" y="1303185"/>
                    </a:moveTo>
                    <a:lnTo>
                      <a:pt x="0" y="1303185"/>
                    </a:lnTo>
                    <a:lnTo>
                      <a:pt x="0" y="1310386"/>
                    </a:lnTo>
                    <a:lnTo>
                      <a:pt x="2008817" y="1310386"/>
                    </a:lnTo>
                    <a:lnTo>
                      <a:pt x="2008817" y="1303185"/>
                    </a:lnTo>
                    <a:close/>
                    <a:moveTo>
                      <a:pt x="2008817" y="1490383"/>
                    </a:moveTo>
                    <a:lnTo>
                      <a:pt x="0" y="1490383"/>
                    </a:lnTo>
                    <a:lnTo>
                      <a:pt x="0" y="1497584"/>
                    </a:lnTo>
                    <a:lnTo>
                      <a:pt x="2008817" y="1497584"/>
                    </a:lnTo>
                    <a:lnTo>
                      <a:pt x="2008817" y="1490383"/>
                    </a:lnTo>
                    <a:close/>
                    <a:moveTo>
                      <a:pt x="2008817" y="1677581"/>
                    </a:moveTo>
                    <a:lnTo>
                      <a:pt x="0" y="1677581"/>
                    </a:lnTo>
                    <a:lnTo>
                      <a:pt x="0" y="1684782"/>
                    </a:lnTo>
                    <a:lnTo>
                      <a:pt x="2008817" y="1684782"/>
                    </a:lnTo>
                    <a:lnTo>
                      <a:pt x="2008817" y="1677581"/>
                    </a:lnTo>
                    <a:close/>
                    <a:moveTo>
                      <a:pt x="2008817" y="1864792"/>
                    </a:moveTo>
                    <a:lnTo>
                      <a:pt x="0" y="1864792"/>
                    </a:lnTo>
                    <a:lnTo>
                      <a:pt x="0" y="1871993"/>
                    </a:lnTo>
                    <a:lnTo>
                      <a:pt x="2008817" y="1871993"/>
                    </a:lnTo>
                    <a:lnTo>
                      <a:pt x="2008817" y="1864792"/>
                    </a:lnTo>
                    <a:close/>
                    <a:moveTo>
                      <a:pt x="2008817" y="2051990"/>
                    </a:moveTo>
                    <a:lnTo>
                      <a:pt x="0" y="2051990"/>
                    </a:lnTo>
                    <a:lnTo>
                      <a:pt x="0" y="2059191"/>
                    </a:lnTo>
                    <a:lnTo>
                      <a:pt x="2008817" y="2059191"/>
                    </a:lnTo>
                    <a:lnTo>
                      <a:pt x="2008817" y="2051990"/>
                    </a:lnTo>
                    <a:close/>
                    <a:moveTo>
                      <a:pt x="2008817" y="2239188"/>
                    </a:moveTo>
                    <a:lnTo>
                      <a:pt x="0" y="2239188"/>
                    </a:lnTo>
                    <a:lnTo>
                      <a:pt x="0" y="2246389"/>
                    </a:lnTo>
                    <a:lnTo>
                      <a:pt x="2008817" y="2246389"/>
                    </a:lnTo>
                    <a:lnTo>
                      <a:pt x="2008817" y="2239188"/>
                    </a:lnTo>
                    <a:close/>
                    <a:moveTo>
                      <a:pt x="163095" y="0"/>
                    </a:moveTo>
                    <a:lnTo>
                      <a:pt x="163095" y="2426398"/>
                    </a:lnTo>
                    <a:lnTo>
                      <a:pt x="168958" y="2426398"/>
                    </a:lnTo>
                    <a:lnTo>
                      <a:pt x="168958" y="0"/>
                    </a:lnTo>
                    <a:lnTo>
                      <a:pt x="163095" y="0"/>
                    </a:lnTo>
                    <a:close/>
                    <a:moveTo>
                      <a:pt x="315518" y="0"/>
                    </a:moveTo>
                    <a:lnTo>
                      <a:pt x="315518" y="2426398"/>
                    </a:lnTo>
                    <a:lnTo>
                      <a:pt x="321382" y="2426398"/>
                    </a:lnTo>
                    <a:lnTo>
                      <a:pt x="321382" y="0"/>
                    </a:lnTo>
                    <a:lnTo>
                      <a:pt x="315518" y="0"/>
                    </a:lnTo>
                    <a:close/>
                    <a:moveTo>
                      <a:pt x="467941" y="0"/>
                    </a:moveTo>
                    <a:lnTo>
                      <a:pt x="467941" y="2426398"/>
                    </a:lnTo>
                    <a:lnTo>
                      <a:pt x="473805" y="2426398"/>
                    </a:lnTo>
                    <a:lnTo>
                      <a:pt x="473805" y="0"/>
                    </a:lnTo>
                    <a:lnTo>
                      <a:pt x="467941" y="0"/>
                    </a:lnTo>
                    <a:close/>
                    <a:moveTo>
                      <a:pt x="620365" y="0"/>
                    </a:moveTo>
                    <a:lnTo>
                      <a:pt x="620365" y="2426398"/>
                    </a:lnTo>
                    <a:lnTo>
                      <a:pt x="626228" y="2426398"/>
                    </a:lnTo>
                    <a:lnTo>
                      <a:pt x="626228" y="0"/>
                    </a:lnTo>
                    <a:lnTo>
                      <a:pt x="620365" y="0"/>
                    </a:lnTo>
                    <a:close/>
                    <a:moveTo>
                      <a:pt x="772788" y="0"/>
                    </a:moveTo>
                    <a:lnTo>
                      <a:pt x="772788" y="2426398"/>
                    </a:lnTo>
                    <a:lnTo>
                      <a:pt x="778651" y="2426398"/>
                    </a:lnTo>
                    <a:lnTo>
                      <a:pt x="778651" y="0"/>
                    </a:lnTo>
                    <a:lnTo>
                      <a:pt x="772788" y="0"/>
                    </a:lnTo>
                    <a:close/>
                    <a:moveTo>
                      <a:pt x="925221" y="0"/>
                    </a:moveTo>
                    <a:lnTo>
                      <a:pt x="925221" y="2426398"/>
                    </a:lnTo>
                    <a:lnTo>
                      <a:pt x="931085" y="2426398"/>
                    </a:lnTo>
                    <a:lnTo>
                      <a:pt x="931085" y="0"/>
                    </a:lnTo>
                    <a:lnTo>
                      <a:pt x="925221" y="0"/>
                    </a:lnTo>
                    <a:close/>
                    <a:moveTo>
                      <a:pt x="1077644" y="0"/>
                    </a:moveTo>
                    <a:lnTo>
                      <a:pt x="1077644" y="2426398"/>
                    </a:lnTo>
                    <a:lnTo>
                      <a:pt x="1083508" y="2426398"/>
                    </a:lnTo>
                    <a:lnTo>
                      <a:pt x="1083508" y="0"/>
                    </a:lnTo>
                    <a:lnTo>
                      <a:pt x="1077644" y="0"/>
                    </a:lnTo>
                    <a:close/>
                    <a:moveTo>
                      <a:pt x="1230068" y="0"/>
                    </a:moveTo>
                    <a:lnTo>
                      <a:pt x="1230068" y="2426398"/>
                    </a:lnTo>
                    <a:lnTo>
                      <a:pt x="1235931" y="2426398"/>
                    </a:lnTo>
                    <a:lnTo>
                      <a:pt x="1235931" y="0"/>
                    </a:lnTo>
                    <a:lnTo>
                      <a:pt x="1230068" y="0"/>
                    </a:lnTo>
                    <a:close/>
                    <a:moveTo>
                      <a:pt x="1382491" y="0"/>
                    </a:moveTo>
                    <a:lnTo>
                      <a:pt x="1382491" y="2426398"/>
                    </a:lnTo>
                    <a:lnTo>
                      <a:pt x="1388354" y="2426398"/>
                    </a:lnTo>
                    <a:lnTo>
                      <a:pt x="1388354" y="0"/>
                    </a:lnTo>
                    <a:lnTo>
                      <a:pt x="1382491" y="0"/>
                    </a:lnTo>
                    <a:close/>
                    <a:moveTo>
                      <a:pt x="1534914" y="0"/>
                    </a:moveTo>
                    <a:lnTo>
                      <a:pt x="1534914" y="2426398"/>
                    </a:lnTo>
                    <a:lnTo>
                      <a:pt x="1540777" y="2426398"/>
                    </a:lnTo>
                    <a:lnTo>
                      <a:pt x="1540777" y="0"/>
                    </a:lnTo>
                    <a:lnTo>
                      <a:pt x="1534914" y="0"/>
                    </a:lnTo>
                    <a:close/>
                    <a:moveTo>
                      <a:pt x="1687337" y="0"/>
                    </a:moveTo>
                    <a:lnTo>
                      <a:pt x="1687337" y="2426398"/>
                    </a:lnTo>
                    <a:lnTo>
                      <a:pt x="1693200" y="2426398"/>
                    </a:lnTo>
                    <a:lnTo>
                      <a:pt x="1693200" y="0"/>
                    </a:lnTo>
                    <a:lnTo>
                      <a:pt x="1687337" y="0"/>
                    </a:lnTo>
                    <a:close/>
                    <a:moveTo>
                      <a:pt x="1839771" y="0"/>
                    </a:moveTo>
                    <a:lnTo>
                      <a:pt x="1839771" y="2426398"/>
                    </a:lnTo>
                    <a:lnTo>
                      <a:pt x="1845634" y="2426398"/>
                    </a:lnTo>
                    <a:lnTo>
                      <a:pt x="1845634" y="0"/>
                    </a:lnTo>
                    <a:lnTo>
                      <a:pt x="1839771" y="0"/>
                    </a:lnTo>
                    <a:close/>
                  </a:path>
                </a:pathLst>
              </a:custGeom>
              <a:solidFill>
                <a:srgbClr val="F9C0C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10669757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49520" y="0"/>
            <a:ext cx="4759724" cy="10347225"/>
          </a:xfrm>
          <a:custGeom>
            <a:avLst/>
            <a:gdLst/>
            <a:ahLst/>
            <a:cxnLst/>
            <a:rect r="r" b="b" t="t" l="l"/>
            <a:pathLst>
              <a:path h="10347225" w="4759724">
                <a:moveTo>
                  <a:pt x="0" y="0"/>
                </a:moveTo>
                <a:lnTo>
                  <a:pt x="4759724" y="0"/>
                </a:lnTo>
                <a:lnTo>
                  <a:pt x="4759724" y="10347225"/>
                </a:lnTo>
                <a:lnTo>
                  <a:pt x="0" y="1034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91632" y="3357582"/>
            <a:ext cx="12063043" cy="44182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6997"/>
              </a:lnSpc>
            </a:pPr>
            <a:r>
              <a:rPr lang="en-US" sz="10000" spc="420">
                <a:solidFill>
                  <a:srgbClr val="FF7BAC"/>
                </a:solidFill>
                <a:latin typeface="Dynapuff"/>
                <a:ea typeface="Dynapuff"/>
                <a:cs typeface="Dynapuff"/>
                <a:sym typeface="Dynapuff"/>
              </a:rPr>
              <a:t>{{yakun}}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1632" y="5644907"/>
            <a:ext cx="11112761" cy="21309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5658"/>
              </a:lnSpc>
            </a:pPr>
            <a:r>
              <a:rPr lang="en-US" sz="16837" spc="387">
                <a:solidFill>
                  <a:srgbClr val="65C5EB"/>
                </a:solidFill>
                <a:latin typeface="Dynapuff"/>
                <a:ea typeface="Dynapuff"/>
                <a:cs typeface="Dynapuff"/>
                <a:sym typeface="Dynapuff"/>
              </a:rPr>
              <a:t/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28204">
            <a:off x="9747821" y="3321215"/>
            <a:ext cx="2585178" cy="3811925"/>
          </a:xfrm>
          <a:custGeom>
            <a:avLst/>
            <a:gdLst/>
            <a:ahLst/>
            <a:cxnLst/>
            <a:rect r="r" b="b" t="t" l="l"/>
            <a:pathLst>
              <a:path h="3811925" w="2585178">
                <a:moveTo>
                  <a:pt x="0" y="0"/>
                </a:moveTo>
                <a:lnTo>
                  <a:pt x="2585178" y="0"/>
                </a:lnTo>
                <a:lnTo>
                  <a:pt x="2585178" y="3811925"/>
                </a:lnTo>
                <a:lnTo>
                  <a:pt x="0" y="38119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5556114">
            <a:off x="6115790" y="5722445"/>
            <a:ext cx="1596595" cy="1547246"/>
          </a:xfrm>
          <a:custGeom>
            <a:avLst/>
            <a:gdLst/>
            <a:ahLst/>
            <a:cxnLst/>
            <a:rect r="r" b="b" t="t" l="l"/>
            <a:pathLst>
              <a:path h="1547246" w="1596595">
                <a:moveTo>
                  <a:pt x="0" y="1547245"/>
                </a:moveTo>
                <a:lnTo>
                  <a:pt x="1596595" y="1547245"/>
                </a:lnTo>
                <a:lnTo>
                  <a:pt x="1596595" y="0"/>
                </a:lnTo>
                <a:lnTo>
                  <a:pt x="0" y="0"/>
                </a:lnTo>
                <a:lnTo>
                  <a:pt x="0" y="154724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DAHXbS68pxc</dc:identifier>
  <dcterms:modified xsi:type="dcterms:W3CDTF">2011-08-01T06:04:30Z</dcterms:modified>
  <cp:revision>1</cp:revision>
  <dc:title>Pink Blue and White Illustrated Medical Group Presentation</dc:title>
</cp:coreProperties>
</file>