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Calistoga" charset="1" panose="00000500000000000000"/>
      <p:regular r:id="rId18"/>
    </p:embeddedFont>
    <p:embeddedFont>
      <p:font typeface="Public Sans Bold" charset="1" panose="00000000000000000000"/>
      <p:regular r:id="rId19"/>
    </p:embeddedFont>
    <p:embeddedFont>
      <p:font typeface="Public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3.jpe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3.jpe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3.jpe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69996" y="2812969"/>
            <a:ext cx="9580612" cy="447023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503"/>
              </a:lnSpc>
            </a:pPr>
            <a:r>
              <a:rPr lang="en-US" sz="10000">
                <a:solidFill>
                  <a:srgbClr val="76AADB"/>
                </a:solidFill>
                <a:latin typeface="Calistoga"/>
                <a:ea typeface="Calistoga"/>
                <a:cs typeface="Calistoga"/>
                <a:sym typeface="Calistoga"/>
              </a:rPr>
              <a:t>{{topic}}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69996" y="4952676"/>
            <a:ext cx="9580612" cy="233053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503"/>
              </a:lnSpc>
            </a:pPr>
            <a:r>
              <a:rPr lang="en-US" sz="17503">
                <a:solidFill>
                  <a:srgbClr val="76AADB"/>
                </a:solidFill>
                <a:latin typeface="Calistoga"/>
                <a:ea typeface="Calistoga"/>
                <a:cs typeface="Calistoga"/>
                <a:sym typeface="Calistoga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05276" y="7304542"/>
            <a:ext cx="8677448" cy="4996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3672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76AAD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52899" y="2589282"/>
            <a:ext cx="4982201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{{reja}}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00979" y="4302183"/>
            <a:ext cx="7054282" cy="350198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36"/>
              </a:lnSpc>
            </a:pPr>
            <a:r>
              <a:rPr lang="en-US" sz="3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{{reja_1}}</a:t>
            </a:r>
          </a:p>
          <a:p>
            <a:pPr algn="ctr">
              <a:lnSpc>
                <a:spcPts val="5636"/>
              </a:lnSpc>
            </a:pPr>
            <a:r>
              <a:rPr lang="en-US" sz="3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{{reja_2}}</a:t>
            </a:r>
          </a:p>
          <a:p>
            <a:pPr algn="ctr">
              <a:lnSpc>
                <a:spcPts val="5636"/>
              </a:lnSpc>
            </a:pPr>
            <a:r>
              <a:rPr lang="en-US" sz="3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{{reja_3}}</a:t>
            </a:r>
          </a:p>
          <a:p>
            <a:pPr algn="ctr">
              <a:lnSpc>
                <a:spcPts val="5636"/>
              </a:lnSpc>
            </a:pPr>
            <a:r>
              <a:rPr lang="en-US" sz="3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64003" y="2027817"/>
            <a:ext cx="6816179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{{s03_title}}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39313" y="3246296"/>
            <a:ext cx="9065559" cy="48228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512319" y="3924314"/>
            <a:ext cx="3735726" cy="4339831"/>
            <a:chOff x="0" y="0"/>
            <a:chExt cx="546608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{{image_1}}" id="11" descr="{{image_1}}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14"/>
              <a:stretch>
                <a:fillRect l="-14000" t="0" r="-1399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{{s04_title}}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26055" y="3857639"/>
            <a:ext cx="5973561" cy="394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{{s04_text_1}}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{{s05_title}}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6055" y="3857639"/>
            <a:ext cx="9760188" cy="17557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{{s05_text_1}}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055" y="5797564"/>
            <a:ext cx="9760188" cy="17557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{{s05_text_2}}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{{s06_title}}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6055" y="3786080"/>
            <a:ext cx="10145833" cy="1317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{{s06_text_1}}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055" y="5259104"/>
            <a:ext cx="10145833" cy="2632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{{s06_text_2}}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64003" y="2027817"/>
            <a:ext cx="6816179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{{s07_title}}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39313" y="3246296"/>
            <a:ext cx="9065559" cy="48228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{{s07_text_1}}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512319" y="3924314"/>
            <a:ext cx="3735726" cy="4339831"/>
            <a:chOff x="0" y="0"/>
            <a:chExt cx="546608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{{image_1}}" id="11" descr="{{image_1}}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14"/>
              <a:stretch>
                <a:fillRect l="-14000" t="0" r="-1399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{{s08_title}}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26055" y="3857639"/>
            <a:ext cx="5973561" cy="394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{{s08_text_1}}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{{s09_title}}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6055" y="3857639"/>
            <a:ext cx="9760188" cy="17557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{{s09_text_1}}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055" y="5797564"/>
            <a:ext cx="9760188" cy="17557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{{s09_text_2}}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{{s10_title}}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6055" y="3786080"/>
            <a:ext cx="10145833" cy="1317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{{s10_text_1}}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055" y="5259104"/>
            <a:ext cx="10145833" cy="2632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{{s10_text_2}}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1197" y="2366735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{{s11_title}}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6055" y="3583056"/>
            <a:ext cx="10165646" cy="4384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{{s11_text_1}}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50703" y="4098344"/>
            <a:ext cx="3333854" cy="3279300"/>
          </a:xfrm>
          <a:custGeom>
            <a:avLst/>
            <a:gdLst/>
            <a:ahLst/>
            <a:cxnLst/>
            <a:rect r="r" b="b" t="t" l="l"/>
            <a:pathLst>
              <a:path h="3279300" w="3333854">
                <a:moveTo>
                  <a:pt x="0" y="0"/>
                </a:moveTo>
                <a:lnTo>
                  <a:pt x="3333854" y="0"/>
                </a:lnTo>
                <a:lnTo>
                  <a:pt x="3333854" y="3279300"/>
                </a:lnTo>
                <a:lnTo>
                  <a:pt x="0" y="3279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41197" y="2366735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{{s12_title}}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055" y="3857639"/>
            <a:ext cx="5973561" cy="394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{{s12_text_1}}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512319" y="3924314"/>
            <a:ext cx="3735726" cy="4339831"/>
            <a:chOff x="0" y="0"/>
            <a:chExt cx="546608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{{image_1}}" id="11" descr="{{image_1}}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14"/>
              <a:stretch>
                <a:fillRect l="-14000" t="0" r="-1399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{{s13_title}}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26055" y="3857639"/>
            <a:ext cx="5973561" cy="394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{{s13_text_1}}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{{s14_title}}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6055" y="3857639"/>
            <a:ext cx="9760188" cy="17557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{{s14_text_1}}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055" y="5797564"/>
            <a:ext cx="9760188" cy="17557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1197" y="2589282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{{s15_title}}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6055" y="3786080"/>
            <a:ext cx="10145833" cy="13176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{{s15_text_1}}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055" y="5259104"/>
            <a:ext cx="10145833" cy="26320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{{s15_text_2}}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50703" y="4098344"/>
            <a:ext cx="3333854" cy="3279300"/>
          </a:xfrm>
          <a:custGeom>
            <a:avLst/>
            <a:gdLst/>
            <a:ahLst/>
            <a:cxnLst/>
            <a:rect r="r" b="b" t="t" l="l"/>
            <a:pathLst>
              <a:path h="3279300" w="3333854">
                <a:moveTo>
                  <a:pt x="0" y="0"/>
                </a:moveTo>
                <a:lnTo>
                  <a:pt x="3333854" y="0"/>
                </a:lnTo>
                <a:lnTo>
                  <a:pt x="3333854" y="3279300"/>
                </a:lnTo>
                <a:lnTo>
                  <a:pt x="0" y="3279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41197" y="2366735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{{s16_title}}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055" y="3857639"/>
            <a:ext cx="5973561" cy="3946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{{s16_text_1}}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1197" y="2366735"/>
            <a:ext cx="8805605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{{s17_title}}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6055" y="3583056"/>
            <a:ext cx="10165646" cy="43846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{{s17_text_1}}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18643" y="2895523"/>
            <a:ext cx="11902192" cy="44595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653"/>
              </a:lnSpc>
            </a:pPr>
            <a:r>
              <a:rPr lang="en-US" sz="7200">
                <a:solidFill>
                  <a:srgbClr val="76AADB"/>
                </a:solidFill>
                <a:latin typeface="Calistoga"/>
                <a:ea typeface="Calistoga"/>
                <a:cs typeface="Calistoga"/>
                <a:sym typeface="Calistoga"/>
              </a:rPr>
              <a:t>{{s18_title}}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6990" y="909591"/>
            <a:ext cx="16574019" cy="8467817"/>
          </a:xfrm>
          <a:custGeom>
            <a:avLst/>
            <a:gdLst/>
            <a:ahLst/>
            <a:cxnLst/>
            <a:rect r="r" b="b" t="t" l="l"/>
            <a:pathLst>
              <a:path h="8467817" w="16574019">
                <a:moveTo>
                  <a:pt x="0" y="0"/>
                </a:moveTo>
                <a:lnTo>
                  <a:pt x="16574020" y="0"/>
                </a:lnTo>
                <a:lnTo>
                  <a:pt x="16574020" y="8467818"/>
                </a:lnTo>
                <a:lnTo>
                  <a:pt x="0" y="8467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64003" y="2027817"/>
            <a:ext cx="6816179" cy="106044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999"/>
              </a:lnSpc>
            </a:pPr>
            <a:r>
              <a:rPr lang="en-US" sz="7200">
                <a:solidFill>
                  <a:srgbClr val="FFFFFF"/>
                </a:solidFill>
                <a:latin typeface="Calistoga"/>
                <a:ea typeface="Calistoga"/>
                <a:cs typeface="Calistoga"/>
                <a:sym typeface="Calistoga"/>
              </a:rPr>
              <a:t>{{adabiyotlar}}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39313" y="3246296"/>
            <a:ext cx="9065559" cy="48228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16225">
            <a:off x="1848249" y="-203718"/>
            <a:ext cx="2813027" cy="4114800"/>
          </a:xfrm>
          <a:custGeom>
            <a:avLst/>
            <a:gdLst/>
            <a:ahLst/>
            <a:cxnLst/>
            <a:rect r="r" b="b" t="t" l="l"/>
            <a:pathLst>
              <a:path h="4114800" w="2813027">
                <a:moveTo>
                  <a:pt x="0" y="0"/>
                </a:moveTo>
                <a:lnTo>
                  <a:pt x="2813027" y="0"/>
                </a:lnTo>
                <a:lnTo>
                  <a:pt x="281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2039">
            <a:off x="-1681061" y="3682388"/>
            <a:ext cx="5419521" cy="6355515"/>
          </a:xfrm>
          <a:custGeom>
            <a:avLst/>
            <a:gdLst/>
            <a:ahLst/>
            <a:cxnLst/>
            <a:rect r="r" b="b" t="t" l="l"/>
            <a:pathLst>
              <a:path h="6355515" w="5419521">
                <a:moveTo>
                  <a:pt x="0" y="0"/>
                </a:moveTo>
                <a:lnTo>
                  <a:pt x="5419522" y="0"/>
                </a:lnTo>
                <a:lnTo>
                  <a:pt x="5419522" y="6355515"/>
                </a:lnTo>
                <a:lnTo>
                  <a:pt x="0" y="635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705758">
            <a:off x="14217172" y="26500"/>
            <a:ext cx="4579896" cy="4699520"/>
          </a:xfrm>
          <a:custGeom>
            <a:avLst/>
            <a:gdLst/>
            <a:ahLst/>
            <a:cxnLst/>
            <a:rect r="r" b="b" t="t" l="l"/>
            <a:pathLst>
              <a:path h="4699520" w="4579896">
                <a:moveTo>
                  <a:pt x="4579896" y="0"/>
                </a:moveTo>
                <a:lnTo>
                  <a:pt x="0" y="0"/>
                </a:lnTo>
                <a:lnTo>
                  <a:pt x="0" y="4699520"/>
                </a:lnTo>
                <a:lnTo>
                  <a:pt x="4579896" y="4699520"/>
                </a:lnTo>
                <a:lnTo>
                  <a:pt x="45798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51396">
            <a:off x="15517998" y="5703830"/>
            <a:ext cx="1978243" cy="4730582"/>
          </a:xfrm>
          <a:custGeom>
            <a:avLst/>
            <a:gdLst/>
            <a:ahLst/>
            <a:cxnLst/>
            <a:rect r="r" b="b" t="t" l="l"/>
            <a:pathLst>
              <a:path h="4730582" w="1978243">
                <a:moveTo>
                  <a:pt x="0" y="0"/>
                </a:moveTo>
                <a:lnTo>
                  <a:pt x="1978244" y="0"/>
                </a:lnTo>
                <a:lnTo>
                  <a:pt x="1978244" y="4730582"/>
                </a:lnTo>
                <a:lnTo>
                  <a:pt x="0" y="4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695101">
            <a:off x="8456786" y="-4646271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1"/>
                </a:lnTo>
                <a:lnTo>
                  <a:pt x="0" y="85105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95101">
            <a:off x="7290166" y="6376736"/>
            <a:ext cx="1825906" cy="8510581"/>
          </a:xfrm>
          <a:custGeom>
            <a:avLst/>
            <a:gdLst/>
            <a:ahLst/>
            <a:cxnLst/>
            <a:rect r="r" b="b" t="t" l="l"/>
            <a:pathLst>
              <a:path h="8510581" w="1825906">
                <a:moveTo>
                  <a:pt x="0" y="0"/>
                </a:moveTo>
                <a:lnTo>
                  <a:pt x="1825906" y="0"/>
                </a:lnTo>
                <a:lnTo>
                  <a:pt x="1825906" y="8510580"/>
                </a:lnTo>
                <a:lnTo>
                  <a:pt x="0" y="8510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52876" y="3035259"/>
            <a:ext cx="7582248" cy="454985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503"/>
              </a:lnSpc>
            </a:pPr>
            <a:r>
              <a:rPr lang="en-US" sz="10000">
                <a:solidFill>
                  <a:srgbClr val="76AADB"/>
                </a:solidFill>
                <a:latin typeface="Calistoga"/>
                <a:ea typeface="Calistoga"/>
                <a:cs typeface="Calistoga"/>
                <a:sym typeface="Calistoga"/>
              </a:rPr>
              <a:t>{{yakun}}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DAHXbTMxynI</dc:identifier>
  <dcterms:modified xsi:type="dcterms:W3CDTF">2011-08-01T06:04:30Z</dcterms:modified>
  <cp:revision>1</cp:revision>
  <dc:title>Light Blue Modern Anatomy Medical Group Project Presentation</dc:title>
</cp:coreProperties>
</file>