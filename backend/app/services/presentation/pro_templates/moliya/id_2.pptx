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Inter" charset="1" panose="020B0502030000000004"/>
      <p:regular r:id="rId16"/>
    </p:embeddedFont>
    <p:embeddedFont>
      <p:font typeface="Poppins Medium" charset="1" panose="00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1124" y="1028700"/>
            <a:ext cx="7688176" cy="8229600"/>
            <a:chOff x="0" y="0"/>
            <a:chExt cx="406400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35020"/>
            </a:xfrm>
            <a:custGeom>
              <a:avLst/>
              <a:gdLst/>
              <a:ahLst/>
              <a:cxnLst/>
              <a:rect r="r" b="b" t="t" l="l"/>
              <a:pathLst>
                <a:path h="43502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5116" y="1351101"/>
            <a:ext cx="6800191" cy="7907199"/>
          </a:xfrm>
          <a:custGeom>
            <a:avLst/>
            <a:gdLst/>
            <a:ahLst/>
            <a:cxnLst/>
            <a:rect r="r" b="b" t="t" l="l"/>
            <a:pathLst>
              <a:path h="7907199" w="6800191">
                <a:moveTo>
                  <a:pt x="0" y="0"/>
                </a:moveTo>
                <a:lnTo>
                  <a:pt x="6800191" y="0"/>
                </a:lnTo>
                <a:lnTo>
                  <a:pt x="6800191" y="7907199"/>
                </a:lnTo>
                <a:lnTo>
                  <a:pt x="0" y="7907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43841" y="1028700"/>
            <a:ext cx="2459539" cy="766943"/>
            <a:chOff x="0" y="0"/>
            <a:chExt cx="647780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7780" cy="201993"/>
            </a:xfrm>
            <a:custGeom>
              <a:avLst/>
              <a:gdLst/>
              <a:ahLst/>
              <a:cxnLst/>
              <a:rect r="r" b="b" t="t" l="l"/>
              <a:pathLst>
                <a:path h="201993" w="647780">
                  <a:moveTo>
                    <a:pt x="100997" y="0"/>
                  </a:moveTo>
                  <a:lnTo>
                    <a:pt x="546783" y="0"/>
                  </a:lnTo>
                  <a:cubicBezTo>
                    <a:pt x="573569" y="0"/>
                    <a:pt x="599258" y="10641"/>
                    <a:pt x="618198" y="29581"/>
                  </a:cubicBezTo>
                  <a:cubicBezTo>
                    <a:pt x="637139" y="48522"/>
                    <a:pt x="647780" y="74211"/>
                    <a:pt x="647780" y="100997"/>
                  </a:cubicBezTo>
                  <a:lnTo>
                    <a:pt x="647780" y="100997"/>
                  </a:lnTo>
                  <a:cubicBezTo>
                    <a:pt x="647780" y="156776"/>
                    <a:pt x="602562" y="201993"/>
                    <a:pt x="546783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47780" cy="240093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2502"/>
                </a:lnSpc>
              </a:pPr>
              <a:r>
                <a:rPr lang="en-US" sz="18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82129" y="1028700"/>
            <a:ext cx="3410245" cy="766943"/>
            <a:chOff x="0" y="0"/>
            <a:chExt cx="898172" cy="2019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8172" cy="201993"/>
            </a:xfrm>
            <a:custGeom>
              <a:avLst/>
              <a:gdLst/>
              <a:ahLst/>
              <a:cxnLst/>
              <a:rect r="r" b="b" t="t" l="l"/>
              <a:pathLst>
                <a:path h="201993" w="898172">
                  <a:moveTo>
                    <a:pt x="100997" y="0"/>
                  </a:moveTo>
                  <a:lnTo>
                    <a:pt x="797175" y="0"/>
                  </a:lnTo>
                  <a:cubicBezTo>
                    <a:pt x="852954" y="0"/>
                    <a:pt x="898172" y="45218"/>
                    <a:pt x="898172" y="100997"/>
                  </a:cubicBezTo>
                  <a:lnTo>
                    <a:pt x="898172" y="100997"/>
                  </a:lnTo>
                  <a:cubicBezTo>
                    <a:pt x="898172" y="127783"/>
                    <a:pt x="887531" y="153472"/>
                    <a:pt x="868590" y="172412"/>
                  </a:cubicBezTo>
                  <a:cubicBezTo>
                    <a:pt x="849650" y="191353"/>
                    <a:pt x="823961" y="201993"/>
                    <a:pt x="797175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ln w="19050" cap="rnd">
              <a:solidFill>
                <a:srgbClr val="3B570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98172" cy="240093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2502"/>
                </a:lnSpc>
              </a:pPr>
              <a:r>
                <a:rPr lang="en-US" sz="1800">
                  <a:solidFill>
                    <a:srgbClr val="3B5704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028700"/>
            <a:ext cx="766943" cy="76694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DD24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89770" y="1089770"/>
            <a:ext cx="644803" cy="644803"/>
          </a:xfrm>
          <a:custGeom>
            <a:avLst/>
            <a:gdLst/>
            <a:ahLst/>
            <a:cxnLst/>
            <a:rect r="r" b="b" t="t" l="l"/>
            <a:pathLst>
              <a:path h="644803" w="644803">
                <a:moveTo>
                  <a:pt x="0" y="0"/>
                </a:moveTo>
                <a:lnTo>
                  <a:pt x="644803" y="0"/>
                </a:lnTo>
                <a:lnTo>
                  <a:pt x="644803" y="644803"/>
                </a:lnTo>
                <a:lnTo>
                  <a:pt x="0" y="644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426495" y="884072"/>
            <a:ext cx="289257" cy="28925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6495" y="9113672"/>
            <a:ext cx="289257" cy="28925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5743413"/>
            <a:ext cx="8115300" cy="306090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3434"/>
              </a:lnSpc>
            </a:pPr>
            <a:r>
              <a:rPr lang="en-US" sz="10000" spc="-1189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{{topic}}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1885" y="8566658"/>
            <a:ext cx="7214300" cy="6916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699"/>
              </a:lnSpc>
              <a:spcBef>
                <a:spcPct val="0"/>
              </a:spcBef>
            </a:pPr>
            <a:r>
              <a:rPr lang="en-US" sz="3600" spc="-192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8987" y="2162969"/>
            <a:ext cx="14030026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{{reja}}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89358" y="5707225"/>
            <a:ext cx="5909284" cy="766943"/>
            <a:chOff x="0" y="0"/>
            <a:chExt cx="1556355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355" cy="201993"/>
            </a:xfrm>
            <a:custGeom>
              <a:avLst/>
              <a:gdLst/>
              <a:ahLst/>
              <a:cxnLst/>
              <a:rect r="r" b="b" t="t" l="l"/>
              <a:pathLst>
                <a:path h="201993" w="1556355">
                  <a:moveTo>
                    <a:pt x="100997" y="0"/>
                  </a:moveTo>
                  <a:lnTo>
                    <a:pt x="1455358" y="0"/>
                  </a:lnTo>
                  <a:cubicBezTo>
                    <a:pt x="1511137" y="0"/>
                    <a:pt x="1556355" y="45218"/>
                    <a:pt x="1556355" y="100997"/>
                  </a:cubicBezTo>
                  <a:lnTo>
                    <a:pt x="1556355" y="100997"/>
                  </a:lnTo>
                  <a:cubicBezTo>
                    <a:pt x="1556355" y="127783"/>
                    <a:pt x="1545714" y="153472"/>
                    <a:pt x="1526773" y="172412"/>
                  </a:cubicBezTo>
                  <a:cubicBezTo>
                    <a:pt x="1507833" y="191353"/>
                    <a:pt x="1482144" y="201993"/>
                    <a:pt x="1455358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56355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899816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{{reja_1}}</a:t>
            </a:r>
          </a:p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{{reja_2}}</a:t>
            </a:r>
          </a:p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{{reja_3}}</a:t>
            </a:r>
          </a:p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{{reja_4}}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3437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99816" y="2160312"/>
            <a:ext cx="8551019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{{s03_title}}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99816" y="5860290"/>
            <a:ext cx="4546779" cy="766943"/>
            <a:chOff x="0" y="0"/>
            <a:chExt cx="1197506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7506" cy="201993"/>
            </a:xfrm>
            <a:custGeom>
              <a:avLst/>
              <a:gdLst/>
              <a:ahLst/>
              <a:cxnLst/>
              <a:rect r="r" b="b" t="t" l="l"/>
              <a:pathLst>
                <a:path h="201993" w="1197506">
                  <a:moveTo>
                    <a:pt x="100997" y="0"/>
                  </a:moveTo>
                  <a:lnTo>
                    <a:pt x="1096509" y="0"/>
                  </a:lnTo>
                  <a:cubicBezTo>
                    <a:pt x="1152288" y="0"/>
                    <a:pt x="1197506" y="45218"/>
                    <a:pt x="1197506" y="100997"/>
                  </a:cubicBezTo>
                  <a:lnTo>
                    <a:pt x="1197506" y="100997"/>
                  </a:lnTo>
                  <a:cubicBezTo>
                    <a:pt x="1197506" y="156776"/>
                    <a:pt x="1152288" y="201993"/>
                    <a:pt x="1096509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97506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{{s03_label_1}}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899816" y="7031439"/>
            <a:ext cx="743187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{{s03_text_1}}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871046" y="2114483"/>
            <a:ext cx="6663837" cy="6058033"/>
          </a:xfrm>
          <a:custGeom>
            <a:avLst/>
            <a:gdLst/>
            <a:ahLst/>
            <a:cxnLst/>
            <a:rect r="r" b="b" t="t" l="l"/>
            <a:pathLst>
              <a:path h="6058033" w="6663837">
                <a:moveTo>
                  <a:pt x="0" y="0"/>
                </a:moveTo>
                <a:lnTo>
                  <a:pt x="6663836" y="0"/>
                </a:lnTo>
                <a:lnTo>
                  <a:pt x="6663836" y="6058034"/>
                </a:lnTo>
                <a:lnTo>
                  <a:pt x="0" y="6058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8987" y="2162969"/>
            <a:ext cx="14030026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{{s04_title}}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89358" y="5707225"/>
            <a:ext cx="5909284" cy="766943"/>
            <a:chOff x="0" y="0"/>
            <a:chExt cx="1556355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355" cy="201993"/>
            </a:xfrm>
            <a:custGeom>
              <a:avLst/>
              <a:gdLst/>
              <a:ahLst/>
              <a:cxnLst/>
              <a:rect r="r" b="b" t="t" l="l"/>
              <a:pathLst>
                <a:path h="201993" w="1556355">
                  <a:moveTo>
                    <a:pt x="100997" y="0"/>
                  </a:moveTo>
                  <a:lnTo>
                    <a:pt x="1455358" y="0"/>
                  </a:lnTo>
                  <a:cubicBezTo>
                    <a:pt x="1511137" y="0"/>
                    <a:pt x="1556355" y="45218"/>
                    <a:pt x="1556355" y="100997"/>
                  </a:cubicBezTo>
                  <a:lnTo>
                    <a:pt x="1556355" y="100997"/>
                  </a:lnTo>
                  <a:cubicBezTo>
                    <a:pt x="1556355" y="127783"/>
                    <a:pt x="1545714" y="153472"/>
                    <a:pt x="1526773" y="172412"/>
                  </a:cubicBezTo>
                  <a:cubicBezTo>
                    <a:pt x="1507833" y="191353"/>
                    <a:pt x="1482144" y="201993"/>
                    <a:pt x="1455358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56355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{{s04_label_1}}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899816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{{s04_text_1}}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3437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{{s04_text_2}}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76861" y="1960042"/>
            <a:ext cx="13334279" cy="161845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{{s05_title}}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46631" y="5143500"/>
            <a:ext cx="4546779" cy="766943"/>
            <a:chOff x="0" y="0"/>
            <a:chExt cx="1197506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7506" cy="201993"/>
            </a:xfrm>
            <a:custGeom>
              <a:avLst/>
              <a:gdLst/>
              <a:ahLst/>
              <a:cxnLst/>
              <a:rect r="r" b="b" t="t" l="l"/>
              <a:pathLst>
                <a:path h="201993" w="1197506">
                  <a:moveTo>
                    <a:pt x="100997" y="0"/>
                  </a:moveTo>
                  <a:lnTo>
                    <a:pt x="1096509" y="0"/>
                  </a:lnTo>
                  <a:cubicBezTo>
                    <a:pt x="1152288" y="0"/>
                    <a:pt x="1197506" y="45218"/>
                    <a:pt x="1197506" y="100997"/>
                  </a:cubicBezTo>
                  <a:lnTo>
                    <a:pt x="1197506" y="100997"/>
                  </a:lnTo>
                  <a:cubicBezTo>
                    <a:pt x="1197506" y="156776"/>
                    <a:pt x="1152288" y="201993"/>
                    <a:pt x="1096509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97506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{{s05_label_1}}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2246631" y="6429269"/>
            <a:ext cx="7372032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{{s05_text_1}}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691965" y="3894826"/>
            <a:ext cx="5119174" cy="4802716"/>
          </a:xfrm>
          <a:custGeom>
            <a:avLst/>
            <a:gdLst/>
            <a:ahLst/>
            <a:cxnLst/>
            <a:rect r="r" b="b" t="t" l="l"/>
            <a:pathLst>
              <a:path h="4802716" w="5119174">
                <a:moveTo>
                  <a:pt x="0" y="0"/>
                </a:moveTo>
                <a:lnTo>
                  <a:pt x="5119174" y="0"/>
                </a:lnTo>
                <a:lnTo>
                  <a:pt x="5119174" y="4802716"/>
                </a:lnTo>
                <a:lnTo>
                  <a:pt x="0" y="480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99567" y="1903131"/>
            <a:ext cx="8215105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{{s06_title}}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8899567" y="5910396"/>
            <a:ext cx="7372032" cy="2759223"/>
            <a:chOff x="0" y="0"/>
            <a:chExt cx="9829376" cy="367896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062373" cy="1022591"/>
              <a:chOff x="0" y="0"/>
              <a:chExt cx="1197506" cy="20199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97506" cy="201993"/>
              </a:xfrm>
              <a:custGeom>
                <a:avLst/>
                <a:gdLst/>
                <a:ahLst/>
                <a:cxnLst/>
                <a:rect r="r" b="b" t="t" l="l"/>
                <a:pathLst>
                  <a:path h="201993" w="1197506">
                    <a:moveTo>
                      <a:pt x="100997" y="0"/>
                    </a:moveTo>
                    <a:lnTo>
                      <a:pt x="1096509" y="0"/>
                    </a:lnTo>
                    <a:cubicBezTo>
                      <a:pt x="1152288" y="0"/>
                      <a:pt x="1197506" y="45218"/>
                      <a:pt x="1197506" y="100997"/>
                    </a:cubicBezTo>
                    <a:lnTo>
                      <a:pt x="1197506" y="100997"/>
                    </a:lnTo>
                    <a:cubicBezTo>
                      <a:pt x="1197506" y="156776"/>
                      <a:pt x="1152288" y="201993"/>
                      <a:pt x="1096509" y="201993"/>
                    </a:cubicBezTo>
                    <a:lnTo>
                      <a:pt x="100997" y="201993"/>
                    </a:lnTo>
                    <a:cubicBezTo>
                      <a:pt x="45218" y="201993"/>
                      <a:pt x="0" y="156776"/>
                      <a:pt x="0" y="100997"/>
                    </a:cubicBezTo>
                    <a:lnTo>
                      <a:pt x="0" y="100997"/>
                    </a:lnTo>
                    <a:cubicBezTo>
                      <a:pt x="0" y="45218"/>
                      <a:pt x="45218" y="0"/>
                      <a:pt x="100997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197506" cy="249618"/>
              </a:xfrm>
              <a:prstGeom prst="rect">
                <a:avLst/>
              </a:prstGeom>
            </p:spPr>
            <p:txBody>
              <a:bodyPr anchor="ctr" rtlCol="false" tIns="50800" lIns="50800" bIns="50800" rIns="50800" wrap="square">
                <a:normAutofit/>
              </a:bodyPr>
              <a:lstStyle/>
              <a:p>
                <a:pPr algn="ctr">
                  <a:lnSpc>
                    <a:spcPts val="3336"/>
                  </a:lnSpc>
                </a:pPr>
                <a:r>
                  <a:rPr lang="en-US" sz="2400">
                    <a:solidFill>
                      <a:srgbClr val="EDFFCC"/>
                    </a:solidFill>
                    <a:latin typeface="Inter"/>
                    <a:ea typeface="Inter"/>
                    <a:cs typeface="Inter"/>
                    <a:sym typeface="Inter"/>
                  </a:rPr>
                  <a:t>{{s06_label_1}}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727059"/>
              <a:ext cx="9829376" cy="1951905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362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3B5704"/>
                  </a:solidFill>
                  <a:latin typeface="Inter"/>
                  <a:ea typeface="Inter"/>
                  <a:cs typeface="Inter"/>
                  <a:sym typeface="Inter"/>
                </a:rPr>
                <a:t>{{s06_text_1}}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864249" y="1522131"/>
            <a:ext cx="5766508" cy="7274265"/>
          </a:xfrm>
          <a:custGeom>
            <a:avLst/>
            <a:gdLst/>
            <a:ahLst/>
            <a:cxnLst/>
            <a:rect r="r" b="b" t="t" l="l"/>
            <a:pathLst>
              <a:path h="7274265" w="5766508">
                <a:moveTo>
                  <a:pt x="0" y="0"/>
                </a:moveTo>
                <a:lnTo>
                  <a:pt x="5766508" y="0"/>
                </a:lnTo>
                <a:lnTo>
                  <a:pt x="5766508" y="7274264"/>
                </a:lnTo>
                <a:lnTo>
                  <a:pt x="0" y="7274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50708" y="1960106"/>
            <a:ext cx="8215105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{{s07_title}}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850708" y="5853420"/>
            <a:ext cx="7372032" cy="2759223"/>
            <a:chOff x="0" y="0"/>
            <a:chExt cx="9829376" cy="367896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062373" cy="1022591"/>
              <a:chOff x="0" y="0"/>
              <a:chExt cx="1197506" cy="20199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97506" cy="201993"/>
              </a:xfrm>
              <a:custGeom>
                <a:avLst/>
                <a:gdLst/>
                <a:ahLst/>
                <a:cxnLst/>
                <a:rect r="r" b="b" t="t" l="l"/>
                <a:pathLst>
                  <a:path h="201993" w="1197506">
                    <a:moveTo>
                      <a:pt x="100997" y="0"/>
                    </a:moveTo>
                    <a:lnTo>
                      <a:pt x="1096509" y="0"/>
                    </a:lnTo>
                    <a:cubicBezTo>
                      <a:pt x="1152288" y="0"/>
                      <a:pt x="1197506" y="45218"/>
                      <a:pt x="1197506" y="100997"/>
                    </a:cubicBezTo>
                    <a:lnTo>
                      <a:pt x="1197506" y="100997"/>
                    </a:lnTo>
                    <a:cubicBezTo>
                      <a:pt x="1197506" y="156776"/>
                      <a:pt x="1152288" y="201993"/>
                      <a:pt x="1096509" y="201993"/>
                    </a:cubicBezTo>
                    <a:lnTo>
                      <a:pt x="100997" y="201993"/>
                    </a:lnTo>
                    <a:cubicBezTo>
                      <a:pt x="45218" y="201993"/>
                      <a:pt x="0" y="156776"/>
                      <a:pt x="0" y="100997"/>
                    </a:cubicBezTo>
                    <a:lnTo>
                      <a:pt x="0" y="100997"/>
                    </a:lnTo>
                    <a:cubicBezTo>
                      <a:pt x="0" y="45218"/>
                      <a:pt x="45218" y="0"/>
                      <a:pt x="100997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197506" cy="249618"/>
              </a:xfrm>
              <a:prstGeom prst="rect">
                <a:avLst/>
              </a:prstGeom>
            </p:spPr>
            <p:txBody>
              <a:bodyPr anchor="ctr" rtlCol="false" tIns="50800" lIns="50800" bIns="50800" rIns="50800" wrap="square">
                <a:normAutofit/>
              </a:bodyPr>
              <a:lstStyle/>
              <a:p>
                <a:pPr algn="ctr">
                  <a:lnSpc>
                    <a:spcPts val="3336"/>
                  </a:lnSpc>
                </a:pPr>
                <a:r>
                  <a:rPr lang="en-US" sz="2400">
                    <a:solidFill>
                      <a:srgbClr val="EDFFCC"/>
                    </a:solidFill>
                    <a:latin typeface="Inter"/>
                    <a:ea typeface="Inter"/>
                    <a:cs typeface="Inter"/>
                    <a:sym typeface="Inter"/>
                  </a:rPr>
                  <a:t>{{s07_label_1}}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727059"/>
              <a:ext cx="9829376" cy="1951905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362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3B5704"/>
                  </a:solidFill>
                  <a:latin typeface="Inter"/>
                  <a:ea typeface="Inter"/>
                  <a:cs typeface="Inter"/>
                  <a:sym typeface="Inter"/>
                </a:rPr>
                <a:t>{{s07_text_1}}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285993" y="1646668"/>
            <a:ext cx="6345161" cy="6993664"/>
          </a:xfrm>
          <a:custGeom>
            <a:avLst/>
            <a:gdLst/>
            <a:ahLst/>
            <a:cxnLst/>
            <a:rect r="r" b="b" t="t" l="l"/>
            <a:pathLst>
              <a:path h="6993664" w="6345161">
                <a:moveTo>
                  <a:pt x="0" y="0"/>
                </a:moveTo>
                <a:lnTo>
                  <a:pt x="6345161" y="0"/>
                </a:lnTo>
                <a:lnTo>
                  <a:pt x="6345161" y="6993664"/>
                </a:lnTo>
                <a:lnTo>
                  <a:pt x="0" y="6993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40428" y="2064427"/>
            <a:ext cx="13607144" cy="161845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{{s08_title}}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8071390" y="4235334"/>
            <a:ext cx="5155558" cy="766943"/>
            <a:chOff x="0" y="0"/>
            <a:chExt cx="1357842" cy="201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7842" cy="201993"/>
            </a:xfrm>
            <a:custGeom>
              <a:avLst/>
              <a:gdLst/>
              <a:ahLst/>
              <a:cxnLst/>
              <a:rect r="r" b="b" t="t" l="l"/>
              <a:pathLst>
                <a:path h="201993" w="1357842">
                  <a:moveTo>
                    <a:pt x="100997" y="0"/>
                  </a:moveTo>
                  <a:lnTo>
                    <a:pt x="1256846" y="0"/>
                  </a:lnTo>
                  <a:cubicBezTo>
                    <a:pt x="1312625" y="0"/>
                    <a:pt x="1357842" y="45218"/>
                    <a:pt x="1357842" y="100997"/>
                  </a:cubicBezTo>
                  <a:lnTo>
                    <a:pt x="1357842" y="100997"/>
                  </a:lnTo>
                  <a:cubicBezTo>
                    <a:pt x="1357842" y="127783"/>
                    <a:pt x="1347202" y="153472"/>
                    <a:pt x="1328261" y="172412"/>
                  </a:cubicBezTo>
                  <a:cubicBezTo>
                    <a:pt x="1309321" y="191353"/>
                    <a:pt x="1283632" y="201993"/>
                    <a:pt x="1256846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57842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{{s08_label_1}}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071390" y="5516627"/>
            <a:ext cx="832868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{{s08_text_1}}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71390" y="7205510"/>
            <a:ext cx="832868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{{s08_text_2}}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44856" y="4222961"/>
            <a:ext cx="5562956" cy="4460479"/>
          </a:xfrm>
          <a:custGeom>
            <a:avLst/>
            <a:gdLst/>
            <a:ahLst/>
            <a:cxnLst/>
            <a:rect r="r" b="b" t="t" l="l"/>
            <a:pathLst>
              <a:path h="4460479" w="5562956">
                <a:moveTo>
                  <a:pt x="0" y="0"/>
                </a:moveTo>
                <a:lnTo>
                  <a:pt x="5562956" y="0"/>
                </a:lnTo>
                <a:lnTo>
                  <a:pt x="5562956" y="4460479"/>
                </a:lnTo>
                <a:lnTo>
                  <a:pt x="0" y="446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05586" y="2134585"/>
            <a:ext cx="9142768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{{s09_title}}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905586" y="5801370"/>
            <a:ext cx="5242526" cy="766943"/>
            <a:chOff x="0" y="0"/>
            <a:chExt cx="1380748" cy="201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0748" cy="201993"/>
            </a:xfrm>
            <a:custGeom>
              <a:avLst/>
              <a:gdLst/>
              <a:ahLst/>
              <a:cxnLst/>
              <a:rect r="r" b="b" t="t" l="l"/>
              <a:pathLst>
                <a:path h="201993" w="1380748">
                  <a:moveTo>
                    <a:pt x="100997" y="0"/>
                  </a:moveTo>
                  <a:lnTo>
                    <a:pt x="1279751" y="0"/>
                  </a:lnTo>
                  <a:cubicBezTo>
                    <a:pt x="1335530" y="0"/>
                    <a:pt x="1380748" y="45218"/>
                    <a:pt x="1380748" y="100997"/>
                  </a:cubicBezTo>
                  <a:lnTo>
                    <a:pt x="1380748" y="100997"/>
                  </a:lnTo>
                  <a:cubicBezTo>
                    <a:pt x="1380748" y="127783"/>
                    <a:pt x="1370107" y="153472"/>
                    <a:pt x="1351166" y="172412"/>
                  </a:cubicBezTo>
                  <a:cubicBezTo>
                    <a:pt x="1332226" y="191353"/>
                    <a:pt x="1306537" y="201993"/>
                    <a:pt x="1279751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80748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{{s09_label_1}}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05586" y="6964711"/>
            <a:ext cx="8076825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{{s09_text_1}}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715837" y="1561509"/>
            <a:ext cx="6228505" cy="7107215"/>
          </a:xfrm>
          <a:custGeom>
            <a:avLst/>
            <a:gdLst/>
            <a:ahLst/>
            <a:cxnLst/>
            <a:rect r="r" b="b" t="t" l="l"/>
            <a:pathLst>
              <a:path h="7107215" w="6228505">
                <a:moveTo>
                  <a:pt x="0" y="0"/>
                </a:moveTo>
                <a:lnTo>
                  <a:pt x="6228505" y="0"/>
                </a:lnTo>
                <a:lnTo>
                  <a:pt x="6228505" y="7107215"/>
                </a:lnTo>
                <a:lnTo>
                  <a:pt x="0" y="7107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99816" y="2160312"/>
            <a:ext cx="8551019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{{s10_title}}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99816" y="5860290"/>
            <a:ext cx="4546779" cy="766943"/>
            <a:chOff x="0" y="0"/>
            <a:chExt cx="1197506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7506" cy="201993"/>
            </a:xfrm>
            <a:custGeom>
              <a:avLst/>
              <a:gdLst/>
              <a:ahLst/>
              <a:cxnLst/>
              <a:rect r="r" b="b" t="t" l="l"/>
              <a:pathLst>
                <a:path h="201993" w="1197506">
                  <a:moveTo>
                    <a:pt x="100997" y="0"/>
                  </a:moveTo>
                  <a:lnTo>
                    <a:pt x="1096509" y="0"/>
                  </a:lnTo>
                  <a:cubicBezTo>
                    <a:pt x="1152288" y="0"/>
                    <a:pt x="1197506" y="45218"/>
                    <a:pt x="1197506" y="100997"/>
                  </a:cubicBezTo>
                  <a:lnTo>
                    <a:pt x="1197506" y="100997"/>
                  </a:lnTo>
                  <a:cubicBezTo>
                    <a:pt x="1197506" y="156776"/>
                    <a:pt x="1152288" y="201993"/>
                    <a:pt x="1096509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97506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{{s10_label_1}}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899816" y="7031439"/>
            <a:ext cx="743187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{{s10_text_1}}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871046" y="2114483"/>
            <a:ext cx="6663837" cy="6058033"/>
          </a:xfrm>
          <a:custGeom>
            <a:avLst/>
            <a:gdLst/>
            <a:ahLst/>
            <a:cxnLst/>
            <a:rect r="r" b="b" t="t" l="l"/>
            <a:pathLst>
              <a:path h="6058033" w="6663837">
                <a:moveTo>
                  <a:pt x="0" y="0"/>
                </a:moveTo>
                <a:lnTo>
                  <a:pt x="6663836" y="0"/>
                </a:lnTo>
                <a:lnTo>
                  <a:pt x="6663836" y="6058034"/>
                </a:lnTo>
                <a:lnTo>
                  <a:pt x="0" y="6058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8987" y="2162969"/>
            <a:ext cx="14030026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{{s11_title}}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89358" y="5707225"/>
            <a:ext cx="5909284" cy="766943"/>
            <a:chOff x="0" y="0"/>
            <a:chExt cx="1556355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355" cy="201993"/>
            </a:xfrm>
            <a:custGeom>
              <a:avLst/>
              <a:gdLst/>
              <a:ahLst/>
              <a:cxnLst/>
              <a:rect r="r" b="b" t="t" l="l"/>
              <a:pathLst>
                <a:path h="201993" w="1556355">
                  <a:moveTo>
                    <a:pt x="100997" y="0"/>
                  </a:moveTo>
                  <a:lnTo>
                    <a:pt x="1455358" y="0"/>
                  </a:lnTo>
                  <a:cubicBezTo>
                    <a:pt x="1511137" y="0"/>
                    <a:pt x="1556355" y="45218"/>
                    <a:pt x="1556355" y="100997"/>
                  </a:cubicBezTo>
                  <a:lnTo>
                    <a:pt x="1556355" y="100997"/>
                  </a:lnTo>
                  <a:cubicBezTo>
                    <a:pt x="1556355" y="127783"/>
                    <a:pt x="1545714" y="153472"/>
                    <a:pt x="1526773" y="172412"/>
                  </a:cubicBezTo>
                  <a:cubicBezTo>
                    <a:pt x="1507833" y="191353"/>
                    <a:pt x="1482144" y="201993"/>
                    <a:pt x="1455358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56355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{{s11_label_1}}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899816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{{s11_text_1}}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3437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{{s11_text_2}}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76861" y="1960042"/>
            <a:ext cx="13334279" cy="161845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{{s12_title}}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46631" y="5143500"/>
            <a:ext cx="4546779" cy="766943"/>
            <a:chOff x="0" y="0"/>
            <a:chExt cx="1197506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7506" cy="201993"/>
            </a:xfrm>
            <a:custGeom>
              <a:avLst/>
              <a:gdLst/>
              <a:ahLst/>
              <a:cxnLst/>
              <a:rect r="r" b="b" t="t" l="l"/>
              <a:pathLst>
                <a:path h="201993" w="1197506">
                  <a:moveTo>
                    <a:pt x="100997" y="0"/>
                  </a:moveTo>
                  <a:lnTo>
                    <a:pt x="1096509" y="0"/>
                  </a:lnTo>
                  <a:cubicBezTo>
                    <a:pt x="1152288" y="0"/>
                    <a:pt x="1197506" y="45218"/>
                    <a:pt x="1197506" y="100997"/>
                  </a:cubicBezTo>
                  <a:lnTo>
                    <a:pt x="1197506" y="100997"/>
                  </a:lnTo>
                  <a:cubicBezTo>
                    <a:pt x="1197506" y="156776"/>
                    <a:pt x="1152288" y="201993"/>
                    <a:pt x="1096509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97506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{{s12_label_1}}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2246631" y="6429269"/>
            <a:ext cx="7372032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{{s12_text_1}}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691965" y="3894826"/>
            <a:ext cx="5119174" cy="4802716"/>
          </a:xfrm>
          <a:custGeom>
            <a:avLst/>
            <a:gdLst/>
            <a:ahLst/>
            <a:cxnLst/>
            <a:rect r="r" b="b" t="t" l="l"/>
            <a:pathLst>
              <a:path h="4802716" w="5119174">
                <a:moveTo>
                  <a:pt x="0" y="0"/>
                </a:moveTo>
                <a:lnTo>
                  <a:pt x="5119174" y="0"/>
                </a:lnTo>
                <a:lnTo>
                  <a:pt x="5119174" y="4802716"/>
                </a:lnTo>
                <a:lnTo>
                  <a:pt x="0" y="480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99567" y="1903131"/>
            <a:ext cx="8215105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{{s13_title}}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8899567" y="5910396"/>
            <a:ext cx="7372032" cy="2759223"/>
            <a:chOff x="0" y="0"/>
            <a:chExt cx="9829376" cy="367896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062373" cy="1022591"/>
              <a:chOff x="0" y="0"/>
              <a:chExt cx="1197506" cy="20199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97506" cy="201993"/>
              </a:xfrm>
              <a:custGeom>
                <a:avLst/>
                <a:gdLst/>
                <a:ahLst/>
                <a:cxnLst/>
                <a:rect r="r" b="b" t="t" l="l"/>
                <a:pathLst>
                  <a:path h="201993" w="1197506">
                    <a:moveTo>
                      <a:pt x="100997" y="0"/>
                    </a:moveTo>
                    <a:lnTo>
                      <a:pt x="1096509" y="0"/>
                    </a:lnTo>
                    <a:cubicBezTo>
                      <a:pt x="1152288" y="0"/>
                      <a:pt x="1197506" y="45218"/>
                      <a:pt x="1197506" y="100997"/>
                    </a:cubicBezTo>
                    <a:lnTo>
                      <a:pt x="1197506" y="100997"/>
                    </a:lnTo>
                    <a:cubicBezTo>
                      <a:pt x="1197506" y="156776"/>
                      <a:pt x="1152288" y="201993"/>
                      <a:pt x="1096509" y="201993"/>
                    </a:cubicBezTo>
                    <a:lnTo>
                      <a:pt x="100997" y="201993"/>
                    </a:lnTo>
                    <a:cubicBezTo>
                      <a:pt x="45218" y="201993"/>
                      <a:pt x="0" y="156776"/>
                      <a:pt x="0" y="100997"/>
                    </a:cubicBezTo>
                    <a:lnTo>
                      <a:pt x="0" y="100997"/>
                    </a:lnTo>
                    <a:cubicBezTo>
                      <a:pt x="0" y="45218"/>
                      <a:pt x="45218" y="0"/>
                      <a:pt x="100997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197506" cy="249618"/>
              </a:xfrm>
              <a:prstGeom prst="rect">
                <a:avLst/>
              </a:prstGeom>
            </p:spPr>
            <p:txBody>
              <a:bodyPr anchor="ctr" rtlCol="false" tIns="50800" lIns="50800" bIns="50800" rIns="50800" wrap="square">
                <a:normAutofit/>
              </a:bodyPr>
              <a:lstStyle/>
              <a:p>
                <a:pPr algn="ctr">
                  <a:lnSpc>
                    <a:spcPts val="3336"/>
                  </a:lnSpc>
                </a:pPr>
                <a:r>
                  <a:rPr lang="en-US" sz="2400">
                    <a:solidFill>
                      <a:srgbClr val="EDFFCC"/>
                    </a:solidFill>
                    <a:latin typeface="Inter"/>
                    <a:ea typeface="Inter"/>
                    <a:cs typeface="Inter"/>
                    <a:sym typeface="Inter"/>
                  </a:rPr>
                  <a:t>{{s13_label_1}}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727059"/>
              <a:ext cx="9829376" cy="1951905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362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3B5704"/>
                  </a:solidFill>
                  <a:latin typeface="Inter"/>
                  <a:ea typeface="Inter"/>
                  <a:cs typeface="Inter"/>
                  <a:sym typeface="Inter"/>
                </a:rPr>
                <a:t>{{s13_text_1}}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864249" y="1522131"/>
            <a:ext cx="5766508" cy="7274265"/>
          </a:xfrm>
          <a:custGeom>
            <a:avLst/>
            <a:gdLst/>
            <a:ahLst/>
            <a:cxnLst/>
            <a:rect r="r" b="b" t="t" l="l"/>
            <a:pathLst>
              <a:path h="7274265" w="5766508">
                <a:moveTo>
                  <a:pt x="0" y="0"/>
                </a:moveTo>
                <a:lnTo>
                  <a:pt x="5766508" y="0"/>
                </a:lnTo>
                <a:lnTo>
                  <a:pt x="5766508" y="7274264"/>
                </a:lnTo>
                <a:lnTo>
                  <a:pt x="0" y="7274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50708" y="1960106"/>
            <a:ext cx="8215105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{{s14_title}}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850708" y="5853420"/>
            <a:ext cx="7372032" cy="2759223"/>
            <a:chOff x="0" y="0"/>
            <a:chExt cx="9829376" cy="367896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062373" cy="1022591"/>
              <a:chOff x="0" y="0"/>
              <a:chExt cx="1197506" cy="20199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97506" cy="201993"/>
              </a:xfrm>
              <a:custGeom>
                <a:avLst/>
                <a:gdLst/>
                <a:ahLst/>
                <a:cxnLst/>
                <a:rect r="r" b="b" t="t" l="l"/>
                <a:pathLst>
                  <a:path h="201993" w="1197506">
                    <a:moveTo>
                      <a:pt x="100997" y="0"/>
                    </a:moveTo>
                    <a:lnTo>
                      <a:pt x="1096509" y="0"/>
                    </a:lnTo>
                    <a:cubicBezTo>
                      <a:pt x="1152288" y="0"/>
                      <a:pt x="1197506" y="45218"/>
                      <a:pt x="1197506" y="100997"/>
                    </a:cubicBezTo>
                    <a:lnTo>
                      <a:pt x="1197506" y="100997"/>
                    </a:lnTo>
                    <a:cubicBezTo>
                      <a:pt x="1197506" y="156776"/>
                      <a:pt x="1152288" y="201993"/>
                      <a:pt x="1096509" y="201993"/>
                    </a:cubicBezTo>
                    <a:lnTo>
                      <a:pt x="100997" y="201993"/>
                    </a:lnTo>
                    <a:cubicBezTo>
                      <a:pt x="45218" y="201993"/>
                      <a:pt x="0" y="156776"/>
                      <a:pt x="0" y="100997"/>
                    </a:cubicBezTo>
                    <a:lnTo>
                      <a:pt x="0" y="100997"/>
                    </a:lnTo>
                    <a:cubicBezTo>
                      <a:pt x="0" y="45218"/>
                      <a:pt x="45218" y="0"/>
                      <a:pt x="100997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197506" cy="249618"/>
              </a:xfrm>
              <a:prstGeom prst="rect">
                <a:avLst/>
              </a:prstGeom>
            </p:spPr>
            <p:txBody>
              <a:bodyPr anchor="ctr" rtlCol="false" tIns="50800" lIns="50800" bIns="50800" rIns="50800" wrap="square">
                <a:normAutofit/>
              </a:bodyPr>
              <a:lstStyle/>
              <a:p>
                <a:pPr algn="ctr">
                  <a:lnSpc>
                    <a:spcPts val="3336"/>
                  </a:lnSpc>
                </a:pPr>
                <a:r>
                  <a:rPr lang="en-US" sz="2400">
                    <a:solidFill>
                      <a:srgbClr val="EDFFCC"/>
                    </a:solidFill>
                    <a:latin typeface="Inter"/>
                    <a:ea typeface="Inter"/>
                    <a:cs typeface="Inter"/>
                    <a:sym typeface="Inter"/>
                  </a:rPr>
                  <a:t>{{s14_label_1}}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727059"/>
              <a:ext cx="9829376" cy="1951905"/>
            </a:xfrm>
            <a:prstGeom prst="rect">
              <a:avLst/>
            </a:prstGeom>
          </p:spPr>
          <p:txBody>
            <a:bodyPr anchor="t" rtlCol="false" tIns="0" lIns="0" bIns="0" rIns="0" wrap="square">
              <a:normAutofit/>
            </a:bodyPr>
            <a:lstStyle/>
            <a:p>
              <a:pPr algn="just">
                <a:lnSpc>
                  <a:spcPts val="2362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3B5704"/>
                  </a:solidFill>
                  <a:latin typeface="Inter"/>
                  <a:ea typeface="Inter"/>
                  <a:cs typeface="Inter"/>
                  <a:sym typeface="Inter"/>
                </a:rPr>
                <a:t>{{s14_text_1}}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285993" y="1646668"/>
            <a:ext cx="6345161" cy="6993664"/>
          </a:xfrm>
          <a:custGeom>
            <a:avLst/>
            <a:gdLst/>
            <a:ahLst/>
            <a:cxnLst/>
            <a:rect r="r" b="b" t="t" l="l"/>
            <a:pathLst>
              <a:path h="6993664" w="6345161">
                <a:moveTo>
                  <a:pt x="0" y="0"/>
                </a:moveTo>
                <a:lnTo>
                  <a:pt x="6345161" y="0"/>
                </a:lnTo>
                <a:lnTo>
                  <a:pt x="6345161" y="6993664"/>
                </a:lnTo>
                <a:lnTo>
                  <a:pt x="0" y="6993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40428" y="2064427"/>
            <a:ext cx="13607144" cy="161845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{{s15_title}}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8071390" y="4235334"/>
            <a:ext cx="5155558" cy="766943"/>
            <a:chOff x="0" y="0"/>
            <a:chExt cx="1357842" cy="201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7842" cy="201993"/>
            </a:xfrm>
            <a:custGeom>
              <a:avLst/>
              <a:gdLst/>
              <a:ahLst/>
              <a:cxnLst/>
              <a:rect r="r" b="b" t="t" l="l"/>
              <a:pathLst>
                <a:path h="201993" w="1357842">
                  <a:moveTo>
                    <a:pt x="100997" y="0"/>
                  </a:moveTo>
                  <a:lnTo>
                    <a:pt x="1256846" y="0"/>
                  </a:lnTo>
                  <a:cubicBezTo>
                    <a:pt x="1312625" y="0"/>
                    <a:pt x="1357842" y="45218"/>
                    <a:pt x="1357842" y="100997"/>
                  </a:cubicBezTo>
                  <a:lnTo>
                    <a:pt x="1357842" y="100997"/>
                  </a:lnTo>
                  <a:cubicBezTo>
                    <a:pt x="1357842" y="127783"/>
                    <a:pt x="1347202" y="153472"/>
                    <a:pt x="1328261" y="172412"/>
                  </a:cubicBezTo>
                  <a:cubicBezTo>
                    <a:pt x="1309321" y="191353"/>
                    <a:pt x="1283632" y="201993"/>
                    <a:pt x="1256846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57842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{{s15_label_1}}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071390" y="5516627"/>
            <a:ext cx="832868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{{s15_text_1}}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71390" y="7205510"/>
            <a:ext cx="832868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{{s15_text_2}}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44856" y="4222961"/>
            <a:ext cx="5562956" cy="4460479"/>
          </a:xfrm>
          <a:custGeom>
            <a:avLst/>
            <a:gdLst/>
            <a:ahLst/>
            <a:cxnLst/>
            <a:rect r="r" b="b" t="t" l="l"/>
            <a:pathLst>
              <a:path h="4460479" w="5562956">
                <a:moveTo>
                  <a:pt x="0" y="0"/>
                </a:moveTo>
                <a:lnTo>
                  <a:pt x="5562956" y="0"/>
                </a:lnTo>
                <a:lnTo>
                  <a:pt x="5562956" y="4460479"/>
                </a:lnTo>
                <a:lnTo>
                  <a:pt x="0" y="446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05586" y="2134585"/>
            <a:ext cx="9142768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7"/>
              </a:lnSpc>
            </a:pPr>
            <a:r>
              <a:rPr lang="en-US" sz="7200" spc="-853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{{s16_title}}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905586" y="5801370"/>
            <a:ext cx="5242526" cy="766943"/>
            <a:chOff x="0" y="0"/>
            <a:chExt cx="1380748" cy="201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0748" cy="201993"/>
            </a:xfrm>
            <a:custGeom>
              <a:avLst/>
              <a:gdLst/>
              <a:ahLst/>
              <a:cxnLst/>
              <a:rect r="r" b="b" t="t" l="l"/>
              <a:pathLst>
                <a:path h="201993" w="1380748">
                  <a:moveTo>
                    <a:pt x="100997" y="0"/>
                  </a:moveTo>
                  <a:lnTo>
                    <a:pt x="1279751" y="0"/>
                  </a:lnTo>
                  <a:cubicBezTo>
                    <a:pt x="1335530" y="0"/>
                    <a:pt x="1380748" y="45218"/>
                    <a:pt x="1380748" y="100997"/>
                  </a:cubicBezTo>
                  <a:lnTo>
                    <a:pt x="1380748" y="100997"/>
                  </a:lnTo>
                  <a:cubicBezTo>
                    <a:pt x="1380748" y="127783"/>
                    <a:pt x="1370107" y="153472"/>
                    <a:pt x="1351166" y="172412"/>
                  </a:cubicBezTo>
                  <a:cubicBezTo>
                    <a:pt x="1332226" y="191353"/>
                    <a:pt x="1306537" y="201993"/>
                    <a:pt x="1279751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80748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{{s16_label_1}}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05586" y="6964711"/>
            <a:ext cx="8076825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{{s16_text_1}}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715837" y="1561509"/>
            <a:ext cx="6228505" cy="7107215"/>
          </a:xfrm>
          <a:custGeom>
            <a:avLst/>
            <a:gdLst/>
            <a:ahLst/>
            <a:cxnLst/>
            <a:rect r="r" b="b" t="t" l="l"/>
            <a:pathLst>
              <a:path h="7107215" w="6228505">
                <a:moveTo>
                  <a:pt x="0" y="0"/>
                </a:moveTo>
                <a:lnTo>
                  <a:pt x="6228505" y="0"/>
                </a:lnTo>
                <a:lnTo>
                  <a:pt x="6228505" y="7107215"/>
                </a:lnTo>
                <a:lnTo>
                  <a:pt x="0" y="7107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8987" y="2162969"/>
            <a:ext cx="14030026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{{s17_title}}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89358" y="5707225"/>
            <a:ext cx="5909284" cy="766943"/>
            <a:chOff x="0" y="0"/>
            <a:chExt cx="1556355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355" cy="201993"/>
            </a:xfrm>
            <a:custGeom>
              <a:avLst/>
              <a:gdLst/>
              <a:ahLst/>
              <a:cxnLst/>
              <a:rect r="r" b="b" t="t" l="l"/>
              <a:pathLst>
                <a:path h="201993" w="1556355">
                  <a:moveTo>
                    <a:pt x="100997" y="0"/>
                  </a:moveTo>
                  <a:lnTo>
                    <a:pt x="1455358" y="0"/>
                  </a:lnTo>
                  <a:cubicBezTo>
                    <a:pt x="1511137" y="0"/>
                    <a:pt x="1556355" y="45218"/>
                    <a:pt x="1556355" y="100997"/>
                  </a:cubicBezTo>
                  <a:lnTo>
                    <a:pt x="1556355" y="100997"/>
                  </a:lnTo>
                  <a:cubicBezTo>
                    <a:pt x="1556355" y="127783"/>
                    <a:pt x="1545714" y="153472"/>
                    <a:pt x="1526773" y="172412"/>
                  </a:cubicBezTo>
                  <a:cubicBezTo>
                    <a:pt x="1507833" y="191353"/>
                    <a:pt x="1482144" y="201993"/>
                    <a:pt x="1455358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56355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{{s17_label_1}}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899816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{{s17_text_1}}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3437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{{s17_text_2}}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40428" y="2064427"/>
            <a:ext cx="13607144" cy="161845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{{s18_title}}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8071390" y="4235334"/>
            <a:ext cx="5155558" cy="766943"/>
            <a:chOff x="0" y="0"/>
            <a:chExt cx="1357842" cy="201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7842" cy="201993"/>
            </a:xfrm>
            <a:custGeom>
              <a:avLst/>
              <a:gdLst/>
              <a:ahLst/>
              <a:cxnLst/>
              <a:rect r="r" b="b" t="t" l="l"/>
              <a:pathLst>
                <a:path h="201993" w="1357842">
                  <a:moveTo>
                    <a:pt x="100997" y="0"/>
                  </a:moveTo>
                  <a:lnTo>
                    <a:pt x="1256846" y="0"/>
                  </a:lnTo>
                  <a:cubicBezTo>
                    <a:pt x="1312625" y="0"/>
                    <a:pt x="1357842" y="45218"/>
                    <a:pt x="1357842" y="100997"/>
                  </a:cubicBezTo>
                  <a:lnTo>
                    <a:pt x="1357842" y="100997"/>
                  </a:lnTo>
                  <a:cubicBezTo>
                    <a:pt x="1357842" y="127783"/>
                    <a:pt x="1347202" y="153472"/>
                    <a:pt x="1328261" y="172412"/>
                  </a:cubicBezTo>
                  <a:cubicBezTo>
                    <a:pt x="1309321" y="191353"/>
                    <a:pt x="1283632" y="201993"/>
                    <a:pt x="1256846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57842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>{{s18_label_1}}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071390" y="5516627"/>
            <a:ext cx="832868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{{s18_text_1}}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71390" y="7205510"/>
            <a:ext cx="8328684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{{s18_text_2}}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44856" y="4222961"/>
            <a:ext cx="5562956" cy="4460479"/>
          </a:xfrm>
          <a:custGeom>
            <a:avLst/>
            <a:gdLst/>
            <a:ahLst/>
            <a:cxnLst/>
            <a:rect r="r" b="b" t="t" l="l"/>
            <a:pathLst>
              <a:path h="4460479" w="5562956">
                <a:moveTo>
                  <a:pt x="0" y="0"/>
                </a:moveTo>
                <a:lnTo>
                  <a:pt x="5562956" y="0"/>
                </a:lnTo>
                <a:lnTo>
                  <a:pt x="5562956" y="4460479"/>
                </a:lnTo>
                <a:lnTo>
                  <a:pt x="0" y="446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857956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956" cy="435020"/>
            </a:xfrm>
            <a:custGeom>
              <a:avLst/>
              <a:gdLst/>
              <a:ahLst/>
              <a:cxnLst/>
              <a:rect r="r" b="b" t="t" l="l"/>
              <a:pathLst>
                <a:path h="435020" w="857956">
                  <a:moveTo>
                    <a:pt x="0" y="0"/>
                  </a:moveTo>
                  <a:lnTo>
                    <a:pt x="857956" y="0"/>
                  </a:lnTo>
                  <a:lnTo>
                    <a:pt x="857956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7956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8987" y="2162969"/>
            <a:ext cx="14030026" cy="298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97"/>
              </a:lnSpc>
            </a:pPr>
            <a:r>
              <a:rPr lang="en-US" b="true" sz="7200" spc="-853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{{adabiyotlar}}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89358" y="5707225"/>
            <a:ext cx="5909284" cy="766943"/>
            <a:chOff x="0" y="0"/>
            <a:chExt cx="1556355" cy="201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355" cy="201993"/>
            </a:xfrm>
            <a:custGeom>
              <a:avLst/>
              <a:gdLst/>
              <a:ahLst/>
              <a:cxnLst/>
              <a:rect r="r" b="b" t="t" l="l"/>
              <a:pathLst>
                <a:path h="201993" w="1556355">
                  <a:moveTo>
                    <a:pt x="100997" y="0"/>
                  </a:moveTo>
                  <a:lnTo>
                    <a:pt x="1455358" y="0"/>
                  </a:lnTo>
                  <a:cubicBezTo>
                    <a:pt x="1511137" y="0"/>
                    <a:pt x="1556355" y="45218"/>
                    <a:pt x="1556355" y="100997"/>
                  </a:cubicBezTo>
                  <a:lnTo>
                    <a:pt x="1556355" y="100997"/>
                  </a:lnTo>
                  <a:cubicBezTo>
                    <a:pt x="1556355" y="127783"/>
                    <a:pt x="1545714" y="153472"/>
                    <a:pt x="1526773" y="172412"/>
                  </a:cubicBezTo>
                  <a:cubicBezTo>
                    <a:pt x="1507833" y="191353"/>
                    <a:pt x="1482144" y="201993"/>
                    <a:pt x="1455358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56355" cy="249618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36"/>
                </a:lnSpc>
              </a:pPr>
              <a:r>
                <a:rPr lang="en-US" sz="24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4072" y="884072"/>
            <a:ext cx="289257" cy="8518857"/>
            <a:chOff x="0" y="0"/>
            <a:chExt cx="385676" cy="11358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676" cy="3856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972800"/>
              <a:ext cx="385676" cy="3856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70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97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899816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{{adabiyotlar_ro_yxati}}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3437" y="7002449"/>
            <a:ext cx="7053148" cy="14734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362"/>
              </a:lnSpc>
              <a:spcBef>
                <a:spcPct val="0"/>
              </a:spcBef>
            </a:pPr>
            <a:r>
              <a:rPr lang="en-US" sz="1699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1124" y="1028700"/>
            <a:ext cx="7688176" cy="8229600"/>
            <a:chOff x="0" y="0"/>
            <a:chExt cx="406400" cy="435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35020"/>
            </a:xfrm>
            <a:custGeom>
              <a:avLst/>
              <a:gdLst/>
              <a:ahLst/>
              <a:cxnLst/>
              <a:rect r="r" b="b" t="t" l="l"/>
              <a:pathLst>
                <a:path h="43502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35020"/>
                  </a:lnTo>
                  <a:lnTo>
                    <a:pt x="0" y="435020"/>
                  </a:lnTo>
                  <a:close/>
                </a:path>
              </a:pathLst>
            </a:custGeom>
            <a:solidFill>
              <a:srgbClr val="EDFFCC"/>
            </a:solidFill>
            <a:ln w="9525" cap="sq">
              <a:solidFill>
                <a:srgbClr val="3B570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" cy="473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43841" y="1028700"/>
            <a:ext cx="2459539" cy="766943"/>
            <a:chOff x="0" y="0"/>
            <a:chExt cx="647780" cy="201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80" cy="201993"/>
            </a:xfrm>
            <a:custGeom>
              <a:avLst/>
              <a:gdLst/>
              <a:ahLst/>
              <a:cxnLst/>
              <a:rect r="r" b="b" t="t" l="l"/>
              <a:pathLst>
                <a:path h="201993" w="647780">
                  <a:moveTo>
                    <a:pt x="100997" y="0"/>
                  </a:moveTo>
                  <a:lnTo>
                    <a:pt x="546783" y="0"/>
                  </a:lnTo>
                  <a:cubicBezTo>
                    <a:pt x="573569" y="0"/>
                    <a:pt x="599258" y="10641"/>
                    <a:pt x="618198" y="29581"/>
                  </a:cubicBezTo>
                  <a:cubicBezTo>
                    <a:pt x="637139" y="48522"/>
                    <a:pt x="647780" y="74211"/>
                    <a:pt x="647780" y="100997"/>
                  </a:cubicBezTo>
                  <a:lnTo>
                    <a:pt x="647780" y="100997"/>
                  </a:lnTo>
                  <a:cubicBezTo>
                    <a:pt x="647780" y="156776"/>
                    <a:pt x="602562" y="201993"/>
                    <a:pt x="546783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7780" cy="240093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2502"/>
                </a:lnSpc>
              </a:pPr>
              <a:r>
                <a:rPr lang="en-US" sz="1800">
                  <a:solidFill>
                    <a:srgbClr val="EDFFCC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2129" y="1028700"/>
            <a:ext cx="3410245" cy="766943"/>
            <a:chOff x="0" y="0"/>
            <a:chExt cx="898172" cy="2019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8172" cy="201993"/>
            </a:xfrm>
            <a:custGeom>
              <a:avLst/>
              <a:gdLst/>
              <a:ahLst/>
              <a:cxnLst/>
              <a:rect r="r" b="b" t="t" l="l"/>
              <a:pathLst>
                <a:path h="201993" w="898172">
                  <a:moveTo>
                    <a:pt x="100997" y="0"/>
                  </a:moveTo>
                  <a:lnTo>
                    <a:pt x="797175" y="0"/>
                  </a:lnTo>
                  <a:cubicBezTo>
                    <a:pt x="852954" y="0"/>
                    <a:pt x="898172" y="45218"/>
                    <a:pt x="898172" y="100997"/>
                  </a:cubicBezTo>
                  <a:lnTo>
                    <a:pt x="898172" y="100997"/>
                  </a:lnTo>
                  <a:cubicBezTo>
                    <a:pt x="898172" y="127783"/>
                    <a:pt x="887531" y="153472"/>
                    <a:pt x="868590" y="172412"/>
                  </a:cubicBezTo>
                  <a:cubicBezTo>
                    <a:pt x="849650" y="191353"/>
                    <a:pt x="823961" y="201993"/>
                    <a:pt x="797175" y="201993"/>
                  </a:cubicBezTo>
                  <a:lnTo>
                    <a:pt x="100997" y="201993"/>
                  </a:lnTo>
                  <a:cubicBezTo>
                    <a:pt x="45218" y="201993"/>
                    <a:pt x="0" y="156776"/>
                    <a:pt x="0" y="100997"/>
                  </a:cubicBezTo>
                  <a:lnTo>
                    <a:pt x="0" y="100997"/>
                  </a:lnTo>
                  <a:cubicBezTo>
                    <a:pt x="0" y="45218"/>
                    <a:pt x="45218" y="0"/>
                    <a:pt x="100997" y="0"/>
                  </a:cubicBezTo>
                  <a:close/>
                </a:path>
              </a:pathLst>
            </a:custGeom>
            <a:ln w="19050" cap="rnd">
              <a:solidFill>
                <a:srgbClr val="3B570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98172" cy="240093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2502"/>
                </a:lnSpc>
              </a:pPr>
              <a:r>
                <a:rPr lang="en-US" sz="1800">
                  <a:solidFill>
                    <a:srgbClr val="3B5704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766943" cy="7669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DD24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89770" y="1089770"/>
            <a:ext cx="644803" cy="644803"/>
          </a:xfrm>
          <a:custGeom>
            <a:avLst/>
            <a:gdLst/>
            <a:ahLst/>
            <a:cxnLst/>
            <a:rect r="r" b="b" t="t" l="l"/>
            <a:pathLst>
              <a:path h="644803" w="644803">
                <a:moveTo>
                  <a:pt x="0" y="0"/>
                </a:moveTo>
                <a:lnTo>
                  <a:pt x="644803" y="0"/>
                </a:lnTo>
                <a:lnTo>
                  <a:pt x="644803" y="644803"/>
                </a:lnTo>
                <a:lnTo>
                  <a:pt x="0" y="644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426495" y="884072"/>
            <a:ext cx="289257" cy="28925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14672" y="884072"/>
            <a:ext cx="289257" cy="28925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14672" y="9113672"/>
            <a:ext cx="289257" cy="28925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6495" y="9113672"/>
            <a:ext cx="289257" cy="28925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70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7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5743413"/>
            <a:ext cx="8115300" cy="306090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3434"/>
              </a:lnSpc>
            </a:pPr>
            <a:r>
              <a:rPr lang="en-US" sz="10000" spc="-1189" b="true">
                <a:solidFill>
                  <a:srgbClr val="3B570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{{yakun}}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1885" y="8566658"/>
            <a:ext cx="7214300" cy="6916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699"/>
              </a:lnSpc>
              <a:spcBef>
                <a:spcPct val="0"/>
              </a:spcBef>
            </a:pPr>
            <a:r>
              <a:rPr lang="en-US" sz="3600" spc="-192">
                <a:solidFill>
                  <a:srgbClr val="3B5704"/>
                </a:solidFill>
                <a:latin typeface="Inter"/>
                <a:ea typeface="Inter"/>
                <a:cs typeface="Inter"/>
                <a:sym typeface="Inter"/>
              </a:rPr>
              <a:t>{{muallif}}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97540" y="1533564"/>
            <a:ext cx="6235344" cy="7219872"/>
          </a:xfrm>
          <a:custGeom>
            <a:avLst/>
            <a:gdLst/>
            <a:ahLst/>
            <a:cxnLst/>
            <a:rect r="r" b="b" t="t" l="l"/>
            <a:pathLst>
              <a:path h="7219872" w="6235344">
                <a:moveTo>
                  <a:pt x="0" y="0"/>
                </a:moveTo>
                <a:lnTo>
                  <a:pt x="6235344" y="0"/>
                </a:lnTo>
                <a:lnTo>
                  <a:pt x="6235344" y="7219872"/>
                </a:lnTo>
                <a:lnTo>
                  <a:pt x="0" y="7219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DAHXbfnUZBM</dc:identifier>
  <dcterms:modified xsi:type="dcterms:W3CDTF">2011-08-01T06:04:30Z</dcterms:modified>
  <cp:revision>1</cp:revision>
  <dc:title>Green Illustrative Finance Presentation</dc:title>
</cp:coreProperties>
</file>