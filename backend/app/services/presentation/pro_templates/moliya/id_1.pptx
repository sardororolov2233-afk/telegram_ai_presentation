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Telegraf Bold" charset="1" panose="00000800000000000000"/>
      <p:regular r:id="rId16"/>
    </p:embeddedFont>
    <p:embeddedFont>
      <p:font typeface="Open Sans Semi-Bold" charset="1" panose="00000000000000000000"/>
      <p:regular r:id="rId17"/>
    </p:embeddedFont>
    <p:embeddedFont>
      <p:font typeface="Open Sans" charset="1" panose="00000000000000000000"/>
      <p:regular r:id="rId18"/>
    </p:embeddedFont>
    <p:embeddedFont>
      <p:font typeface="Open Sans Medium" charset="1" panose="00000000000000000000"/>
      <p:regular r:id="rId19"/>
    </p:embeddedFont>
    <p:embeddedFont>
      <p:font typeface="Open Sans Bold" charset="1" panose="00000000000000000000"/>
      <p:regular r:id="rId20"/>
    </p:embeddedFont>
    <p:embeddedFont>
      <p:font typeface="Telegraf Extra-Light" charset="1" panose="00000300000000000000"/>
      <p:regular r:id="rId21"/>
    </p:embeddedFont>
    <p:embeddedFont>
      <p:font typeface="Telegraf Medium" charset="1" panose="000006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11" r="0" b="-6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53728" y="1528612"/>
            <a:ext cx="2507456" cy="9044940"/>
            <a:chOff x="0" y="0"/>
            <a:chExt cx="660400" cy="23822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7034063" y="-356457"/>
            <a:ext cx="2507456" cy="9044940"/>
            <a:chOff x="0" y="0"/>
            <a:chExt cx="660400" cy="23822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44904" y="3158306"/>
            <a:ext cx="14197982" cy="44964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127"/>
              </a:lnSpc>
            </a:pPr>
            <a:r>
              <a:rPr lang="en-US" b="true" sz="10000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{{topic}}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113283" y="1014894"/>
            <a:ext cx="5934602" cy="513718"/>
            <a:chOff x="0" y="0"/>
            <a:chExt cx="1692783" cy="146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2783" cy="146533"/>
            </a:xfrm>
            <a:custGeom>
              <a:avLst/>
              <a:gdLst/>
              <a:ahLst/>
              <a:cxnLst/>
              <a:rect r="r" b="b" t="t" l="l"/>
              <a:pathLst>
                <a:path h="146533" w="1692783">
                  <a:moveTo>
                    <a:pt x="32613" y="0"/>
                  </a:moveTo>
                  <a:lnTo>
                    <a:pt x="1660170" y="0"/>
                  </a:lnTo>
                  <a:cubicBezTo>
                    <a:pt x="1678182" y="0"/>
                    <a:pt x="1692783" y="14602"/>
                    <a:pt x="1692783" y="32613"/>
                  </a:cubicBezTo>
                  <a:lnTo>
                    <a:pt x="1692783" y="113919"/>
                  </a:lnTo>
                  <a:cubicBezTo>
                    <a:pt x="1692783" y="122569"/>
                    <a:pt x="1689347" y="130864"/>
                    <a:pt x="1683231" y="136980"/>
                  </a:cubicBezTo>
                  <a:cubicBezTo>
                    <a:pt x="1677115" y="143097"/>
                    <a:pt x="1668819" y="146533"/>
                    <a:pt x="1660170" y="146533"/>
                  </a:cubicBezTo>
                  <a:lnTo>
                    <a:pt x="32613" y="146533"/>
                  </a:lnTo>
                  <a:cubicBezTo>
                    <a:pt x="23964" y="146533"/>
                    <a:pt x="15668" y="143097"/>
                    <a:pt x="9552" y="136980"/>
                  </a:cubicBezTo>
                  <a:cubicBezTo>
                    <a:pt x="3436" y="130864"/>
                    <a:pt x="0" y="122569"/>
                    <a:pt x="0" y="113919"/>
                  </a:cubicBezTo>
                  <a:lnTo>
                    <a:pt x="0" y="32613"/>
                  </a:lnTo>
                  <a:cubicBezTo>
                    <a:pt x="0" y="14602"/>
                    <a:pt x="14602" y="0"/>
                    <a:pt x="32613" y="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92783" cy="184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192555" y="8286780"/>
            <a:ext cx="7902682" cy="6229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>
                <a:solidFill>
                  <a:srgbClr val="003E6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{{muallif}}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89244" y="9039498"/>
            <a:ext cx="12509303" cy="54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95446" y="583094"/>
            <a:ext cx="7296900" cy="2698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000"/>
              </a:lnSpc>
            </a:pPr>
            <a:r>
              <a:rPr lang="en-US" b="true" sz="2000">
                <a:solidFill>
                  <a:srgbClr val="003E6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31548" y="1137768"/>
            <a:ext cx="5498072" cy="3060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300"/>
              </a:lnSpc>
            </a:pPr>
            <a:r>
              <a:rPr lang="en-US" b="true" sz="2300" spc="740">
                <a:solidFill>
                  <a:srgbClr val="F6F6F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449088" y="-1181592"/>
            <a:ext cx="4498210" cy="16226023"/>
            <a:chOff x="0" y="0"/>
            <a:chExt cx="660400" cy="2382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17393" y="1611805"/>
            <a:ext cx="7063389" cy="706338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169" r="0" b="-2942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6832868" y="9523587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6593" y="757555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596477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5"/>
                </a:lnTo>
                <a:lnTo>
                  <a:pt x="0" y="52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62637" y="757555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0410" y="2422772"/>
            <a:ext cx="8083590" cy="189865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{{reja}}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0410" y="4995940"/>
            <a:ext cx="7164993" cy="2183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{{reja_1}}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{{reja_2}}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{{reja_3}}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{{reja_4}}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0410" y="7598170"/>
            <a:ext cx="7164993" cy="12401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2898" y="2156336"/>
            <a:ext cx="6434955" cy="9063246"/>
            <a:chOff x="0" y="0"/>
            <a:chExt cx="660400" cy="930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930133"/>
            </a:xfrm>
            <a:custGeom>
              <a:avLst/>
              <a:gdLst/>
              <a:ahLst/>
              <a:cxnLst/>
              <a:rect r="r" b="b" t="t" l="l"/>
              <a:pathLst>
                <a:path h="930133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1108"/>
                  </a:cubicBezTo>
                  <a:lnTo>
                    <a:pt x="660400" y="930133"/>
                  </a:lnTo>
                  <a:lnTo>
                    <a:pt x="0" y="930133"/>
                  </a:lnTo>
                  <a:lnTo>
                    <a:pt x="0" y="331553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841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137" y="2422233"/>
            <a:ext cx="5854478" cy="5854478"/>
            <a:chOff x="0" y="0"/>
            <a:chExt cx="812800" cy="812800"/>
          </a:xfrm>
        </p:grpSpPr>
        <p:sp>
          <p:nvSpPr>
            <p:cNvPr name="{{image_1}}" id="6" descr="{{image_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22" r="0" b="-1892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16832868" y="-336337"/>
            <a:ext cx="2507456" cy="9044940"/>
            <a:chOff x="0" y="0"/>
            <a:chExt cx="660400" cy="23822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034426" y="2327786"/>
            <a:ext cx="8083590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{{s03_title}}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34426" y="4098307"/>
            <a:ext cx="7164993" cy="2183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{{s03_text_1}}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34426" y="6700537"/>
            <a:ext cx="7164993" cy="12401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{{s03_text_2}}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6593" y="757555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596477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5"/>
                </a:lnTo>
                <a:lnTo>
                  <a:pt x="0" y="52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62637" y="757555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0">
            <a:off x="16832868" y="9523587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449088" y="-1181592"/>
            <a:ext cx="4498210" cy="16226023"/>
            <a:chOff x="0" y="0"/>
            <a:chExt cx="660400" cy="2382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17393" y="1611805"/>
            <a:ext cx="7063389" cy="7063389"/>
            <a:chOff x="0" y="0"/>
            <a:chExt cx="812800" cy="812800"/>
          </a:xfrm>
        </p:grpSpPr>
        <p:sp>
          <p:nvSpPr>
            <p:cNvPr name="{{image_2}}" id="6" descr="{{image_2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169" r="0" b="-2942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6832868" y="9523587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6593" y="757555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596477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5"/>
                </a:lnTo>
                <a:lnTo>
                  <a:pt x="0" y="52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62637" y="757555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0410" y="2422772"/>
            <a:ext cx="8083590" cy="189865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{{s04_title}}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0410" y="4995940"/>
            <a:ext cx="7164993" cy="2183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{{s04_text_1}}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0410" y="7598170"/>
            <a:ext cx="7164993" cy="12401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{{s04_text_2}}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78101" y="-5490259"/>
            <a:ext cx="6510457" cy="14748559"/>
            <a:chOff x="0" y="0"/>
            <a:chExt cx="660400" cy="1496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496047"/>
            </a:xfrm>
            <a:custGeom>
              <a:avLst/>
              <a:gdLst/>
              <a:ahLst/>
              <a:cxnLst/>
              <a:rect r="r" b="b" t="t" l="l"/>
              <a:pathLst>
                <a:path h="149604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3679"/>
                  </a:cubicBezTo>
                  <a:lnTo>
                    <a:pt x="660400" y="1496047"/>
                  </a:lnTo>
                  <a:lnTo>
                    <a:pt x="0" y="1496047"/>
                  </a:lnTo>
                  <a:lnTo>
                    <a:pt x="0" y="344534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1407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0905" y="2890506"/>
            <a:ext cx="6044849" cy="6044849"/>
            <a:chOff x="0" y="0"/>
            <a:chExt cx="812800" cy="812800"/>
          </a:xfrm>
        </p:grpSpPr>
        <p:sp>
          <p:nvSpPr>
            <p:cNvPr name="{{image_3}}" id="6" descr="{{image_3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42809" t="-37818" r="-6373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890015" y="2376472"/>
            <a:ext cx="3318346" cy="11969997"/>
            <a:chOff x="0" y="0"/>
            <a:chExt cx="660400" cy="23822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134285" y="2547922"/>
            <a:ext cx="8083590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{{s05_title}}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14643" y="4078920"/>
            <a:ext cx="6225315" cy="15544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{{s05_text_1}}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0702" y="929640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922809" y="768562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6"/>
                </a:lnTo>
                <a:lnTo>
                  <a:pt x="0" y="52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656746" y="929640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6625313" y="9523611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7" y="0"/>
                </a:moveTo>
                <a:lnTo>
                  <a:pt x="0" y="0"/>
                </a:lnTo>
                <a:lnTo>
                  <a:pt x="0" y="284718"/>
                </a:lnTo>
                <a:lnTo>
                  <a:pt x="633987" y="284718"/>
                </a:lnTo>
                <a:lnTo>
                  <a:pt x="6339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52798" y="4156778"/>
            <a:ext cx="411776" cy="381380"/>
          </a:xfrm>
          <a:custGeom>
            <a:avLst/>
            <a:gdLst/>
            <a:ahLst/>
            <a:cxnLst/>
            <a:rect r="r" b="b" t="t" l="l"/>
            <a:pathLst>
              <a:path h="381380" w="411776">
                <a:moveTo>
                  <a:pt x="0" y="0"/>
                </a:moveTo>
                <a:lnTo>
                  <a:pt x="411777" y="0"/>
                </a:lnTo>
                <a:lnTo>
                  <a:pt x="411777" y="381380"/>
                </a:lnTo>
                <a:lnTo>
                  <a:pt x="0" y="381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07551" y="6119175"/>
            <a:ext cx="6225315" cy="15544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{{s05_text_2}}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045707" y="6197033"/>
            <a:ext cx="411776" cy="381380"/>
          </a:xfrm>
          <a:custGeom>
            <a:avLst/>
            <a:gdLst/>
            <a:ahLst/>
            <a:cxnLst/>
            <a:rect r="r" b="b" t="t" l="l"/>
            <a:pathLst>
              <a:path h="381380" w="411776">
                <a:moveTo>
                  <a:pt x="0" y="0"/>
                </a:moveTo>
                <a:lnTo>
                  <a:pt x="411776" y="0"/>
                </a:lnTo>
                <a:lnTo>
                  <a:pt x="411776" y="381380"/>
                </a:lnTo>
                <a:lnTo>
                  <a:pt x="0" y="381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97598" y="3049400"/>
            <a:ext cx="4259771" cy="8217806"/>
            <a:chOff x="0" y="0"/>
            <a:chExt cx="660400" cy="1274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274021"/>
            </a:xfrm>
            <a:custGeom>
              <a:avLst/>
              <a:gdLst/>
              <a:ahLst/>
              <a:cxnLst/>
              <a:rect r="r" b="b" t="t" l="l"/>
              <a:pathLst>
                <a:path h="1274021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8747"/>
                  </a:cubicBezTo>
                  <a:lnTo>
                    <a:pt x="660400" y="1274021"/>
                  </a:lnTo>
                  <a:lnTo>
                    <a:pt x="0" y="1274021"/>
                  </a:lnTo>
                  <a:lnTo>
                    <a:pt x="0" y="33944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1185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54044" y="103006"/>
            <a:ext cx="3938738" cy="12635008"/>
            <a:chOff x="0" y="0"/>
            <a:chExt cx="660400" cy="2118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2118486"/>
            </a:xfrm>
            <a:custGeom>
              <a:avLst/>
              <a:gdLst/>
              <a:ahLst/>
              <a:cxnLst/>
              <a:rect r="r" b="b" t="t" l="l"/>
              <a:pathLst>
                <a:path h="211848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7505"/>
                  </a:cubicBezTo>
                  <a:lnTo>
                    <a:pt x="660400" y="2118486"/>
                  </a:lnTo>
                  <a:lnTo>
                    <a:pt x="0" y="2118486"/>
                  </a:lnTo>
                  <a:lnTo>
                    <a:pt x="0" y="35881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02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070568" y="2184917"/>
            <a:ext cx="8083590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{{s06_title}}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70568" y="3515144"/>
            <a:ext cx="7726992" cy="18688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{{s06_text_1}}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30702" y="929640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922809" y="768562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6"/>
                </a:lnTo>
                <a:lnTo>
                  <a:pt x="0" y="52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656746" y="929640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16832868" y="9523587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255357" y="3049400"/>
            <a:ext cx="3755463" cy="7480625"/>
            <a:chOff x="0" y="0"/>
            <a:chExt cx="660400" cy="1315472"/>
          </a:xfrm>
        </p:grpSpPr>
        <p:sp>
          <p:nvSpPr>
            <p:cNvPr name="{{image_4}}" id="15" descr="{{image_4}}"/>
            <p:cNvSpPr/>
            <p:nvPr/>
          </p:nvSpPr>
          <p:spPr>
            <a:xfrm flipH="false" flipV="false" rot="0">
              <a:off x="0" y="0"/>
              <a:ext cx="660400" cy="1315472"/>
            </a:xfrm>
            <a:custGeom>
              <a:avLst/>
              <a:gdLst/>
              <a:ahLst/>
              <a:cxnLst/>
              <a:rect r="r" b="b" t="t" l="l"/>
              <a:pathLst>
                <a:path h="1315472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9668"/>
                  </a:cubicBezTo>
                  <a:lnTo>
                    <a:pt x="660400" y="1315472"/>
                  </a:lnTo>
                  <a:lnTo>
                    <a:pt x="0" y="1315472"/>
                  </a:lnTo>
                  <a:lnTo>
                    <a:pt x="0" y="34039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6"/>
              <a:stretch>
                <a:fillRect l="-243400" t="0" r="-1072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070568" y="5915205"/>
            <a:ext cx="7726992" cy="712162"/>
            <a:chOff x="0" y="0"/>
            <a:chExt cx="2204044" cy="2031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4044" cy="203137"/>
            </a:xfrm>
            <a:custGeom>
              <a:avLst/>
              <a:gdLst/>
              <a:ahLst/>
              <a:cxnLst/>
              <a:rect r="r" b="b" t="t" l="l"/>
              <a:pathLst>
                <a:path h="203137" w="2204044">
                  <a:moveTo>
                    <a:pt x="25048" y="0"/>
                  </a:moveTo>
                  <a:lnTo>
                    <a:pt x="2178996" y="0"/>
                  </a:lnTo>
                  <a:cubicBezTo>
                    <a:pt x="2192830" y="0"/>
                    <a:pt x="2204044" y="11215"/>
                    <a:pt x="2204044" y="25048"/>
                  </a:cubicBezTo>
                  <a:lnTo>
                    <a:pt x="2204044" y="178088"/>
                  </a:lnTo>
                  <a:cubicBezTo>
                    <a:pt x="2204044" y="191922"/>
                    <a:pt x="2192830" y="203137"/>
                    <a:pt x="2178996" y="203137"/>
                  </a:cubicBezTo>
                  <a:lnTo>
                    <a:pt x="25048" y="203137"/>
                  </a:lnTo>
                  <a:cubicBezTo>
                    <a:pt x="18405" y="203137"/>
                    <a:pt x="12034" y="200498"/>
                    <a:pt x="7336" y="195800"/>
                  </a:cubicBezTo>
                  <a:cubicBezTo>
                    <a:pt x="2639" y="191103"/>
                    <a:pt x="0" y="184732"/>
                    <a:pt x="0" y="178088"/>
                  </a:cubicBezTo>
                  <a:lnTo>
                    <a:pt x="0" y="25048"/>
                  </a:lnTo>
                  <a:cubicBezTo>
                    <a:pt x="0" y="11215"/>
                    <a:pt x="11215" y="0"/>
                    <a:pt x="25048" y="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04044" cy="241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57410" y="6160161"/>
            <a:ext cx="6753309" cy="2603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99"/>
              </a:lnSpc>
            </a:pPr>
            <a:r>
              <a:rPr lang="en-US" sz="1999" b="true">
                <a:solidFill>
                  <a:srgbClr val="F6F6F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{{s06_label_1}}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070568" y="6789712"/>
            <a:ext cx="7726992" cy="916755"/>
            <a:chOff x="0" y="0"/>
            <a:chExt cx="2204044" cy="2614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4044" cy="261495"/>
            </a:xfrm>
            <a:custGeom>
              <a:avLst/>
              <a:gdLst/>
              <a:ahLst/>
              <a:cxnLst/>
              <a:rect r="r" b="b" t="t" l="l"/>
              <a:pathLst>
                <a:path h="261495" w="2204044">
                  <a:moveTo>
                    <a:pt x="25048" y="0"/>
                  </a:moveTo>
                  <a:lnTo>
                    <a:pt x="2178996" y="0"/>
                  </a:lnTo>
                  <a:cubicBezTo>
                    <a:pt x="2192830" y="0"/>
                    <a:pt x="2204044" y="11215"/>
                    <a:pt x="2204044" y="25048"/>
                  </a:cubicBezTo>
                  <a:lnTo>
                    <a:pt x="2204044" y="236446"/>
                  </a:lnTo>
                  <a:cubicBezTo>
                    <a:pt x="2204044" y="250280"/>
                    <a:pt x="2192830" y="261495"/>
                    <a:pt x="2178996" y="261495"/>
                  </a:cubicBezTo>
                  <a:lnTo>
                    <a:pt x="25048" y="261495"/>
                  </a:lnTo>
                  <a:cubicBezTo>
                    <a:pt x="11215" y="261495"/>
                    <a:pt x="0" y="250280"/>
                    <a:pt x="0" y="236446"/>
                  </a:cubicBezTo>
                  <a:lnTo>
                    <a:pt x="0" y="25048"/>
                  </a:lnTo>
                  <a:cubicBezTo>
                    <a:pt x="0" y="11215"/>
                    <a:pt x="11215" y="0"/>
                    <a:pt x="25048" y="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04044" cy="299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557410" y="7034668"/>
            <a:ext cx="6753309" cy="469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99"/>
              </a:lnSpc>
            </a:pPr>
            <a:r>
              <a:rPr lang="en-US" sz="1999" b="true">
                <a:solidFill>
                  <a:srgbClr val="F6F6F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{{s06_label_2}}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070568" y="7868392"/>
            <a:ext cx="7726992" cy="1068602"/>
            <a:chOff x="0" y="0"/>
            <a:chExt cx="2204044" cy="3048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4044" cy="304808"/>
            </a:xfrm>
            <a:custGeom>
              <a:avLst/>
              <a:gdLst/>
              <a:ahLst/>
              <a:cxnLst/>
              <a:rect r="r" b="b" t="t" l="l"/>
              <a:pathLst>
                <a:path h="304808" w="2204044">
                  <a:moveTo>
                    <a:pt x="25048" y="0"/>
                  </a:moveTo>
                  <a:lnTo>
                    <a:pt x="2178996" y="0"/>
                  </a:lnTo>
                  <a:cubicBezTo>
                    <a:pt x="2192830" y="0"/>
                    <a:pt x="2204044" y="11215"/>
                    <a:pt x="2204044" y="25048"/>
                  </a:cubicBezTo>
                  <a:lnTo>
                    <a:pt x="2204044" y="279759"/>
                  </a:lnTo>
                  <a:cubicBezTo>
                    <a:pt x="2204044" y="286402"/>
                    <a:pt x="2201405" y="292774"/>
                    <a:pt x="2196707" y="297471"/>
                  </a:cubicBezTo>
                  <a:cubicBezTo>
                    <a:pt x="2192010" y="302169"/>
                    <a:pt x="2185639" y="304808"/>
                    <a:pt x="2178996" y="304808"/>
                  </a:cubicBezTo>
                  <a:lnTo>
                    <a:pt x="25048" y="304808"/>
                  </a:lnTo>
                  <a:cubicBezTo>
                    <a:pt x="11215" y="304808"/>
                    <a:pt x="0" y="293593"/>
                    <a:pt x="0" y="279759"/>
                  </a:cubicBezTo>
                  <a:lnTo>
                    <a:pt x="0" y="25048"/>
                  </a:lnTo>
                  <a:cubicBezTo>
                    <a:pt x="0" y="11215"/>
                    <a:pt x="11215" y="0"/>
                    <a:pt x="25048" y="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04044" cy="342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557410" y="8082018"/>
            <a:ext cx="6753309" cy="6794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99"/>
              </a:lnSpc>
            </a:pPr>
            <a:r>
              <a:rPr lang="en-US" sz="1999" b="true">
                <a:solidFill>
                  <a:srgbClr val="F6F6F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{{s06_text_2}}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77993" y="2814105"/>
            <a:ext cx="7726992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{{s07_title}}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38954" y="4217456"/>
            <a:ext cx="7205071" cy="2183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{{s07_text_1}}</a:t>
            </a:r>
          </a:p>
        </p:txBody>
      </p:sp>
      <p:grpSp>
        <p:nvGrpSpPr>
          <p:cNvPr name="Group 4" id="4"/>
          <p:cNvGrpSpPr/>
          <p:nvPr/>
        </p:nvGrpSpPr>
        <p:grpSpPr>
          <a:xfrm rot="-10800000">
            <a:off x="14112936" y="-983179"/>
            <a:ext cx="4179258" cy="11270179"/>
            <a:chOff x="0" y="0"/>
            <a:chExt cx="660400" cy="1780897"/>
          </a:xfrm>
        </p:grpSpPr>
        <p:sp>
          <p:nvSpPr>
            <p:cNvPr name="{{image_5}}" id="5" descr="{{image_5}}"/>
            <p:cNvSpPr/>
            <p:nvPr/>
          </p:nvSpPr>
          <p:spPr>
            <a:xfrm flipH="false" flipV="false" rot="0">
              <a:off x="0" y="0"/>
              <a:ext cx="660400" cy="1780897"/>
            </a:xfrm>
            <a:custGeom>
              <a:avLst/>
              <a:gdLst/>
              <a:ahLst/>
              <a:cxnLst/>
              <a:rect r="r" b="b" t="t" l="l"/>
              <a:pathLst>
                <a:path h="178089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0006"/>
                  </a:cubicBezTo>
                  <a:lnTo>
                    <a:pt x="660400" y="1780897"/>
                  </a:lnTo>
                  <a:lnTo>
                    <a:pt x="0" y="1780897"/>
                  </a:lnTo>
                  <a:lnTo>
                    <a:pt x="0" y="35106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2"/>
              <a:stretch>
                <a:fillRect l="-152068" t="0" r="-15206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202565" y="0"/>
            <a:ext cx="3879599" cy="12629231"/>
            <a:chOff x="0" y="0"/>
            <a:chExt cx="660400" cy="21497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2149795"/>
            </a:xfrm>
            <a:custGeom>
              <a:avLst/>
              <a:gdLst/>
              <a:ahLst/>
              <a:cxnLst/>
              <a:rect r="r" b="b" t="t" l="l"/>
              <a:pathLst>
                <a:path h="214979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8200"/>
                  </a:cubicBezTo>
                  <a:lnTo>
                    <a:pt x="660400" y="2149795"/>
                  </a:lnTo>
                  <a:lnTo>
                    <a:pt x="0" y="2149795"/>
                  </a:lnTo>
                  <a:lnTo>
                    <a:pt x="0" y="35953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8900"/>
              <a:ext cx="660400" cy="2060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4179258" cy="11270179"/>
            <a:chOff x="0" y="0"/>
            <a:chExt cx="660400" cy="1780897"/>
          </a:xfrm>
        </p:grpSpPr>
        <p:sp>
          <p:nvSpPr>
            <p:cNvPr name="{{image_5}}" id="10" descr="{{image_5}}"/>
            <p:cNvSpPr/>
            <p:nvPr/>
          </p:nvSpPr>
          <p:spPr>
            <a:xfrm flipH="false" flipV="false" rot="0">
              <a:off x="0" y="0"/>
              <a:ext cx="660400" cy="1780897"/>
            </a:xfrm>
            <a:custGeom>
              <a:avLst/>
              <a:gdLst/>
              <a:ahLst/>
              <a:cxnLst/>
              <a:rect r="r" b="b" t="t" l="l"/>
              <a:pathLst>
                <a:path h="178089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0006"/>
                  </a:cubicBezTo>
                  <a:lnTo>
                    <a:pt x="660400" y="1780897"/>
                  </a:lnTo>
                  <a:lnTo>
                    <a:pt x="0" y="1780897"/>
                  </a:lnTo>
                  <a:lnTo>
                    <a:pt x="0" y="35106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2"/>
              <a:stretch>
                <a:fillRect l="-152068" t="0" r="-15206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-1789970" y="-2342231"/>
            <a:ext cx="3879599" cy="12629231"/>
            <a:chOff x="0" y="0"/>
            <a:chExt cx="660400" cy="2149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2149795"/>
            </a:xfrm>
            <a:custGeom>
              <a:avLst/>
              <a:gdLst/>
              <a:ahLst/>
              <a:cxnLst/>
              <a:rect r="r" b="b" t="t" l="l"/>
              <a:pathLst>
                <a:path h="214979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8200"/>
                  </a:cubicBezTo>
                  <a:lnTo>
                    <a:pt x="660400" y="2149795"/>
                  </a:lnTo>
                  <a:lnTo>
                    <a:pt x="0" y="2149795"/>
                  </a:lnTo>
                  <a:lnTo>
                    <a:pt x="0" y="35953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8900"/>
              <a:ext cx="660400" cy="2060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83647" y="929640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475754" y="768562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1" y="0"/>
                </a:lnTo>
                <a:lnTo>
                  <a:pt x="451221" y="520276"/>
                </a:lnTo>
                <a:lnTo>
                  <a:pt x="0" y="52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209692" y="929640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8827006" y="9124266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638954" y="6757779"/>
            <a:ext cx="7205071" cy="12401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{{s07_text_2}}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2898" y="2156336"/>
            <a:ext cx="6434955" cy="9063246"/>
            <a:chOff x="0" y="0"/>
            <a:chExt cx="660400" cy="930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930133"/>
            </a:xfrm>
            <a:custGeom>
              <a:avLst/>
              <a:gdLst/>
              <a:ahLst/>
              <a:cxnLst/>
              <a:rect r="r" b="b" t="t" l="l"/>
              <a:pathLst>
                <a:path h="930133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1108"/>
                  </a:cubicBezTo>
                  <a:lnTo>
                    <a:pt x="660400" y="930133"/>
                  </a:lnTo>
                  <a:lnTo>
                    <a:pt x="0" y="930133"/>
                  </a:lnTo>
                  <a:lnTo>
                    <a:pt x="0" y="331553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841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137" y="2422233"/>
            <a:ext cx="5854478" cy="5854478"/>
            <a:chOff x="0" y="0"/>
            <a:chExt cx="812800" cy="812800"/>
          </a:xfrm>
        </p:grpSpPr>
        <p:sp>
          <p:nvSpPr>
            <p:cNvPr name="{{image_1}}" id="6" descr="{{image_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22" r="0" b="-1892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16832868" y="-336337"/>
            <a:ext cx="2507456" cy="9044940"/>
            <a:chOff x="0" y="0"/>
            <a:chExt cx="660400" cy="23822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034426" y="2327786"/>
            <a:ext cx="8083590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{{s08_title}}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34426" y="4098307"/>
            <a:ext cx="7164993" cy="2183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{{s08_text_1}}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34426" y="6700537"/>
            <a:ext cx="7164993" cy="12401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{{s08_text_2}}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6593" y="757555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596477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5"/>
                </a:lnTo>
                <a:lnTo>
                  <a:pt x="0" y="52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62637" y="757555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0">
            <a:off x="16832868" y="9523587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449088" y="-1181592"/>
            <a:ext cx="4498210" cy="16226023"/>
            <a:chOff x="0" y="0"/>
            <a:chExt cx="660400" cy="2382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17393" y="1611805"/>
            <a:ext cx="7063389" cy="7063389"/>
            <a:chOff x="0" y="0"/>
            <a:chExt cx="812800" cy="812800"/>
          </a:xfrm>
        </p:grpSpPr>
        <p:sp>
          <p:nvSpPr>
            <p:cNvPr name="{{image_2}}" id="6" descr="{{image_2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169" r="0" b="-2942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6832868" y="9523587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6593" y="757555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596477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5"/>
                </a:lnTo>
                <a:lnTo>
                  <a:pt x="0" y="52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62637" y="757555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0410" y="2422772"/>
            <a:ext cx="8083590" cy="189865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{{s09_title}}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0410" y="4995940"/>
            <a:ext cx="7164993" cy="2183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{{s09_text_1}}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0410" y="7598170"/>
            <a:ext cx="7164993" cy="12401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{{s09_text_2}}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78101" y="-5490259"/>
            <a:ext cx="6510457" cy="14748559"/>
            <a:chOff x="0" y="0"/>
            <a:chExt cx="660400" cy="1496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496047"/>
            </a:xfrm>
            <a:custGeom>
              <a:avLst/>
              <a:gdLst/>
              <a:ahLst/>
              <a:cxnLst/>
              <a:rect r="r" b="b" t="t" l="l"/>
              <a:pathLst>
                <a:path h="149604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3679"/>
                  </a:cubicBezTo>
                  <a:lnTo>
                    <a:pt x="660400" y="1496047"/>
                  </a:lnTo>
                  <a:lnTo>
                    <a:pt x="0" y="1496047"/>
                  </a:lnTo>
                  <a:lnTo>
                    <a:pt x="0" y="344534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1407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0905" y="2890506"/>
            <a:ext cx="6044849" cy="6044849"/>
            <a:chOff x="0" y="0"/>
            <a:chExt cx="812800" cy="812800"/>
          </a:xfrm>
        </p:grpSpPr>
        <p:sp>
          <p:nvSpPr>
            <p:cNvPr name="{{image_3}}" id="6" descr="{{image_3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42809" t="-37818" r="-6373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890015" y="2376472"/>
            <a:ext cx="3318346" cy="11969997"/>
            <a:chOff x="0" y="0"/>
            <a:chExt cx="660400" cy="23822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134285" y="2547922"/>
            <a:ext cx="8083590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{{s10_title}}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14643" y="4078920"/>
            <a:ext cx="6225315" cy="15544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{{s10_text_1}}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0702" y="929640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922809" y="768562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6"/>
                </a:lnTo>
                <a:lnTo>
                  <a:pt x="0" y="52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656746" y="929640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6625313" y="9523611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7" y="0"/>
                </a:moveTo>
                <a:lnTo>
                  <a:pt x="0" y="0"/>
                </a:lnTo>
                <a:lnTo>
                  <a:pt x="0" y="284718"/>
                </a:lnTo>
                <a:lnTo>
                  <a:pt x="633987" y="284718"/>
                </a:lnTo>
                <a:lnTo>
                  <a:pt x="6339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52798" y="4156778"/>
            <a:ext cx="411776" cy="381380"/>
          </a:xfrm>
          <a:custGeom>
            <a:avLst/>
            <a:gdLst/>
            <a:ahLst/>
            <a:cxnLst/>
            <a:rect r="r" b="b" t="t" l="l"/>
            <a:pathLst>
              <a:path h="381380" w="411776">
                <a:moveTo>
                  <a:pt x="0" y="0"/>
                </a:moveTo>
                <a:lnTo>
                  <a:pt x="411777" y="0"/>
                </a:lnTo>
                <a:lnTo>
                  <a:pt x="411777" y="381380"/>
                </a:lnTo>
                <a:lnTo>
                  <a:pt x="0" y="381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07551" y="6119175"/>
            <a:ext cx="6225315" cy="15544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{{s10_text_2}}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045707" y="6197033"/>
            <a:ext cx="411776" cy="381380"/>
          </a:xfrm>
          <a:custGeom>
            <a:avLst/>
            <a:gdLst/>
            <a:ahLst/>
            <a:cxnLst/>
            <a:rect r="r" b="b" t="t" l="l"/>
            <a:pathLst>
              <a:path h="381380" w="411776">
                <a:moveTo>
                  <a:pt x="0" y="0"/>
                </a:moveTo>
                <a:lnTo>
                  <a:pt x="411776" y="0"/>
                </a:lnTo>
                <a:lnTo>
                  <a:pt x="411776" y="381380"/>
                </a:lnTo>
                <a:lnTo>
                  <a:pt x="0" y="381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97598" y="3049400"/>
            <a:ext cx="4259771" cy="8217806"/>
            <a:chOff x="0" y="0"/>
            <a:chExt cx="660400" cy="1274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274021"/>
            </a:xfrm>
            <a:custGeom>
              <a:avLst/>
              <a:gdLst/>
              <a:ahLst/>
              <a:cxnLst/>
              <a:rect r="r" b="b" t="t" l="l"/>
              <a:pathLst>
                <a:path h="1274021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8747"/>
                  </a:cubicBezTo>
                  <a:lnTo>
                    <a:pt x="660400" y="1274021"/>
                  </a:lnTo>
                  <a:lnTo>
                    <a:pt x="0" y="1274021"/>
                  </a:lnTo>
                  <a:lnTo>
                    <a:pt x="0" y="33944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1185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54044" y="103006"/>
            <a:ext cx="3938738" cy="12635008"/>
            <a:chOff x="0" y="0"/>
            <a:chExt cx="660400" cy="2118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2118486"/>
            </a:xfrm>
            <a:custGeom>
              <a:avLst/>
              <a:gdLst/>
              <a:ahLst/>
              <a:cxnLst/>
              <a:rect r="r" b="b" t="t" l="l"/>
              <a:pathLst>
                <a:path h="211848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7505"/>
                  </a:cubicBezTo>
                  <a:lnTo>
                    <a:pt x="660400" y="2118486"/>
                  </a:lnTo>
                  <a:lnTo>
                    <a:pt x="0" y="2118486"/>
                  </a:lnTo>
                  <a:lnTo>
                    <a:pt x="0" y="35881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02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070568" y="2184917"/>
            <a:ext cx="8083590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{{s11_title}}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70568" y="3515144"/>
            <a:ext cx="7726992" cy="18688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{{s11_text_1}}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30702" y="929640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922809" y="768562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6"/>
                </a:lnTo>
                <a:lnTo>
                  <a:pt x="0" y="52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656746" y="929640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16832868" y="9523587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255357" y="3049400"/>
            <a:ext cx="3755463" cy="7480625"/>
            <a:chOff x="0" y="0"/>
            <a:chExt cx="660400" cy="1315472"/>
          </a:xfrm>
        </p:grpSpPr>
        <p:sp>
          <p:nvSpPr>
            <p:cNvPr name="{{image_4}}" id="15" descr="{{image_4}}"/>
            <p:cNvSpPr/>
            <p:nvPr/>
          </p:nvSpPr>
          <p:spPr>
            <a:xfrm flipH="false" flipV="false" rot="0">
              <a:off x="0" y="0"/>
              <a:ext cx="660400" cy="1315472"/>
            </a:xfrm>
            <a:custGeom>
              <a:avLst/>
              <a:gdLst/>
              <a:ahLst/>
              <a:cxnLst/>
              <a:rect r="r" b="b" t="t" l="l"/>
              <a:pathLst>
                <a:path h="1315472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9668"/>
                  </a:cubicBezTo>
                  <a:lnTo>
                    <a:pt x="660400" y="1315472"/>
                  </a:lnTo>
                  <a:lnTo>
                    <a:pt x="0" y="1315472"/>
                  </a:lnTo>
                  <a:lnTo>
                    <a:pt x="0" y="34039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6"/>
              <a:stretch>
                <a:fillRect l="-243400" t="0" r="-1072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070568" y="5915205"/>
            <a:ext cx="7726992" cy="712162"/>
            <a:chOff x="0" y="0"/>
            <a:chExt cx="2204044" cy="2031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4044" cy="203137"/>
            </a:xfrm>
            <a:custGeom>
              <a:avLst/>
              <a:gdLst/>
              <a:ahLst/>
              <a:cxnLst/>
              <a:rect r="r" b="b" t="t" l="l"/>
              <a:pathLst>
                <a:path h="203137" w="2204044">
                  <a:moveTo>
                    <a:pt x="25048" y="0"/>
                  </a:moveTo>
                  <a:lnTo>
                    <a:pt x="2178996" y="0"/>
                  </a:lnTo>
                  <a:cubicBezTo>
                    <a:pt x="2192830" y="0"/>
                    <a:pt x="2204044" y="11215"/>
                    <a:pt x="2204044" y="25048"/>
                  </a:cubicBezTo>
                  <a:lnTo>
                    <a:pt x="2204044" y="178088"/>
                  </a:lnTo>
                  <a:cubicBezTo>
                    <a:pt x="2204044" y="191922"/>
                    <a:pt x="2192830" y="203137"/>
                    <a:pt x="2178996" y="203137"/>
                  </a:cubicBezTo>
                  <a:lnTo>
                    <a:pt x="25048" y="203137"/>
                  </a:lnTo>
                  <a:cubicBezTo>
                    <a:pt x="18405" y="203137"/>
                    <a:pt x="12034" y="200498"/>
                    <a:pt x="7336" y="195800"/>
                  </a:cubicBezTo>
                  <a:cubicBezTo>
                    <a:pt x="2639" y="191103"/>
                    <a:pt x="0" y="184732"/>
                    <a:pt x="0" y="178088"/>
                  </a:cubicBezTo>
                  <a:lnTo>
                    <a:pt x="0" y="25048"/>
                  </a:lnTo>
                  <a:cubicBezTo>
                    <a:pt x="0" y="11215"/>
                    <a:pt x="11215" y="0"/>
                    <a:pt x="25048" y="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04044" cy="241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57410" y="6160161"/>
            <a:ext cx="6753309" cy="2603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99"/>
              </a:lnSpc>
            </a:pPr>
            <a:r>
              <a:rPr lang="en-US" sz="1999" b="true">
                <a:solidFill>
                  <a:srgbClr val="F6F6F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{{s11_label_1}}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070568" y="6789712"/>
            <a:ext cx="7726992" cy="916755"/>
            <a:chOff x="0" y="0"/>
            <a:chExt cx="2204044" cy="2614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4044" cy="261495"/>
            </a:xfrm>
            <a:custGeom>
              <a:avLst/>
              <a:gdLst/>
              <a:ahLst/>
              <a:cxnLst/>
              <a:rect r="r" b="b" t="t" l="l"/>
              <a:pathLst>
                <a:path h="261495" w="2204044">
                  <a:moveTo>
                    <a:pt x="25048" y="0"/>
                  </a:moveTo>
                  <a:lnTo>
                    <a:pt x="2178996" y="0"/>
                  </a:lnTo>
                  <a:cubicBezTo>
                    <a:pt x="2192830" y="0"/>
                    <a:pt x="2204044" y="11215"/>
                    <a:pt x="2204044" y="25048"/>
                  </a:cubicBezTo>
                  <a:lnTo>
                    <a:pt x="2204044" y="236446"/>
                  </a:lnTo>
                  <a:cubicBezTo>
                    <a:pt x="2204044" y="250280"/>
                    <a:pt x="2192830" y="261495"/>
                    <a:pt x="2178996" y="261495"/>
                  </a:cubicBezTo>
                  <a:lnTo>
                    <a:pt x="25048" y="261495"/>
                  </a:lnTo>
                  <a:cubicBezTo>
                    <a:pt x="11215" y="261495"/>
                    <a:pt x="0" y="250280"/>
                    <a:pt x="0" y="236446"/>
                  </a:cubicBezTo>
                  <a:lnTo>
                    <a:pt x="0" y="25048"/>
                  </a:lnTo>
                  <a:cubicBezTo>
                    <a:pt x="0" y="11215"/>
                    <a:pt x="11215" y="0"/>
                    <a:pt x="25048" y="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04044" cy="299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557410" y="7034668"/>
            <a:ext cx="6753309" cy="469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99"/>
              </a:lnSpc>
            </a:pPr>
            <a:r>
              <a:rPr lang="en-US" sz="1999" b="true">
                <a:solidFill>
                  <a:srgbClr val="F6F6F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{{s11_label_2}}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070568" y="7868392"/>
            <a:ext cx="7726992" cy="1068602"/>
            <a:chOff x="0" y="0"/>
            <a:chExt cx="2204044" cy="3048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4044" cy="304808"/>
            </a:xfrm>
            <a:custGeom>
              <a:avLst/>
              <a:gdLst/>
              <a:ahLst/>
              <a:cxnLst/>
              <a:rect r="r" b="b" t="t" l="l"/>
              <a:pathLst>
                <a:path h="304808" w="2204044">
                  <a:moveTo>
                    <a:pt x="25048" y="0"/>
                  </a:moveTo>
                  <a:lnTo>
                    <a:pt x="2178996" y="0"/>
                  </a:lnTo>
                  <a:cubicBezTo>
                    <a:pt x="2192830" y="0"/>
                    <a:pt x="2204044" y="11215"/>
                    <a:pt x="2204044" y="25048"/>
                  </a:cubicBezTo>
                  <a:lnTo>
                    <a:pt x="2204044" y="279759"/>
                  </a:lnTo>
                  <a:cubicBezTo>
                    <a:pt x="2204044" y="286402"/>
                    <a:pt x="2201405" y="292774"/>
                    <a:pt x="2196707" y="297471"/>
                  </a:cubicBezTo>
                  <a:cubicBezTo>
                    <a:pt x="2192010" y="302169"/>
                    <a:pt x="2185639" y="304808"/>
                    <a:pt x="2178996" y="304808"/>
                  </a:cubicBezTo>
                  <a:lnTo>
                    <a:pt x="25048" y="304808"/>
                  </a:lnTo>
                  <a:cubicBezTo>
                    <a:pt x="11215" y="304808"/>
                    <a:pt x="0" y="293593"/>
                    <a:pt x="0" y="279759"/>
                  </a:cubicBezTo>
                  <a:lnTo>
                    <a:pt x="0" y="25048"/>
                  </a:lnTo>
                  <a:cubicBezTo>
                    <a:pt x="0" y="11215"/>
                    <a:pt x="11215" y="0"/>
                    <a:pt x="25048" y="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04044" cy="342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557410" y="8082018"/>
            <a:ext cx="6753309" cy="6794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99"/>
              </a:lnSpc>
            </a:pPr>
            <a:r>
              <a:rPr lang="en-US" sz="1999" b="true">
                <a:solidFill>
                  <a:srgbClr val="F6F6F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{{s11_text_2}}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77993" y="2814105"/>
            <a:ext cx="7726992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{{s12_title}}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38954" y="4217456"/>
            <a:ext cx="7205071" cy="2183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{{s12_text_1}}</a:t>
            </a:r>
          </a:p>
        </p:txBody>
      </p:sp>
      <p:grpSp>
        <p:nvGrpSpPr>
          <p:cNvPr name="Group 4" id="4"/>
          <p:cNvGrpSpPr/>
          <p:nvPr/>
        </p:nvGrpSpPr>
        <p:grpSpPr>
          <a:xfrm rot="-10800000">
            <a:off x="14112936" y="-983179"/>
            <a:ext cx="4179258" cy="11270179"/>
            <a:chOff x="0" y="0"/>
            <a:chExt cx="660400" cy="1780897"/>
          </a:xfrm>
        </p:grpSpPr>
        <p:sp>
          <p:nvSpPr>
            <p:cNvPr name="{{image_5}}" id="5" descr="{{image_5}}"/>
            <p:cNvSpPr/>
            <p:nvPr/>
          </p:nvSpPr>
          <p:spPr>
            <a:xfrm flipH="false" flipV="false" rot="0">
              <a:off x="0" y="0"/>
              <a:ext cx="660400" cy="1780897"/>
            </a:xfrm>
            <a:custGeom>
              <a:avLst/>
              <a:gdLst/>
              <a:ahLst/>
              <a:cxnLst/>
              <a:rect r="r" b="b" t="t" l="l"/>
              <a:pathLst>
                <a:path h="178089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0006"/>
                  </a:cubicBezTo>
                  <a:lnTo>
                    <a:pt x="660400" y="1780897"/>
                  </a:lnTo>
                  <a:lnTo>
                    <a:pt x="0" y="1780897"/>
                  </a:lnTo>
                  <a:lnTo>
                    <a:pt x="0" y="35106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2"/>
              <a:stretch>
                <a:fillRect l="-152068" t="0" r="-15206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202565" y="0"/>
            <a:ext cx="3879599" cy="12629231"/>
            <a:chOff x="0" y="0"/>
            <a:chExt cx="660400" cy="21497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2149795"/>
            </a:xfrm>
            <a:custGeom>
              <a:avLst/>
              <a:gdLst/>
              <a:ahLst/>
              <a:cxnLst/>
              <a:rect r="r" b="b" t="t" l="l"/>
              <a:pathLst>
                <a:path h="214979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8200"/>
                  </a:cubicBezTo>
                  <a:lnTo>
                    <a:pt x="660400" y="2149795"/>
                  </a:lnTo>
                  <a:lnTo>
                    <a:pt x="0" y="2149795"/>
                  </a:lnTo>
                  <a:lnTo>
                    <a:pt x="0" y="35953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8900"/>
              <a:ext cx="660400" cy="2060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4179258" cy="11270179"/>
            <a:chOff x="0" y="0"/>
            <a:chExt cx="660400" cy="1780897"/>
          </a:xfrm>
        </p:grpSpPr>
        <p:sp>
          <p:nvSpPr>
            <p:cNvPr name="{{image_5}}" id="10" descr="{{image_5}}"/>
            <p:cNvSpPr/>
            <p:nvPr/>
          </p:nvSpPr>
          <p:spPr>
            <a:xfrm flipH="false" flipV="false" rot="0">
              <a:off x="0" y="0"/>
              <a:ext cx="660400" cy="1780897"/>
            </a:xfrm>
            <a:custGeom>
              <a:avLst/>
              <a:gdLst/>
              <a:ahLst/>
              <a:cxnLst/>
              <a:rect r="r" b="b" t="t" l="l"/>
              <a:pathLst>
                <a:path h="178089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0006"/>
                  </a:cubicBezTo>
                  <a:lnTo>
                    <a:pt x="660400" y="1780897"/>
                  </a:lnTo>
                  <a:lnTo>
                    <a:pt x="0" y="1780897"/>
                  </a:lnTo>
                  <a:lnTo>
                    <a:pt x="0" y="35106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2"/>
              <a:stretch>
                <a:fillRect l="-152068" t="0" r="-15206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-1789970" y="-2342231"/>
            <a:ext cx="3879599" cy="12629231"/>
            <a:chOff x="0" y="0"/>
            <a:chExt cx="660400" cy="2149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2149795"/>
            </a:xfrm>
            <a:custGeom>
              <a:avLst/>
              <a:gdLst/>
              <a:ahLst/>
              <a:cxnLst/>
              <a:rect r="r" b="b" t="t" l="l"/>
              <a:pathLst>
                <a:path h="214979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8200"/>
                  </a:cubicBezTo>
                  <a:lnTo>
                    <a:pt x="660400" y="2149795"/>
                  </a:lnTo>
                  <a:lnTo>
                    <a:pt x="0" y="2149795"/>
                  </a:lnTo>
                  <a:lnTo>
                    <a:pt x="0" y="35953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8900"/>
              <a:ext cx="660400" cy="2060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83647" y="929640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475754" y="768562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1" y="0"/>
                </a:lnTo>
                <a:lnTo>
                  <a:pt x="451221" y="520276"/>
                </a:lnTo>
                <a:lnTo>
                  <a:pt x="0" y="52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209692" y="929640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8827006" y="9124266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638954" y="6757779"/>
            <a:ext cx="7205071" cy="12401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{{s12_text_2}}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2898" y="2156336"/>
            <a:ext cx="6434955" cy="9063246"/>
            <a:chOff x="0" y="0"/>
            <a:chExt cx="660400" cy="930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930133"/>
            </a:xfrm>
            <a:custGeom>
              <a:avLst/>
              <a:gdLst/>
              <a:ahLst/>
              <a:cxnLst/>
              <a:rect r="r" b="b" t="t" l="l"/>
              <a:pathLst>
                <a:path h="930133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1108"/>
                  </a:cubicBezTo>
                  <a:lnTo>
                    <a:pt x="660400" y="930133"/>
                  </a:lnTo>
                  <a:lnTo>
                    <a:pt x="0" y="930133"/>
                  </a:lnTo>
                  <a:lnTo>
                    <a:pt x="0" y="331553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841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137" y="2422233"/>
            <a:ext cx="5854478" cy="5854478"/>
            <a:chOff x="0" y="0"/>
            <a:chExt cx="812800" cy="812800"/>
          </a:xfrm>
        </p:grpSpPr>
        <p:sp>
          <p:nvSpPr>
            <p:cNvPr name="{{image_1}}" id="6" descr="{{image_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22" r="0" b="-1892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16832868" y="-336337"/>
            <a:ext cx="2507456" cy="9044940"/>
            <a:chOff x="0" y="0"/>
            <a:chExt cx="660400" cy="23822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034426" y="2327786"/>
            <a:ext cx="8083590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{{s13_title}}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34426" y="4098307"/>
            <a:ext cx="7164993" cy="2183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{{s13_text_1}}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34426" y="6700537"/>
            <a:ext cx="7164993" cy="12401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{{s13_text_2}}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6593" y="757555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596477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5"/>
                </a:lnTo>
                <a:lnTo>
                  <a:pt x="0" y="52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62637" y="757555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0">
            <a:off x="16832868" y="9523587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449088" y="-1181592"/>
            <a:ext cx="4498210" cy="16226023"/>
            <a:chOff x="0" y="0"/>
            <a:chExt cx="660400" cy="2382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17393" y="1611805"/>
            <a:ext cx="7063389" cy="7063389"/>
            <a:chOff x="0" y="0"/>
            <a:chExt cx="812800" cy="812800"/>
          </a:xfrm>
        </p:grpSpPr>
        <p:sp>
          <p:nvSpPr>
            <p:cNvPr name="{{image_2}}" id="6" descr="{{image_2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169" r="0" b="-2942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6832868" y="9523587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6593" y="757555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596477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5"/>
                </a:lnTo>
                <a:lnTo>
                  <a:pt x="0" y="52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62637" y="757555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0410" y="2422772"/>
            <a:ext cx="8083590" cy="189865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{{s14_title}}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0410" y="4995940"/>
            <a:ext cx="7164993" cy="2183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{{s14_text_1}}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0410" y="7598170"/>
            <a:ext cx="7164993" cy="12401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{{s14_text_2}}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78101" y="-5490259"/>
            <a:ext cx="6510457" cy="14748559"/>
            <a:chOff x="0" y="0"/>
            <a:chExt cx="660400" cy="1496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496047"/>
            </a:xfrm>
            <a:custGeom>
              <a:avLst/>
              <a:gdLst/>
              <a:ahLst/>
              <a:cxnLst/>
              <a:rect r="r" b="b" t="t" l="l"/>
              <a:pathLst>
                <a:path h="149604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3679"/>
                  </a:cubicBezTo>
                  <a:lnTo>
                    <a:pt x="660400" y="1496047"/>
                  </a:lnTo>
                  <a:lnTo>
                    <a:pt x="0" y="1496047"/>
                  </a:lnTo>
                  <a:lnTo>
                    <a:pt x="0" y="344534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1407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0905" y="2890506"/>
            <a:ext cx="6044849" cy="6044849"/>
            <a:chOff x="0" y="0"/>
            <a:chExt cx="812800" cy="812800"/>
          </a:xfrm>
        </p:grpSpPr>
        <p:sp>
          <p:nvSpPr>
            <p:cNvPr name="{{image_3}}" id="6" descr="{{image_3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42809" t="-37818" r="-6373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890015" y="2376472"/>
            <a:ext cx="3318346" cy="11969997"/>
            <a:chOff x="0" y="0"/>
            <a:chExt cx="660400" cy="23822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134285" y="2547922"/>
            <a:ext cx="8083590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{{s15_title}}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14643" y="4078920"/>
            <a:ext cx="6225315" cy="15544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{{s15_text_1}}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0702" y="929640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922809" y="768562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6"/>
                </a:lnTo>
                <a:lnTo>
                  <a:pt x="0" y="52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656746" y="929640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6625313" y="9523611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7" y="0"/>
                </a:moveTo>
                <a:lnTo>
                  <a:pt x="0" y="0"/>
                </a:lnTo>
                <a:lnTo>
                  <a:pt x="0" y="284718"/>
                </a:lnTo>
                <a:lnTo>
                  <a:pt x="633987" y="284718"/>
                </a:lnTo>
                <a:lnTo>
                  <a:pt x="6339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52798" y="4156778"/>
            <a:ext cx="411776" cy="381380"/>
          </a:xfrm>
          <a:custGeom>
            <a:avLst/>
            <a:gdLst/>
            <a:ahLst/>
            <a:cxnLst/>
            <a:rect r="r" b="b" t="t" l="l"/>
            <a:pathLst>
              <a:path h="381380" w="411776">
                <a:moveTo>
                  <a:pt x="0" y="0"/>
                </a:moveTo>
                <a:lnTo>
                  <a:pt x="411777" y="0"/>
                </a:lnTo>
                <a:lnTo>
                  <a:pt x="411777" y="381380"/>
                </a:lnTo>
                <a:lnTo>
                  <a:pt x="0" y="381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07551" y="6119175"/>
            <a:ext cx="6225315" cy="15544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{{s15_text_2}}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045707" y="6197033"/>
            <a:ext cx="411776" cy="381380"/>
          </a:xfrm>
          <a:custGeom>
            <a:avLst/>
            <a:gdLst/>
            <a:ahLst/>
            <a:cxnLst/>
            <a:rect r="r" b="b" t="t" l="l"/>
            <a:pathLst>
              <a:path h="381380" w="411776">
                <a:moveTo>
                  <a:pt x="0" y="0"/>
                </a:moveTo>
                <a:lnTo>
                  <a:pt x="411776" y="0"/>
                </a:lnTo>
                <a:lnTo>
                  <a:pt x="411776" y="381380"/>
                </a:lnTo>
                <a:lnTo>
                  <a:pt x="0" y="381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97598" y="3049400"/>
            <a:ext cx="4259771" cy="8217806"/>
            <a:chOff x="0" y="0"/>
            <a:chExt cx="660400" cy="1274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274021"/>
            </a:xfrm>
            <a:custGeom>
              <a:avLst/>
              <a:gdLst/>
              <a:ahLst/>
              <a:cxnLst/>
              <a:rect r="r" b="b" t="t" l="l"/>
              <a:pathLst>
                <a:path h="1274021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8747"/>
                  </a:cubicBezTo>
                  <a:lnTo>
                    <a:pt x="660400" y="1274021"/>
                  </a:lnTo>
                  <a:lnTo>
                    <a:pt x="0" y="1274021"/>
                  </a:lnTo>
                  <a:lnTo>
                    <a:pt x="0" y="33944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1185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54044" y="103006"/>
            <a:ext cx="3938738" cy="12635008"/>
            <a:chOff x="0" y="0"/>
            <a:chExt cx="660400" cy="2118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2118486"/>
            </a:xfrm>
            <a:custGeom>
              <a:avLst/>
              <a:gdLst/>
              <a:ahLst/>
              <a:cxnLst/>
              <a:rect r="r" b="b" t="t" l="l"/>
              <a:pathLst>
                <a:path h="211848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7505"/>
                  </a:cubicBezTo>
                  <a:lnTo>
                    <a:pt x="660400" y="2118486"/>
                  </a:lnTo>
                  <a:lnTo>
                    <a:pt x="0" y="2118486"/>
                  </a:lnTo>
                  <a:lnTo>
                    <a:pt x="0" y="35881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02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070568" y="2184917"/>
            <a:ext cx="8083590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{{s16_title}}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70568" y="3515144"/>
            <a:ext cx="7726992" cy="18688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{{s16_text_1}}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30702" y="929640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922809" y="768562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6"/>
                </a:lnTo>
                <a:lnTo>
                  <a:pt x="0" y="52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656746" y="929640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16832868" y="9523587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255357" y="3049400"/>
            <a:ext cx="3755463" cy="7480625"/>
            <a:chOff x="0" y="0"/>
            <a:chExt cx="660400" cy="1315472"/>
          </a:xfrm>
        </p:grpSpPr>
        <p:sp>
          <p:nvSpPr>
            <p:cNvPr name="{{image_4}}" id="15" descr="{{image_4}}"/>
            <p:cNvSpPr/>
            <p:nvPr/>
          </p:nvSpPr>
          <p:spPr>
            <a:xfrm flipH="false" flipV="false" rot="0">
              <a:off x="0" y="0"/>
              <a:ext cx="660400" cy="1315472"/>
            </a:xfrm>
            <a:custGeom>
              <a:avLst/>
              <a:gdLst/>
              <a:ahLst/>
              <a:cxnLst/>
              <a:rect r="r" b="b" t="t" l="l"/>
              <a:pathLst>
                <a:path h="1315472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9668"/>
                  </a:cubicBezTo>
                  <a:lnTo>
                    <a:pt x="660400" y="1315472"/>
                  </a:lnTo>
                  <a:lnTo>
                    <a:pt x="0" y="1315472"/>
                  </a:lnTo>
                  <a:lnTo>
                    <a:pt x="0" y="34039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6"/>
              <a:stretch>
                <a:fillRect l="-243400" t="0" r="-1072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070568" y="5915205"/>
            <a:ext cx="7726992" cy="712162"/>
            <a:chOff x="0" y="0"/>
            <a:chExt cx="2204044" cy="2031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4044" cy="203137"/>
            </a:xfrm>
            <a:custGeom>
              <a:avLst/>
              <a:gdLst/>
              <a:ahLst/>
              <a:cxnLst/>
              <a:rect r="r" b="b" t="t" l="l"/>
              <a:pathLst>
                <a:path h="203137" w="2204044">
                  <a:moveTo>
                    <a:pt x="25048" y="0"/>
                  </a:moveTo>
                  <a:lnTo>
                    <a:pt x="2178996" y="0"/>
                  </a:lnTo>
                  <a:cubicBezTo>
                    <a:pt x="2192830" y="0"/>
                    <a:pt x="2204044" y="11215"/>
                    <a:pt x="2204044" y="25048"/>
                  </a:cubicBezTo>
                  <a:lnTo>
                    <a:pt x="2204044" y="178088"/>
                  </a:lnTo>
                  <a:cubicBezTo>
                    <a:pt x="2204044" y="191922"/>
                    <a:pt x="2192830" y="203137"/>
                    <a:pt x="2178996" y="203137"/>
                  </a:cubicBezTo>
                  <a:lnTo>
                    <a:pt x="25048" y="203137"/>
                  </a:lnTo>
                  <a:cubicBezTo>
                    <a:pt x="18405" y="203137"/>
                    <a:pt x="12034" y="200498"/>
                    <a:pt x="7336" y="195800"/>
                  </a:cubicBezTo>
                  <a:cubicBezTo>
                    <a:pt x="2639" y="191103"/>
                    <a:pt x="0" y="184732"/>
                    <a:pt x="0" y="178088"/>
                  </a:cubicBezTo>
                  <a:lnTo>
                    <a:pt x="0" y="25048"/>
                  </a:lnTo>
                  <a:cubicBezTo>
                    <a:pt x="0" y="11215"/>
                    <a:pt x="11215" y="0"/>
                    <a:pt x="25048" y="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04044" cy="241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57410" y="6160161"/>
            <a:ext cx="6753309" cy="2603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99"/>
              </a:lnSpc>
            </a:pPr>
            <a:r>
              <a:rPr lang="en-US" sz="1999" b="true">
                <a:solidFill>
                  <a:srgbClr val="F6F6F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{{s16_label_1}}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070568" y="6789712"/>
            <a:ext cx="7726992" cy="916755"/>
            <a:chOff x="0" y="0"/>
            <a:chExt cx="2204044" cy="2614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4044" cy="261495"/>
            </a:xfrm>
            <a:custGeom>
              <a:avLst/>
              <a:gdLst/>
              <a:ahLst/>
              <a:cxnLst/>
              <a:rect r="r" b="b" t="t" l="l"/>
              <a:pathLst>
                <a:path h="261495" w="2204044">
                  <a:moveTo>
                    <a:pt x="25048" y="0"/>
                  </a:moveTo>
                  <a:lnTo>
                    <a:pt x="2178996" y="0"/>
                  </a:lnTo>
                  <a:cubicBezTo>
                    <a:pt x="2192830" y="0"/>
                    <a:pt x="2204044" y="11215"/>
                    <a:pt x="2204044" y="25048"/>
                  </a:cubicBezTo>
                  <a:lnTo>
                    <a:pt x="2204044" y="236446"/>
                  </a:lnTo>
                  <a:cubicBezTo>
                    <a:pt x="2204044" y="250280"/>
                    <a:pt x="2192830" y="261495"/>
                    <a:pt x="2178996" y="261495"/>
                  </a:cubicBezTo>
                  <a:lnTo>
                    <a:pt x="25048" y="261495"/>
                  </a:lnTo>
                  <a:cubicBezTo>
                    <a:pt x="11215" y="261495"/>
                    <a:pt x="0" y="250280"/>
                    <a:pt x="0" y="236446"/>
                  </a:cubicBezTo>
                  <a:lnTo>
                    <a:pt x="0" y="25048"/>
                  </a:lnTo>
                  <a:cubicBezTo>
                    <a:pt x="0" y="11215"/>
                    <a:pt x="11215" y="0"/>
                    <a:pt x="25048" y="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04044" cy="299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557410" y="7034668"/>
            <a:ext cx="6753309" cy="469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99"/>
              </a:lnSpc>
            </a:pPr>
            <a:r>
              <a:rPr lang="en-US" sz="1999" b="true">
                <a:solidFill>
                  <a:srgbClr val="F6F6F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{{s16_label_2}}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070568" y="7868392"/>
            <a:ext cx="7726992" cy="1068602"/>
            <a:chOff x="0" y="0"/>
            <a:chExt cx="2204044" cy="3048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4044" cy="304808"/>
            </a:xfrm>
            <a:custGeom>
              <a:avLst/>
              <a:gdLst/>
              <a:ahLst/>
              <a:cxnLst/>
              <a:rect r="r" b="b" t="t" l="l"/>
              <a:pathLst>
                <a:path h="304808" w="2204044">
                  <a:moveTo>
                    <a:pt x="25048" y="0"/>
                  </a:moveTo>
                  <a:lnTo>
                    <a:pt x="2178996" y="0"/>
                  </a:lnTo>
                  <a:cubicBezTo>
                    <a:pt x="2192830" y="0"/>
                    <a:pt x="2204044" y="11215"/>
                    <a:pt x="2204044" y="25048"/>
                  </a:cubicBezTo>
                  <a:lnTo>
                    <a:pt x="2204044" y="279759"/>
                  </a:lnTo>
                  <a:cubicBezTo>
                    <a:pt x="2204044" y="286402"/>
                    <a:pt x="2201405" y="292774"/>
                    <a:pt x="2196707" y="297471"/>
                  </a:cubicBezTo>
                  <a:cubicBezTo>
                    <a:pt x="2192010" y="302169"/>
                    <a:pt x="2185639" y="304808"/>
                    <a:pt x="2178996" y="304808"/>
                  </a:cubicBezTo>
                  <a:lnTo>
                    <a:pt x="25048" y="304808"/>
                  </a:lnTo>
                  <a:cubicBezTo>
                    <a:pt x="11215" y="304808"/>
                    <a:pt x="0" y="293593"/>
                    <a:pt x="0" y="279759"/>
                  </a:cubicBezTo>
                  <a:lnTo>
                    <a:pt x="0" y="25048"/>
                  </a:lnTo>
                  <a:cubicBezTo>
                    <a:pt x="0" y="11215"/>
                    <a:pt x="11215" y="0"/>
                    <a:pt x="25048" y="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04044" cy="342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557410" y="8082018"/>
            <a:ext cx="6753309" cy="6794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99"/>
              </a:lnSpc>
            </a:pPr>
            <a:r>
              <a:rPr lang="en-US" sz="1999" b="true">
                <a:solidFill>
                  <a:srgbClr val="F6F6F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{{s16_text_2}}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77993" y="2814105"/>
            <a:ext cx="7726992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{{s17_title}}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38954" y="4217456"/>
            <a:ext cx="7205071" cy="2183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{{s17_text_1}}</a:t>
            </a:r>
          </a:p>
        </p:txBody>
      </p:sp>
      <p:grpSp>
        <p:nvGrpSpPr>
          <p:cNvPr name="Group 4" id="4"/>
          <p:cNvGrpSpPr/>
          <p:nvPr/>
        </p:nvGrpSpPr>
        <p:grpSpPr>
          <a:xfrm rot="-10800000">
            <a:off x="14112936" y="-983179"/>
            <a:ext cx="4179258" cy="11270179"/>
            <a:chOff x="0" y="0"/>
            <a:chExt cx="660400" cy="1780897"/>
          </a:xfrm>
        </p:grpSpPr>
        <p:sp>
          <p:nvSpPr>
            <p:cNvPr name="{{image_5}}" id="5" descr="{{image_5}}"/>
            <p:cNvSpPr/>
            <p:nvPr/>
          </p:nvSpPr>
          <p:spPr>
            <a:xfrm flipH="false" flipV="false" rot="0">
              <a:off x="0" y="0"/>
              <a:ext cx="660400" cy="1780897"/>
            </a:xfrm>
            <a:custGeom>
              <a:avLst/>
              <a:gdLst/>
              <a:ahLst/>
              <a:cxnLst/>
              <a:rect r="r" b="b" t="t" l="l"/>
              <a:pathLst>
                <a:path h="178089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0006"/>
                  </a:cubicBezTo>
                  <a:lnTo>
                    <a:pt x="660400" y="1780897"/>
                  </a:lnTo>
                  <a:lnTo>
                    <a:pt x="0" y="1780897"/>
                  </a:lnTo>
                  <a:lnTo>
                    <a:pt x="0" y="35106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2"/>
              <a:stretch>
                <a:fillRect l="-152068" t="0" r="-15206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202565" y="0"/>
            <a:ext cx="3879599" cy="12629231"/>
            <a:chOff x="0" y="0"/>
            <a:chExt cx="660400" cy="21497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2149795"/>
            </a:xfrm>
            <a:custGeom>
              <a:avLst/>
              <a:gdLst/>
              <a:ahLst/>
              <a:cxnLst/>
              <a:rect r="r" b="b" t="t" l="l"/>
              <a:pathLst>
                <a:path h="214979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8200"/>
                  </a:cubicBezTo>
                  <a:lnTo>
                    <a:pt x="660400" y="2149795"/>
                  </a:lnTo>
                  <a:lnTo>
                    <a:pt x="0" y="2149795"/>
                  </a:lnTo>
                  <a:lnTo>
                    <a:pt x="0" y="35953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8900"/>
              <a:ext cx="660400" cy="2060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4179258" cy="11270179"/>
            <a:chOff x="0" y="0"/>
            <a:chExt cx="660400" cy="1780897"/>
          </a:xfrm>
        </p:grpSpPr>
        <p:sp>
          <p:nvSpPr>
            <p:cNvPr name="{{image_5}}" id="10" descr="{{image_5}}"/>
            <p:cNvSpPr/>
            <p:nvPr/>
          </p:nvSpPr>
          <p:spPr>
            <a:xfrm flipH="false" flipV="false" rot="0">
              <a:off x="0" y="0"/>
              <a:ext cx="660400" cy="1780897"/>
            </a:xfrm>
            <a:custGeom>
              <a:avLst/>
              <a:gdLst/>
              <a:ahLst/>
              <a:cxnLst/>
              <a:rect r="r" b="b" t="t" l="l"/>
              <a:pathLst>
                <a:path h="178089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0006"/>
                  </a:cubicBezTo>
                  <a:lnTo>
                    <a:pt x="660400" y="1780897"/>
                  </a:lnTo>
                  <a:lnTo>
                    <a:pt x="0" y="1780897"/>
                  </a:lnTo>
                  <a:lnTo>
                    <a:pt x="0" y="35106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2"/>
              <a:stretch>
                <a:fillRect l="-152068" t="0" r="-15206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-1789970" y="-2342231"/>
            <a:ext cx="3879599" cy="12629231"/>
            <a:chOff x="0" y="0"/>
            <a:chExt cx="660400" cy="2149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2149795"/>
            </a:xfrm>
            <a:custGeom>
              <a:avLst/>
              <a:gdLst/>
              <a:ahLst/>
              <a:cxnLst/>
              <a:rect r="r" b="b" t="t" l="l"/>
              <a:pathLst>
                <a:path h="214979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58200"/>
                  </a:cubicBezTo>
                  <a:lnTo>
                    <a:pt x="660400" y="2149795"/>
                  </a:lnTo>
                  <a:lnTo>
                    <a:pt x="0" y="2149795"/>
                  </a:lnTo>
                  <a:lnTo>
                    <a:pt x="0" y="35953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8900"/>
              <a:ext cx="660400" cy="2060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83647" y="929640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475754" y="768562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1" y="0"/>
                </a:lnTo>
                <a:lnTo>
                  <a:pt x="451221" y="520276"/>
                </a:lnTo>
                <a:lnTo>
                  <a:pt x="0" y="52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209692" y="929640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8827006" y="9124266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638954" y="6757779"/>
            <a:ext cx="7205071" cy="12401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{{s17_text_2}}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78101" y="-5490259"/>
            <a:ext cx="6510457" cy="14748559"/>
            <a:chOff x="0" y="0"/>
            <a:chExt cx="660400" cy="1496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496047"/>
            </a:xfrm>
            <a:custGeom>
              <a:avLst/>
              <a:gdLst/>
              <a:ahLst/>
              <a:cxnLst/>
              <a:rect r="r" b="b" t="t" l="l"/>
              <a:pathLst>
                <a:path h="149604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3679"/>
                  </a:cubicBezTo>
                  <a:lnTo>
                    <a:pt x="660400" y="1496047"/>
                  </a:lnTo>
                  <a:lnTo>
                    <a:pt x="0" y="1496047"/>
                  </a:lnTo>
                  <a:lnTo>
                    <a:pt x="0" y="344534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1407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0905" y="2890506"/>
            <a:ext cx="6044849" cy="6044849"/>
            <a:chOff x="0" y="0"/>
            <a:chExt cx="812800" cy="812800"/>
          </a:xfrm>
        </p:grpSpPr>
        <p:sp>
          <p:nvSpPr>
            <p:cNvPr name="{{image_3}}" id="6" descr="{{image_3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42809" t="-37818" r="-6373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890015" y="2376472"/>
            <a:ext cx="3318346" cy="11969997"/>
            <a:chOff x="0" y="0"/>
            <a:chExt cx="660400" cy="23822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134285" y="2547922"/>
            <a:ext cx="8083590" cy="104140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{{s18_title}}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14643" y="4078920"/>
            <a:ext cx="6225315" cy="15544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{{s18_text_1}}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0702" y="929640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922809" y="768562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6"/>
                </a:lnTo>
                <a:lnTo>
                  <a:pt x="0" y="52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656746" y="929640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6625313" y="9523611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7" y="0"/>
                </a:moveTo>
                <a:lnTo>
                  <a:pt x="0" y="0"/>
                </a:lnTo>
                <a:lnTo>
                  <a:pt x="0" y="284718"/>
                </a:lnTo>
                <a:lnTo>
                  <a:pt x="633987" y="284718"/>
                </a:lnTo>
                <a:lnTo>
                  <a:pt x="6339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52798" y="4156778"/>
            <a:ext cx="411776" cy="381380"/>
          </a:xfrm>
          <a:custGeom>
            <a:avLst/>
            <a:gdLst/>
            <a:ahLst/>
            <a:cxnLst/>
            <a:rect r="r" b="b" t="t" l="l"/>
            <a:pathLst>
              <a:path h="381380" w="411776">
                <a:moveTo>
                  <a:pt x="0" y="0"/>
                </a:moveTo>
                <a:lnTo>
                  <a:pt x="411777" y="0"/>
                </a:lnTo>
                <a:lnTo>
                  <a:pt x="411777" y="381380"/>
                </a:lnTo>
                <a:lnTo>
                  <a:pt x="0" y="381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07551" y="6119175"/>
            <a:ext cx="6225315" cy="15544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{{s18_text_2}}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045707" y="6197033"/>
            <a:ext cx="411776" cy="381380"/>
          </a:xfrm>
          <a:custGeom>
            <a:avLst/>
            <a:gdLst/>
            <a:ahLst/>
            <a:cxnLst/>
            <a:rect r="r" b="b" t="t" l="l"/>
            <a:pathLst>
              <a:path h="381380" w="411776">
                <a:moveTo>
                  <a:pt x="0" y="0"/>
                </a:moveTo>
                <a:lnTo>
                  <a:pt x="411776" y="0"/>
                </a:lnTo>
                <a:lnTo>
                  <a:pt x="411776" y="381380"/>
                </a:lnTo>
                <a:lnTo>
                  <a:pt x="0" y="381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449088" y="-1181592"/>
            <a:ext cx="4498210" cy="16226023"/>
            <a:chOff x="0" y="0"/>
            <a:chExt cx="660400" cy="2382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17393" y="1611805"/>
            <a:ext cx="7063389" cy="706338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169" r="0" b="-2942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6832868" y="9523587"/>
            <a:ext cx="633987" cy="284718"/>
          </a:xfrm>
          <a:custGeom>
            <a:avLst/>
            <a:gdLst/>
            <a:ahLst/>
            <a:cxnLst/>
            <a:rect r="r" b="b" t="t" l="l"/>
            <a:pathLst>
              <a:path h="284718" w="633987">
                <a:moveTo>
                  <a:pt x="633988" y="0"/>
                </a:moveTo>
                <a:lnTo>
                  <a:pt x="0" y="0"/>
                </a:lnTo>
                <a:lnTo>
                  <a:pt x="0" y="284718"/>
                </a:lnTo>
                <a:lnTo>
                  <a:pt x="633988" y="284718"/>
                </a:lnTo>
                <a:lnTo>
                  <a:pt x="63398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6593" y="757555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596477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0" y="0"/>
                </a:lnTo>
                <a:lnTo>
                  <a:pt x="451220" y="520275"/>
                </a:lnTo>
                <a:lnTo>
                  <a:pt x="0" y="52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62637" y="757555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0410" y="2422772"/>
            <a:ext cx="8083590" cy="189865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800"/>
              </a:lnSpc>
            </a:pPr>
            <a:r>
              <a:rPr lang="en-US" sz="7200" b="true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{{adabiyotlar}}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0410" y="4995940"/>
            <a:ext cx="7164993" cy="2183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>{{adabiyotlar_ro_yxati}}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0410" y="7598170"/>
            <a:ext cx="7164993" cy="12401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11" r="0" b="-6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7881" y="-1503754"/>
            <a:ext cx="3365610" cy="12140489"/>
            <a:chOff x="0" y="0"/>
            <a:chExt cx="660400" cy="23822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6500062" y="0"/>
            <a:ext cx="3325353" cy="11995272"/>
            <a:chOff x="0" y="0"/>
            <a:chExt cx="660400" cy="23822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2382206"/>
            </a:xfrm>
            <a:custGeom>
              <a:avLst/>
              <a:gdLst/>
              <a:ahLst/>
              <a:cxnLst/>
              <a:rect r="r" b="b" t="t" l="l"/>
              <a:pathLst>
                <a:path h="238220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63363"/>
                  </a:cubicBezTo>
                  <a:lnTo>
                    <a:pt x="660400" y="2382206"/>
                  </a:lnTo>
                  <a:lnTo>
                    <a:pt x="0" y="2382206"/>
                  </a:lnTo>
                  <a:lnTo>
                    <a:pt x="0" y="364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8900"/>
              <a:ext cx="660400" cy="2293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63216" y="6512093"/>
            <a:ext cx="6761568" cy="593911"/>
            <a:chOff x="0" y="0"/>
            <a:chExt cx="2120325" cy="1862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0325" cy="186241"/>
            </a:xfrm>
            <a:custGeom>
              <a:avLst/>
              <a:gdLst/>
              <a:ahLst/>
              <a:cxnLst/>
              <a:rect r="r" b="b" t="t" l="l"/>
              <a:pathLst>
                <a:path h="186241" w="2120325">
                  <a:moveTo>
                    <a:pt x="28625" y="0"/>
                  </a:moveTo>
                  <a:lnTo>
                    <a:pt x="2091700" y="0"/>
                  </a:lnTo>
                  <a:cubicBezTo>
                    <a:pt x="2107509" y="0"/>
                    <a:pt x="2120325" y="12816"/>
                    <a:pt x="2120325" y="28625"/>
                  </a:cubicBezTo>
                  <a:lnTo>
                    <a:pt x="2120325" y="157617"/>
                  </a:lnTo>
                  <a:cubicBezTo>
                    <a:pt x="2120325" y="173426"/>
                    <a:pt x="2107509" y="186241"/>
                    <a:pt x="2091700" y="186241"/>
                  </a:cubicBezTo>
                  <a:lnTo>
                    <a:pt x="28625" y="186241"/>
                  </a:lnTo>
                  <a:cubicBezTo>
                    <a:pt x="12816" y="186241"/>
                    <a:pt x="0" y="173426"/>
                    <a:pt x="0" y="157617"/>
                  </a:cubicBezTo>
                  <a:lnTo>
                    <a:pt x="0" y="28625"/>
                  </a:lnTo>
                  <a:cubicBezTo>
                    <a:pt x="0" y="12816"/>
                    <a:pt x="12816" y="0"/>
                    <a:pt x="28625" y="0"/>
                  </a:cubicBezTo>
                  <a:close/>
                </a:path>
              </a:pathLst>
            </a:custGeom>
            <a:solidFill>
              <a:srgbClr val="003E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20325" cy="22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44904" y="2312554"/>
            <a:ext cx="14197982" cy="44964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127"/>
              </a:lnSpc>
            </a:pPr>
            <a:r>
              <a:rPr lang="en-US" b="true" sz="10000">
                <a:solidFill>
                  <a:srgbClr val="003E6D"/>
                </a:solidFill>
                <a:latin typeface="Telegraf Bold"/>
                <a:ea typeface="Telegraf Bold"/>
                <a:cs typeface="Telegraf Bold"/>
                <a:sym typeface="Telegraf Bold"/>
              </a:rPr>
              <a:t>{{yakun}}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475754" y="768562"/>
            <a:ext cx="451220" cy="520275"/>
          </a:xfrm>
          <a:custGeom>
            <a:avLst/>
            <a:gdLst/>
            <a:ahLst/>
            <a:cxnLst/>
            <a:rect r="r" b="b" t="t" l="l"/>
            <a:pathLst>
              <a:path h="520275" w="451220">
                <a:moveTo>
                  <a:pt x="0" y="0"/>
                </a:moveTo>
                <a:lnTo>
                  <a:pt x="451221" y="0"/>
                </a:lnTo>
                <a:lnTo>
                  <a:pt x="451221" y="520276"/>
                </a:lnTo>
                <a:lnTo>
                  <a:pt x="0" y="52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92555" y="8286780"/>
            <a:ext cx="7902682" cy="6229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>
                <a:solidFill>
                  <a:srgbClr val="003E6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{{muallif}}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9244" y="9039498"/>
            <a:ext cx="12509303" cy="54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83647" y="929640"/>
            <a:ext cx="1259313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800"/>
              </a:lnSpc>
            </a:pPr>
            <a:r>
              <a:rPr lang="en-US" b="true" sz="1800">
                <a:solidFill>
                  <a:srgbClr val="003E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09692" y="929640"/>
            <a:ext cx="1602554" cy="2362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003E6D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78479" y="6678809"/>
            <a:ext cx="5388335" cy="30810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919">
                <a:solidFill>
                  <a:srgbClr val="F6F6F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DAHXbbmt8dA</dc:identifier>
  <dcterms:modified xsi:type="dcterms:W3CDTF">2011-08-01T06:04:30Z</dcterms:modified>
  <cp:revision>1</cp:revision>
  <dc:title>Blue and White Clean Corporate Finance Report Presentation</dc:title>
</cp:coreProperties>
</file>