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Archivo Black" charset="1" panose="020B0A03020202020B04"/>
      <p:regular r:id="rId17"/>
    </p:embeddedFont>
    <p:embeddedFont>
      <p:font typeface="Lilita One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jpeg" Type="http://schemas.openxmlformats.org/officeDocument/2006/relationships/image"/><Relationship Id="rId13" Target="../media/image60.jpeg" Type="http://schemas.openxmlformats.org/officeDocument/2006/relationships/image"/><Relationship Id="rId14" Target="../media/image61.jpeg" Type="http://schemas.openxmlformats.org/officeDocument/2006/relationships/image"/><Relationship Id="rId15" Target="../media/image62.jpe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63.jpeg" Type="http://schemas.openxmlformats.org/officeDocument/2006/relationships/image"/><Relationship Id="rId15" Target="../media/image64.jpeg" Type="http://schemas.openxmlformats.org/officeDocument/2006/relationships/image"/><Relationship Id="rId16" Target="../media/image65.jpeg" Type="http://schemas.openxmlformats.org/officeDocument/2006/relationships/image"/><Relationship Id="rId17" Target="../media/image66.jpeg" Type="http://schemas.openxmlformats.org/officeDocument/2006/relationships/image"/><Relationship Id="rId18" Target="../media/image67.jpeg" Type="http://schemas.openxmlformats.org/officeDocument/2006/relationships/image"/><Relationship Id="rId19" Target="../media/image68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69.jpeg" Type="http://schemas.openxmlformats.org/officeDocument/2006/relationships/image"/><Relationship Id="rId13" Target="../media/image70.jpeg" Type="http://schemas.openxmlformats.org/officeDocument/2006/relationships/image"/><Relationship Id="rId14" Target="../media/image71.jpeg" Type="http://schemas.openxmlformats.org/officeDocument/2006/relationships/image"/><Relationship Id="rId15" Target="../media/image72.jpeg" Type="http://schemas.openxmlformats.org/officeDocument/2006/relationships/image"/><Relationship Id="rId16" Target="../media/image73.jpeg" Type="http://schemas.openxmlformats.org/officeDocument/2006/relationships/image"/><Relationship Id="rId17" Target="../media/image74.jpe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jpeg" Type="http://schemas.openxmlformats.org/officeDocument/2006/relationships/image"/><Relationship Id="rId13" Target="../media/image60.jpeg" Type="http://schemas.openxmlformats.org/officeDocument/2006/relationships/image"/><Relationship Id="rId14" Target="../media/image61.jpeg" Type="http://schemas.openxmlformats.org/officeDocument/2006/relationships/image"/><Relationship Id="rId15" Target="../media/image62.jpe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63.jpeg" Type="http://schemas.openxmlformats.org/officeDocument/2006/relationships/image"/><Relationship Id="rId15" Target="../media/image64.jpeg" Type="http://schemas.openxmlformats.org/officeDocument/2006/relationships/image"/><Relationship Id="rId16" Target="../media/image65.jpeg" Type="http://schemas.openxmlformats.org/officeDocument/2006/relationships/image"/><Relationship Id="rId17" Target="../media/image66.jpeg" Type="http://schemas.openxmlformats.org/officeDocument/2006/relationships/image"/><Relationship Id="rId18" Target="../media/image67.jpeg" Type="http://schemas.openxmlformats.org/officeDocument/2006/relationships/image"/><Relationship Id="rId19" Target="../media/image68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69.jpeg" Type="http://schemas.openxmlformats.org/officeDocument/2006/relationships/image"/><Relationship Id="rId13" Target="../media/image70.jpeg" Type="http://schemas.openxmlformats.org/officeDocument/2006/relationships/image"/><Relationship Id="rId14" Target="../media/image71.jpeg" Type="http://schemas.openxmlformats.org/officeDocument/2006/relationships/image"/><Relationship Id="rId15" Target="../media/image72.jpeg" Type="http://schemas.openxmlformats.org/officeDocument/2006/relationships/image"/><Relationship Id="rId16" Target="../media/image73.jpeg" Type="http://schemas.openxmlformats.org/officeDocument/2006/relationships/image"/><Relationship Id="rId17" Target="../media/image74.jpe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01946" y="-3723581"/>
            <a:ext cx="10253803" cy="11553997"/>
          </a:xfrm>
          <a:custGeom>
            <a:avLst/>
            <a:gdLst/>
            <a:ahLst/>
            <a:cxnLst/>
            <a:rect r="r" b="b" t="t" l="l"/>
            <a:pathLst>
              <a:path h="11553997" w="10253803">
                <a:moveTo>
                  <a:pt x="0" y="0"/>
                </a:moveTo>
                <a:lnTo>
                  <a:pt x="10253802" y="0"/>
                </a:lnTo>
                <a:lnTo>
                  <a:pt x="10253802" y="11553997"/>
                </a:lnTo>
                <a:lnTo>
                  <a:pt x="0" y="1155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33691"/>
            <a:ext cx="5829506" cy="3402311"/>
          </a:xfrm>
          <a:custGeom>
            <a:avLst/>
            <a:gdLst/>
            <a:ahLst/>
            <a:cxnLst/>
            <a:rect r="r" b="b" t="t" l="l"/>
            <a:pathLst>
              <a:path h="3402311" w="5829506">
                <a:moveTo>
                  <a:pt x="0" y="0"/>
                </a:moveTo>
                <a:lnTo>
                  <a:pt x="5829506" y="0"/>
                </a:lnTo>
                <a:lnTo>
                  <a:pt x="5829506" y="3402311"/>
                </a:lnTo>
                <a:lnTo>
                  <a:pt x="0" y="3402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03805">
            <a:off x="16069749" y="-1028700"/>
            <a:ext cx="2379103" cy="4114800"/>
          </a:xfrm>
          <a:custGeom>
            <a:avLst/>
            <a:gdLst/>
            <a:ahLst/>
            <a:cxnLst/>
            <a:rect r="r" b="b" t="t" l="l"/>
            <a:pathLst>
              <a:path h="4114800" w="2379103">
                <a:moveTo>
                  <a:pt x="0" y="0"/>
                </a:moveTo>
                <a:lnTo>
                  <a:pt x="2379102" y="0"/>
                </a:lnTo>
                <a:lnTo>
                  <a:pt x="23791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11753" y="7497791"/>
            <a:ext cx="3426506" cy="4114800"/>
          </a:xfrm>
          <a:custGeom>
            <a:avLst/>
            <a:gdLst/>
            <a:ahLst/>
            <a:cxnLst/>
            <a:rect r="r" b="b" t="t" l="l"/>
            <a:pathLst>
              <a:path h="4114800" w="3426506">
                <a:moveTo>
                  <a:pt x="0" y="0"/>
                </a:moveTo>
                <a:lnTo>
                  <a:pt x="3426506" y="0"/>
                </a:lnTo>
                <a:lnTo>
                  <a:pt x="34265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53194" y="654876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58802" y="2644693"/>
            <a:ext cx="3201339" cy="3904072"/>
          </a:xfrm>
          <a:custGeom>
            <a:avLst/>
            <a:gdLst/>
            <a:ahLst/>
            <a:cxnLst/>
            <a:rect r="r" b="b" t="t" l="l"/>
            <a:pathLst>
              <a:path h="3904072" w="3201339">
                <a:moveTo>
                  <a:pt x="0" y="0"/>
                </a:moveTo>
                <a:lnTo>
                  <a:pt x="3201339" y="0"/>
                </a:lnTo>
                <a:lnTo>
                  <a:pt x="3201339" y="3904072"/>
                </a:lnTo>
                <a:lnTo>
                  <a:pt x="0" y="3904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567247">
            <a:off x="6149114" y="288257"/>
            <a:ext cx="879952" cy="1656021"/>
          </a:xfrm>
          <a:custGeom>
            <a:avLst/>
            <a:gdLst/>
            <a:ahLst/>
            <a:cxnLst/>
            <a:rect r="r" b="b" t="t" l="l"/>
            <a:pathLst>
              <a:path h="1656021" w="879952">
                <a:moveTo>
                  <a:pt x="0" y="0"/>
                </a:moveTo>
                <a:lnTo>
                  <a:pt x="879952" y="0"/>
                </a:lnTo>
                <a:lnTo>
                  <a:pt x="879952" y="1656021"/>
                </a:lnTo>
                <a:lnTo>
                  <a:pt x="0" y="16560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06726" y="-811326"/>
            <a:ext cx="1327723" cy="1622653"/>
          </a:xfrm>
          <a:custGeom>
            <a:avLst/>
            <a:gdLst/>
            <a:ahLst/>
            <a:cxnLst/>
            <a:rect r="r" b="b" t="t" l="l"/>
            <a:pathLst>
              <a:path h="1622653" w="1327723">
                <a:moveTo>
                  <a:pt x="0" y="0"/>
                </a:moveTo>
                <a:lnTo>
                  <a:pt x="1327723" y="0"/>
                </a:lnTo>
                <a:lnTo>
                  <a:pt x="1327723" y="1622652"/>
                </a:lnTo>
                <a:lnTo>
                  <a:pt x="0" y="16226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27469" y="9258300"/>
            <a:ext cx="805587" cy="396934"/>
          </a:xfrm>
          <a:custGeom>
            <a:avLst/>
            <a:gdLst/>
            <a:ahLst/>
            <a:cxnLst/>
            <a:rect r="r" b="b" t="t" l="l"/>
            <a:pathLst>
              <a:path h="396934" w="805587">
                <a:moveTo>
                  <a:pt x="0" y="0"/>
                </a:moveTo>
                <a:lnTo>
                  <a:pt x="805587" y="0"/>
                </a:lnTo>
                <a:lnTo>
                  <a:pt x="805587" y="396934"/>
                </a:lnTo>
                <a:lnTo>
                  <a:pt x="0" y="39693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68520" y="8936002"/>
            <a:ext cx="583873" cy="757898"/>
          </a:xfrm>
          <a:custGeom>
            <a:avLst/>
            <a:gdLst/>
            <a:ahLst/>
            <a:cxnLst/>
            <a:rect r="r" b="b" t="t" l="l"/>
            <a:pathLst>
              <a:path h="757898" w="583873">
                <a:moveTo>
                  <a:pt x="0" y="0"/>
                </a:moveTo>
                <a:lnTo>
                  <a:pt x="583873" y="0"/>
                </a:lnTo>
                <a:lnTo>
                  <a:pt x="583873" y="757899"/>
                </a:lnTo>
                <a:lnTo>
                  <a:pt x="0" y="75789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86400" y="8290712"/>
            <a:ext cx="7315200" cy="2806377"/>
          </a:xfrm>
          <a:custGeom>
            <a:avLst/>
            <a:gdLst/>
            <a:ahLst/>
            <a:cxnLst/>
            <a:rect r="r" b="b" t="t" l="l"/>
            <a:pathLst>
              <a:path h="2806377" w="7315200">
                <a:moveTo>
                  <a:pt x="0" y="0"/>
                </a:moveTo>
                <a:lnTo>
                  <a:pt x="7315200" y="0"/>
                </a:lnTo>
                <a:lnTo>
                  <a:pt x="7315200" y="2806377"/>
                </a:lnTo>
                <a:lnTo>
                  <a:pt x="0" y="280637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43994" y="1576836"/>
            <a:ext cx="8926593" cy="38294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714"/>
              </a:lnSpc>
            </a:pPr>
            <a:r>
              <a:rPr lang="en-US" sz="10000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{{topic}}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93103" y="3239093"/>
            <a:ext cx="7428377" cy="216718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714"/>
              </a:lnSpc>
            </a:pPr>
            <a:r>
              <a:rPr lang="en-US" sz="12653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28908" y="6788743"/>
            <a:ext cx="4956766" cy="104167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38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{{reja_1}}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{{reja_2}}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{{reja_3}}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{{reja_4}}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508246" y="-600595"/>
            <a:ext cx="7315200" cy="3258589"/>
          </a:xfrm>
          <a:custGeom>
            <a:avLst/>
            <a:gdLst/>
            <a:ahLst/>
            <a:cxnLst/>
            <a:rect r="r" b="b" t="t" l="l"/>
            <a:pathLst>
              <a:path h="3258589" w="7315200">
                <a:moveTo>
                  <a:pt x="0" y="0"/>
                </a:moveTo>
                <a:lnTo>
                  <a:pt x="7315200" y="0"/>
                </a:lnTo>
                <a:lnTo>
                  <a:pt x="7315200" y="3258590"/>
                </a:lnTo>
                <a:lnTo>
                  <a:pt x="0" y="3258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08246" y="4882079"/>
            <a:ext cx="7694580" cy="7246895"/>
          </a:xfrm>
          <a:custGeom>
            <a:avLst/>
            <a:gdLst/>
            <a:ahLst/>
            <a:cxnLst/>
            <a:rect r="r" b="b" t="t" l="l"/>
            <a:pathLst>
              <a:path h="7246895" w="7694580">
                <a:moveTo>
                  <a:pt x="0" y="0"/>
                </a:moveTo>
                <a:lnTo>
                  <a:pt x="7694580" y="0"/>
                </a:lnTo>
                <a:lnTo>
                  <a:pt x="7694580" y="7246895"/>
                </a:lnTo>
                <a:lnTo>
                  <a:pt x="0" y="7246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54481" y="4707007"/>
            <a:ext cx="3273769" cy="5827097"/>
          </a:xfrm>
          <a:custGeom>
            <a:avLst/>
            <a:gdLst/>
            <a:ahLst/>
            <a:cxnLst/>
            <a:rect r="r" b="b" t="t" l="l"/>
            <a:pathLst>
              <a:path h="5827097" w="3273769">
                <a:moveTo>
                  <a:pt x="0" y="0"/>
                </a:moveTo>
                <a:lnTo>
                  <a:pt x="3273770" y="0"/>
                </a:lnTo>
                <a:lnTo>
                  <a:pt x="3273770" y="5827098"/>
                </a:lnTo>
                <a:lnTo>
                  <a:pt x="0" y="5827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733066">
            <a:off x="14149594" y="1832314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656029">
            <a:off x="-3937461" y="-2316110"/>
            <a:ext cx="7315200" cy="3910307"/>
          </a:xfrm>
          <a:custGeom>
            <a:avLst/>
            <a:gdLst/>
            <a:ahLst/>
            <a:cxnLst/>
            <a:rect r="r" b="b" t="t" l="l"/>
            <a:pathLst>
              <a:path h="3910307" w="7315200">
                <a:moveTo>
                  <a:pt x="0" y="0"/>
                </a:moveTo>
                <a:lnTo>
                  <a:pt x="7315200" y="0"/>
                </a:lnTo>
                <a:lnTo>
                  <a:pt x="7315200" y="3910306"/>
                </a:lnTo>
                <a:lnTo>
                  <a:pt x="0" y="39103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974410" y="8505527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83946"/>
            <a:ext cx="5733933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{{reja}}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3863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{{s03_text_1}}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036615" y="-1145264"/>
            <a:ext cx="7556108" cy="7487416"/>
          </a:xfrm>
          <a:custGeom>
            <a:avLst/>
            <a:gdLst/>
            <a:ahLst/>
            <a:cxnLst/>
            <a:rect r="r" b="b" t="t" l="l"/>
            <a:pathLst>
              <a:path h="7487416" w="7556108">
                <a:moveTo>
                  <a:pt x="0" y="0"/>
                </a:moveTo>
                <a:lnTo>
                  <a:pt x="7556108" y="0"/>
                </a:lnTo>
                <a:lnTo>
                  <a:pt x="7556108" y="7487416"/>
                </a:lnTo>
                <a:lnTo>
                  <a:pt x="0" y="748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58110" y="6831354"/>
            <a:ext cx="2573620" cy="4114800"/>
          </a:xfrm>
          <a:custGeom>
            <a:avLst/>
            <a:gdLst/>
            <a:ahLst/>
            <a:cxnLst/>
            <a:rect r="r" b="b" t="t" l="l"/>
            <a:pathLst>
              <a:path h="4114800" w="2573620">
                <a:moveTo>
                  <a:pt x="2573620" y="0"/>
                </a:moveTo>
                <a:lnTo>
                  <a:pt x="0" y="0"/>
                </a:lnTo>
                <a:lnTo>
                  <a:pt x="0" y="4114800"/>
                </a:lnTo>
                <a:lnTo>
                  <a:pt x="2573620" y="4114800"/>
                </a:lnTo>
                <a:lnTo>
                  <a:pt x="2573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05205" y="6485700"/>
            <a:ext cx="2525391" cy="4806108"/>
          </a:xfrm>
          <a:custGeom>
            <a:avLst/>
            <a:gdLst/>
            <a:ahLst/>
            <a:cxnLst/>
            <a:rect r="r" b="b" t="t" l="l"/>
            <a:pathLst>
              <a:path h="4806108" w="2525391">
                <a:moveTo>
                  <a:pt x="0" y="0"/>
                </a:moveTo>
                <a:lnTo>
                  <a:pt x="2525391" y="0"/>
                </a:lnTo>
                <a:lnTo>
                  <a:pt x="2525391" y="4806108"/>
                </a:lnTo>
                <a:lnTo>
                  <a:pt x="0" y="4806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52622">
            <a:off x="4480797" y="4773954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434714">
            <a:off x="16181652" y="-2362332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208028">
            <a:off x="16170780" y="8094086"/>
            <a:ext cx="5313842" cy="2328429"/>
          </a:xfrm>
          <a:custGeom>
            <a:avLst/>
            <a:gdLst/>
            <a:ahLst/>
            <a:cxnLst/>
            <a:rect r="r" b="b" t="t" l="l"/>
            <a:pathLst>
              <a:path h="2328429" w="5313842">
                <a:moveTo>
                  <a:pt x="0" y="0"/>
                </a:moveTo>
                <a:lnTo>
                  <a:pt x="5313842" y="0"/>
                </a:lnTo>
                <a:lnTo>
                  <a:pt x="5313842" y="2328428"/>
                </a:lnTo>
                <a:lnTo>
                  <a:pt x="0" y="23284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8630" y="1283946"/>
            <a:ext cx="5733933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{{s03_title}}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{{s04_text_1}}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070556">
            <a:off x="-2048508" y="-3228056"/>
            <a:ext cx="4941354" cy="4114800"/>
          </a:xfrm>
          <a:custGeom>
            <a:avLst/>
            <a:gdLst/>
            <a:ahLst/>
            <a:cxnLst/>
            <a:rect r="r" b="b" t="t" l="l"/>
            <a:pathLst>
              <a:path h="4114800" w="4941354">
                <a:moveTo>
                  <a:pt x="0" y="0"/>
                </a:moveTo>
                <a:lnTo>
                  <a:pt x="4941353" y="0"/>
                </a:lnTo>
                <a:lnTo>
                  <a:pt x="49413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964243">
            <a:off x="-1182070" y="8105590"/>
            <a:ext cx="2364140" cy="4114800"/>
          </a:xfrm>
          <a:custGeom>
            <a:avLst/>
            <a:gdLst/>
            <a:ahLst/>
            <a:cxnLst/>
            <a:rect r="r" b="b" t="t" l="l"/>
            <a:pathLst>
              <a:path h="4114800" w="2364140">
                <a:moveTo>
                  <a:pt x="0" y="0"/>
                </a:moveTo>
                <a:lnTo>
                  <a:pt x="2364140" y="0"/>
                </a:lnTo>
                <a:lnTo>
                  <a:pt x="23641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83946"/>
            <a:ext cx="8115300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{{s04_title}}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978777" y="3372972"/>
            <a:ext cx="8357706" cy="8190552"/>
          </a:xfrm>
          <a:custGeom>
            <a:avLst/>
            <a:gdLst/>
            <a:ahLst/>
            <a:cxnLst/>
            <a:rect r="r" b="b" t="t" l="l"/>
            <a:pathLst>
              <a:path h="8190552" w="8357706">
                <a:moveTo>
                  <a:pt x="0" y="0"/>
                </a:moveTo>
                <a:lnTo>
                  <a:pt x="8357706" y="0"/>
                </a:lnTo>
                <a:lnTo>
                  <a:pt x="8357706" y="8190551"/>
                </a:lnTo>
                <a:lnTo>
                  <a:pt x="0" y="8190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846203">
            <a:off x="10604128" y="-659154"/>
            <a:ext cx="4039985" cy="4114800"/>
          </a:xfrm>
          <a:custGeom>
            <a:avLst/>
            <a:gdLst/>
            <a:ahLst/>
            <a:cxnLst/>
            <a:rect r="r" b="b" t="t" l="l"/>
            <a:pathLst>
              <a:path h="4114800" w="4039985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77888" y="-1028700"/>
            <a:ext cx="5190688" cy="4114800"/>
          </a:xfrm>
          <a:custGeom>
            <a:avLst/>
            <a:gdLst/>
            <a:ahLst/>
            <a:cxnLst/>
            <a:rect r="r" b="b" t="t" l="l"/>
            <a:pathLst>
              <a:path h="4114800" w="5190688">
                <a:moveTo>
                  <a:pt x="0" y="0"/>
                </a:moveTo>
                <a:lnTo>
                  <a:pt x="5190688" y="0"/>
                </a:lnTo>
                <a:lnTo>
                  <a:pt x="5190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6900" y="5362729"/>
            <a:ext cx="3057766" cy="5819277"/>
          </a:xfrm>
          <a:custGeom>
            <a:avLst/>
            <a:gdLst/>
            <a:ahLst/>
            <a:cxnLst/>
            <a:rect r="r" b="b" t="t" l="l"/>
            <a:pathLst>
              <a:path h="5819277" w="3057766">
                <a:moveTo>
                  <a:pt x="0" y="0"/>
                </a:moveTo>
                <a:lnTo>
                  <a:pt x="3057766" y="0"/>
                </a:lnTo>
                <a:lnTo>
                  <a:pt x="3057766" y="5819278"/>
                </a:lnTo>
                <a:lnTo>
                  <a:pt x="0" y="581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34714">
            <a:off x="16181652" y="-2362332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208028">
            <a:off x="16170780" y="8094086"/>
            <a:ext cx="5313842" cy="2328429"/>
          </a:xfrm>
          <a:custGeom>
            <a:avLst/>
            <a:gdLst/>
            <a:ahLst/>
            <a:cxnLst/>
            <a:rect r="r" b="b" t="t" l="l"/>
            <a:pathLst>
              <a:path h="2328429" w="5313842">
                <a:moveTo>
                  <a:pt x="0" y="0"/>
                </a:moveTo>
                <a:lnTo>
                  <a:pt x="5313842" y="0"/>
                </a:lnTo>
                <a:lnTo>
                  <a:pt x="5313842" y="2328428"/>
                </a:lnTo>
                <a:lnTo>
                  <a:pt x="0" y="2328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19227" y="-1654330"/>
            <a:ext cx="7708555" cy="7540368"/>
          </a:xfrm>
          <a:custGeom>
            <a:avLst/>
            <a:gdLst/>
            <a:ahLst/>
            <a:cxnLst/>
            <a:rect r="r" b="b" t="t" l="l"/>
            <a:pathLst>
              <a:path h="7540368" w="7708555">
                <a:moveTo>
                  <a:pt x="0" y="0"/>
                </a:moveTo>
                <a:lnTo>
                  <a:pt x="7708555" y="0"/>
                </a:lnTo>
                <a:lnTo>
                  <a:pt x="7708555" y="7540369"/>
                </a:lnTo>
                <a:lnTo>
                  <a:pt x="0" y="75403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19568" y="6485700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67175" y="2107119"/>
            <a:ext cx="2729957" cy="2729957"/>
            <a:chOff x="0" y="0"/>
            <a:chExt cx="812800" cy="812800"/>
          </a:xfrm>
        </p:grpSpPr>
        <p:sp>
          <p:nvSpPr>
            <p:cNvPr name="{{image_1}}" id="8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26" y="0"/>
                  </a:moveTo>
                  <a:lnTo>
                    <a:pt x="747574" y="0"/>
                  </a:lnTo>
                  <a:cubicBezTo>
                    <a:pt x="783597" y="0"/>
                    <a:pt x="812800" y="29203"/>
                    <a:pt x="812800" y="65226"/>
                  </a:cubicBezTo>
                  <a:lnTo>
                    <a:pt x="812800" y="747574"/>
                  </a:lnTo>
                  <a:cubicBezTo>
                    <a:pt x="812800" y="783597"/>
                    <a:pt x="783597" y="812800"/>
                    <a:pt x="747574" y="812800"/>
                  </a:cubicBezTo>
                  <a:lnTo>
                    <a:pt x="65226" y="812800"/>
                  </a:lnTo>
                  <a:cubicBezTo>
                    <a:pt x="29203" y="812800"/>
                    <a:pt x="0" y="783597"/>
                    <a:pt x="0" y="747574"/>
                  </a:cubicBezTo>
                  <a:lnTo>
                    <a:pt x="0" y="65226"/>
                  </a:lnTo>
                  <a:cubicBezTo>
                    <a:pt x="0" y="29203"/>
                    <a:pt x="29203" y="0"/>
                    <a:pt x="65226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17502" y="2107119"/>
            <a:ext cx="2729957" cy="2729957"/>
            <a:chOff x="0" y="0"/>
            <a:chExt cx="812800" cy="812800"/>
          </a:xfrm>
        </p:grpSpPr>
        <p:sp>
          <p:nvSpPr>
            <p:cNvPr name="{{image_2}}" id="10" descr="{{image_2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26" y="0"/>
                  </a:moveTo>
                  <a:lnTo>
                    <a:pt x="747574" y="0"/>
                  </a:lnTo>
                  <a:cubicBezTo>
                    <a:pt x="783597" y="0"/>
                    <a:pt x="812800" y="29203"/>
                    <a:pt x="812800" y="65226"/>
                  </a:cubicBezTo>
                  <a:lnTo>
                    <a:pt x="812800" y="747574"/>
                  </a:lnTo>
                  <a:cubicBezTo>
                    <a:pt x="812800" y="783597"/>
                    <a:pt x="783597" y="812800"/>
                    <a:pt x="747574" y="812800"/>
                  </a:cubicBezTo>
                  <a:lnTo>
                    <a:pt x="65226" y="812800"/>
                  </a:lnTo>
                  <a:cubicBezTo>
                    <a:pt x="29203" y="812800"/>
                    <a:pt x="0" y="783597"/>
                    <a:pt x="0" y="747574"/>
                  </a:cubicBezTo>
                  <a:lnTo>
                    <a:pt x="0" y="65226"/>
                  </a:lnTo>
                  <a:cubicBezTo>
                    <a:pt x="0" y="29203"/>
                    <a:pt x="29203" y="0"/>
                    <a:pt x="65226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67175" y="5813143"/>
            <a:ext cx="2729957" cy="2729957"/>
            <a:chOff x="0" y="0"/>
            <a:chExt cx="812800" cy="812800"/>
          </a:xfrm>
        </p:grpSpPr>
        <p:sp>
          <p:nvSpPr>
            <p:cNvPr name="{{image_3}}" id="12" descr="{{image_3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26" y="0"/>
                  </a:moveTo>
                  <a:lnTo>
                    <a:pt x="747574" y="0"/>
                  </a:lnTo>
                  <a:cubicBezTo>
                    <a:pt x="783597" y="0"/>
                    <a:pt x="812800" y="29203"/>
                    <a:pt x="812800" y="65226"/>
                  </a:cubicBezTo>
                  <a:lnTo>
                    <a:pt x="812800" y="747574"/>
                  </a:lnTo>
                  <a:cubicBezTo>
                    <a:pt x="812800" y="783597"/>
                    <a:pt x="783597" y="812800"/>
                    <a:pt x="747574" y="812800"/>
                  </a:cubicBezTo>
                  <a:lnTo>
                    <a:pt x="65226" y="812800"/>
                  </a:lnTo>
                  <a:cubicBezTo>
                    <a:pt x="29203" y="812800"/>
                    <a:pt x="0" y="783597"/>
                    <a:pt x="0" y="747574"/>
                  </a:cubicBezTo>
                  <a:lnTo>
                    <a:pt x="0" y="65226"/>
                  </a:lnTo>
                  <a:cubicBezTo>
                    <a:pt x="0" y="29203"/>
                    <a:pt x="29203" y="0"/>
                    <a:pt x="65226" y="0"/>
                  </a:cubicBezTo>
                  <a:close/>
                </a:path>
              </a:pathLst>
            </a:custGeom>
            <a:blipFill>
              <a:blip r:embed="rId14"/>
              <a:stretch>
                <a:fillRect l="-24906" t="0" r="-24906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517502" y="5813143"/>
            <a:ext cx="2729957" cy="2729957"/>
            <a:chOff x="0" y="0"/>
            <a:chExt cx="812800" cy="812800"/>
          </a:xfrm>
        </p:grpSpPr>
        <p:sp>
          <p:nvSpPr>
            <p:cNvPr name="{{image_4}}" id="14" descr="{{image_4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26" y="0"/>
                  </a:moveTo>
                  <a:lnTo>
                    <a:pt x="747574" y="0"/>
                  </a:lnTo>
                  <a:cubicBezTo>
                    <a:pt x="783597" y="0"/>
                    <a:pt x="812800" y="29203"/>
                    <a:pt x="812800" y="65226"/>
                  </a:cubicBezTo>
                  <a:lnTo>
                    <a:pt x="812800" y="747574"/>
                  </a:lnTo>
                  <a:cubicBezTo>
                    <a:pt x="812800" y="783597"/>
                    <a:pt x="783597" y="812800"/>
                    <a:pt x="747574" y="812800"/>
                  </a:cubicBezTo>
                  <a:lnTo>
                    <a:pt x="65226" y="812800"/>
                  </a:lnTo>
                  <a:cubicBezTo>
                    <a:pt x="29203" y="812800"/>
                    <a:pt x="0" y="783597"/>
                    <a:pt x="0" y="747574"/>
                  </a:cubicBezTo>
                  <a:lnTo>
                    <a:pt x="0" y="65226"/>
                  </a:lnTo>
                  <a:cubicBezTo>
                    <a:pt x="0" y="29203"/>
                    <a:pt x="29203" y="0"/>
                    <a:pt x="65226" y="0"/>
                  </a:cubicBezTo>
                  <a:close/>
                </a:path>
              </a:pathLst>
            </a:custGeom>
            <a:blipFill>
              <a:blip r:embed="rId15"/>
              <a:stretch>
                <a:fillRect l="-25471" t="0" r="-2547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304999" y="4975542"/>
            <a:ext cx="2654311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{{s05_label_1}}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90351" y="914400"/>
            <a:ext cx="5733933" cy="96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{{s05_title}}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5326" y="4975542"/>
            <a:ext cx="2654311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{{s05_label_2}}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4999" y="8635365"/>
            <a:ext cx="2654311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{{s05_label_3}}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65390" y="8635365"/>
            <a:ext cx="3834182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{{s05_label_4}}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54807" y="2598444"/>
            <a:ext cx="10253803" cy="11553997"/>
          </a:xfrm>
          <a:custGeom>
            <a:avLst/>
            <a:gdLst/>
            <a:ahLst/>
            <a:cxnLst/>
            <a:rect r="r" b="b" t="t" l="l"/>
            <a:pathLst>
              <a:path h="11553997" w="10253803">
                <a:moveTo>
                  <a:pt x="0" y="0"/>
                </a:moveTo>
                <a:lnTo>
                  <a:pt x="10253802" y="0"/>
                </a:lnTo>
                <a:lnTo>
                  <a:pt x="10253802" y="11553997"/>
                </a:lnTo>
                <a:lnTo>
                  <a:pt x="0" y="1155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4481" y="4707007"/>
            <a:ext cx="3273769" cy="5827097"/>
          </a:xfrm>
          <a:custGeom>
            <a:avLst/>
            <a:gdLst/>
            <a:ahLst/>
            <a:cxnLst/>
            <a:rect r="r" b="b" t="t" l="l"/>
            <a:pathLst>
              <a:path h="5827097" w="3273769">
                <a:moveTo>
                  <a:pt x="0" y="0"/>
                </a:moveTo>
                <a:lnTo>
                  <a:pt x="3273770" y="0"/>
                </a:lnTo>
                <a:lnTo>
                  <a:pt x="3273770" y="5827098"/>
                </a:lnTo>
                <a:lnTo>
                  <a:pt x="0" y="582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2549">
            <a:off x="10896024" y="-224371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656029">
            <a:off x="-3937461" y="-2316110"/>
            <a:ext cx="7315200" cy="3910307"/>
          </a:xfrm>
          <a:custGeom>
            <a:avLst/>
            <a:gdLst/>
            <a:ahLst/>
            <a:cxnLst/>
            <a:rect r="r" b="b" t="t" l="l"/>
            <a:pathLst>
              <a:path h="3910307" w="7315200">
                <a:moveTo>
                  <a:pt x="0" y="0"/>
                </a:moveTo>
                <a:lnTo>
                  <a:pt x="7315200" y="0"/>
                </a:lnTo>
                <a:lnTo>
                  <a:pt x="7315200" y="3910306"/>
                </a:lnTo>
                <a:lnTo>
                  <a:pt x="0" y="391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74410" y="8505527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627931">
            <a:off x="14305925" y="-1187538"/>
            <a:ext cx="4601336" cy="5525622"/>
          </a:xfrm>
          <a:custGeom>
            <a:avLst/>
            <a:gdLst/>
            <a:ahLst/>
            <a:cxnLst/>
            <a:rect r="r" b="b" t="t" l="l"/>
            <a:pathLst>
              <a:path h="5525622" w="4601336">
                <a:moveTo>
                  <a:pt x="0" y="0"/>
                </a:moveTo>
                <a:lnTo>
                  <a:pt x="4601336" y="0"/>
                </a:lnTo>
                <a:lnTo>
                  <a:pt x="4601336" y="5525622"/>
                </a:lnTo>
                <a:lnTo>
                  <a:pt x="0" y="55256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90440" y="2805408"/>
            <a:ext cx="2623185" cy="2623185"/>
            <a:chOff x="0" y="0"/>
            <a:chExt cx="812800" cy="812800"/>
          </a:xfrm>
        </p:grpSpPr>
        <p:sp>
          <p:nvSpPr>
            <p:cNvPr name="{{image_5}}" id="9" descr="{{image_5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4"/>
              <a:stretch>
                <a:fillRect l="-25046" t="0" r="-2504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64270" y="2805408"/>
            <a:ext cx="2623185" cy="2623185"/>
            <a:chOff x="0" y="0"/>
            <a:chExt cx="812800" cy="812800"/>
          </a:xfrm>
        </p:grpSpPr>
        <p:sp>
          <p:nvSpPr>
            <p:cNvPr name="{{image_6}}" id="11" descr="{{image_6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-25000" r="0" b="-2500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38101" y="2805408"/>
            <a:ext cx="2623185" cy="2623185"/>
            <a:chOff x="0" y="0"/>
            <a:chExt cx="812800" cy="812800"/>
          </a:xfrm>
        </p:grpSpPr>
        <p:sp>
          <p:nvSpPr>
            <p:cNvPr name="{{image_7}}" id="13" descr="{{image_7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6"/>
              <a:stretch>
                <a:fillRect l="0" t="-25000" r="0" b="-250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90440" y="5959221"/>
            <a:ext cx="2623185" cy="2623185"/>
            <a:chOff x="0" y="0"/>
            <a:chExt cx="812800" cy="812800"/>
          </a:xfrm>
        </p:grpSpPr>
        <p:sp>
          <p:nvSpPr>
            <p:cNvPr name="{{image_8}}" id="15" descr="{{image_8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7"/>
              <a:stretch>
                <a:fillRect l="-24906" t="0" r="-2490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64270" y="5959221"/>
            <a:ext cx="2623185" cy="2623185"/>
            <a:chOff x="0" y="0"/>
            <a:chExt cx="812800" cy="812800"/>
          </a:xfrm>
        </p:grpSpPr>
        <p:sp>
          <p:nvSpPr>
            <p:cNvPr name="{{image_9}}" id="17" descr="{{image_9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8"/>
              <a:stretch>
                <a:fillRect l="-25046" t="0" r="-2504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738101" y="5959221"/>
            <a:ext cx="2623185" cy="2623185"/>
            <a:chOff x="0" y="0"/>
            <a:chExt cx="812800" cy="812800"/>
          </a:xfrm>
        </p:grpSpPr>
        <p:sp>
          <p:nvSpPr>
            <p:cNvPr name="{{image_10}}" id="19" descr="{{image_10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9"/>
              <a:stretch>
                <a:fillRect l="0" t="-11310" r="0" b="-38689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1590294"/>
            <a:ext cx="10094326" cy="96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{{s06_title}}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9667" y="-664044"/>
            <a:ext cx="6216279" cy="6159767"/>
          </a:xfrm>
          <a:custGeom>
            <a:avLst/>
            <a:gdLst/>
            <a:ahLst/>
            <a:cxnLst/>
            <a:rect r="r" b="b" t="t" l="l"/>
            <a:pathLst>
              <a:path h="6159767" w="6216279">
                <a:moveTo>
                  <a:pt x="0" y="0"/>
                </a:moveTo>
                <a:lnTo>
                  <a:pt x="6216279" y="0"/>
                </a:lnTo>
                <a:lnTo>
                  <a:pt x="6216279" y="6159767"/>
                </a:lnTo>
                <a:lnTo>
                  <a:pt x="0" y="6159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93320" y="5948694"/>
            <a:ext cx="3244039" cy="5186691"/>
          </a:xfrm>
          <a:custGeom>
            <a:avLst/>
            <a:gdLst/>
            <a:ahLst/>
            <a:cxnLst/>
            <a:rect r="r" b="b" t="t" l="l"/>
            <a:pathLst>
              <a:path h="5186691" w="3244039">
                <a:moveTo>
                  <a:pt x="3244040" y="0"/>
                </a:moveTo>
                <a:lnTo>
                  <a:pt x="0" y="0"/>
                </a:lnTo>
                <a:lnTo>
                  <a:pt x="0" y="5186691"/>
                </a:lnTo>
                <a:lnTo>
                  <a:pt x="3244040" y="5186691"/>
                </a:lnTo>
                <a:lnTo>
                  <a:pt x="32440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205" y="5567694"/>
            <a:ext cx="3007762" cy="5724115"/>
          </a:xfrm>
          <a:custGeom>
            <a:avLst/>
            <a:gdLst/>
            <a:ahLst/>
            <a:cxnLst/>
            <a:rect r="r" b="b" t="t" l="l"/>
            <a:pathLst>
              <a:path h="5724115" w="3007762">
                <a:moveTo>
                  <a:pt x="0" y="0"/>
                </a:moveTo>
                <a:lnTo>
                  <a:pt x="3007762" y="0"/>
                </a:lnTo>
                <a:lnTo>
                  <a:pt x="3007762" y="5724114"/>
                </a:lnTo>
                <a:lnTo>
                  <a:pt x="0" y="5724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434714">
            <a:off x="16181652" y="-2362332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208028">
            <a:off x="16170780" y="8094086"/>
            <a:ext cx="5313842" cy="2328429"/>
          </a:xfrm>
          <a:custGeom>
            <a:avLst/>
            <a:gdLst/>
            <a:ahLst/>
            <a:cxnLst/>
            <a:rect r="r" b="b" t="t" l="l"/>
            <a:pathLst>
              <a:path h="2328429" w="5313842">
                <a:moveTo>
                  <a:pt x="0" y="0"/>
                </a:moveTo>
                <a:lnTo>
                  <a:pt x="5313842" y="0"/>
                </a:lnTo>
                <a:lnTo>
                  <a:pt x="5313842" y="2328428"/>
                </a:lnTo>
                <a:lnTo>
                  <a:pt x="0" y="23284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917574" y="2474387"/>
            <a:ext cx="3093306" cy="3093306"/>
            <a:chOff x="0" y="0"/>
            <a:chExt cx="812800" cy="812800"/>
          </a:xfrm>
        </p:grpSpPr>
        <p:sp>
          <p:nvSpPr>
            <p:cNvPr name="{{image_11}}" id="8" descr="{{image_1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2"/>
              <a:stretch>
                <a:fillRect l="-25046" t="0" r="-250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55691" y="2474387"/>
            <a:ext cx="3093306" cy="3093306"/>
            <a:chOff x="0" y="0"/>
            <a:chExt cx="812800" cy="812800"/>
          </a:xfrm>
        </p:grpSpPr>
        <p:sp>
          <p:nvSpPr>
            <p:cNvPr name="{{image_12}}" id="10" descr="{{image_12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-25000" r="0" b="-2500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93807" y="2474387"/>
            <a:ext cx="3093306" cy="3093306"/>
            <a:chOff x="0" y="0"/>
            <a:chExt cx="812800" cy="812800"/>
          </a:xfrm>
        </p:grpSpPr>
        <p:sp>
          <p:nvSpPr>
            <p:cNvPr name="{{image_13}}" id="12" descr="{{image_13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4"/>
              <a:stretch>
                <a:fillRect l="-16777" t="0" r="-16777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964930" y="5948694"/>
            <a:ext cx="3093306" cy="3093306"/>
            <a:chOff x="0" y="0"/>
            <a:chExt cx="812800" cy="812800"/>
          </a:xfrm>
        </p:grpSpPr>
        <p:sp>
          <p:nvSpPr>
            <p:cNvPr name="{{image_14}}" id="14" descr="{{image_14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5"/>
              <a:stretch>
                <a:fillRect l="-25046" t="0" r="-2504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03047" y="5948694"/>
            <a:ext cx="3093306" cy="3093306"/>
            <a:chOff x="0" y="0"/>
            <a:chExt cx="812800" cy="812800"/>
          </a:xfrm>
        </p:grpSpPr>
        <p:sp>
          <p:nvSpPr>
            <p:cNvPr name="{{image_15}}" id="16" descr="{{image_15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6"/>
              <a:stretch>
                <a:fillRect l="-24906" t="0" r="-2490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41164" y="5948694"/>
            <a:ext cx="3093306" cy="3093306"/>
            <a:chOff x="0" y="0"/>
            <a:chExt cx="812800" cy="812800"/>
          </a:xfrm>
        </p:grpSpPr>
        <p:sp>
          <p:nvSpPr>
            <p:cNvPr name="{{image_16}}" id="18" descr="{{image_16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7"/>
              <a:stretch>
                <a:fillRect l="-25046" t="0" r="-25046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221096" y="1130700"/>
            <a:ext cx="11609851" cy="96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{{s07_title}}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{{s08_text_1}}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070556">
            <a:off x="-2048508" y="-3228056"/>
            <a:ext cx="4941354" cy="4114800"/>
          </a:xfrm>
          <a:custGeom>
            <a:avLst/>
            <a:gdLst/>
            <a:ahLst/>
            <a:cxnLst/>
            <a:rect r="r" b="b" t="t" l="l"/>
            <a:pathLst>
              <a:path h="4114800" w="4941354">
                <a:moveTo>
                  <a:pt x="0" y="0"/>
                </a:moveTo>
                <a:lnTo>
                  <a:pt x="4941353" y="0"/>
                </a:lnTo>
                <a:lnTo>
                  <a:pt x="49413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964243">
            <a:off x="-1182070" y="8105590"/>
            <a:ext cx="2364140" cy="4114800"/>
          </a:xfrm>
          <a:custGeom>
            <a:avLst/>
            <a:gdLst/>
            <a:ahLst/>
            <a:cxnLst/>
            <a:rect r="r" b="b" t="t" l="l"/>
            <a:pathLst>
              <a:path h="4114800" w="2364140">
                <a:moveTo>
                  <a:pt x="0" y="0"/>
                </a:moveTo>
                <a:lnTo>
                  <a:pt x="2364140" y="0"/>
                </a:lnTo>
                <a:lnTo>
                  <a:pt x="23641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83946"/>
            <a:ext cx="8115300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{{s08_title}}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978777" y="3372972"/>
            <a:ext cx="8357706" cy="8190552"/>
          </a:xfrm>
          <a:custGeom>
            <a:avLst/>
            <a:gdLst/>
            <a:ahLst/>
            <a:cxnLst/>
            <a:rect r="r" b="b" t="t" l="l"/>
            <a:pathLst>
              <a:path h="8190552" w="8357706">
                <a:moveTo>
                  <a:pt x="0" y="0"/>
                </a:moveTo>
                <a:lnTo>
                  <a:pt x="8357706" y="0"/>
                </a:lnTo>
                <a:lnTo>
                  <a:pt x="8357706" y="8190551"/>
                </a:lnTo>
                <a:lnTo>
                  <a:pt x="0" y="8190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846203">
            <a:off x="10604128" y="-659154"/>
            <a:ext cx="4039985" cy="4114800"/>
          </a:xfrm>
          <a:custGeom>
            <a:avLst/>
            <a:gdLst/>
            <a:ahLst/>
            <a:cxnLst/>
            <a:rect r="r" b="b" t="t" l="l"/>
            <a:pathLst>
              <a:path h="4114800" w="4039985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77888" y="-1028700"/>
            <a:ext cx="5190688" cy="4114800"/>
          </a:xfrm>
          <a:custGeom>
            <a:avLst/>
            <a:gdLst/>
            <a:ahLst/>
            <a:cxnLst/>
            <a:rect r="r" b="b" t="t" l="l"/>
            <a:pathLst>
              <a:path h="4114800" w="5190688">
                <a:moveTo>
                  <a:pt x="0" y="0"/>
                </a:moveTo>
                <a:lnTo>
                  <a:pt x="5190688" y="0"/>
                </a:lnTo>
                <a:lnTo>
                  <a:pt x="5190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6900" y="5362729"/>
            <a:ext cx="3057766" cy="5819277"/>
          </a:xfrm>
          <a:custGeom>
            <a:avLst/>
            <a:gdLst/>
            <a:ahLst/>
            <a:cxnLst/>
            <a:rect r="r" b="b" t="t" l="l"/>
            <a:pathLst>
              <a:path h="5819277" w="3057766">
                <a:moveTo>
                  <a:pt x="0" y="0"/>
                </a:moveTo>
                <a:lnTo>
                  <a:pt x="3057766" y="0"/>
                </a:lnTo>
                <a:lnTo>
                  <a:pt x="3057766" y="5819278"/>
                </a:lnTo>
                <a:lnTo>
                  <a:pt x="0" y="581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34714">
            <a:off x="16181652" y="-2362332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208028">
            <a:off x="16170780" y="8094086"/>
            <a:ext cx="5313842" cy="2328429"/>
          </a:xfrm>
          <a:custGeom>
            <a:avLst/>
            <a:gdLst/>
            <a:ahLst/>
            <a:cxnLst/>
            <a:rect r="r" b="b" t="t" l="l"/>
            <a:pathLst>
              <a:path h="2328429" w="5313842">
                <a:moveTo>
                  <a:pt x="0" y="0"/>
                </a:moveTo>
                <a:lnTo>
                  <a:pt x="5313842" y="0"/>
                </a:lnTo>
                <a:lnTo>
                  <a:pt x="5313842" y="2328428"/>
                </a:lnTo>
                <a:lnTo>
                  <a:pt x="0" y="2328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19227" y="-1654330"/>
            <a:ext cx="7708555" cy="7540368"/>
          </a:xfrm>
          <a:custGeom>
            <a:avLst/>
            <a:gdLst/>
            <a:ahLst/>
            <a:cxnLst/>
            <a:rect r="r" b="b" t="t" l="l"/>
            <a:pathLst>
              <a:path h="7540368" w="7708555">
                <a:moveTo>
                  <a:pt x="0" y="0"/>
                </a:moveTo>
                <a:lnTo>
                  <a:pt x="7708555" y="0"/>
                </a:lnTo>
                <a:lnTo>
                  <a:pt x="7708555" y="7540369"/>
                </a:lnTo>
                <a:lnTo>
                  <a:pt x="0" y="75403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19568" y="6485700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3863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{{s09_text_1}}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8630" y="1283946"/>
            <a:ext cx="8115300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{{s09_title}}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{{s10_text_1}}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508246" y="-600595"/>
            <a:ext cx="7315200" cy="3258589"/>
          </a:xfrm>
          <a:custGeom>
            <a:avLst/>
            <a:gdLst/>
            <a:ahLst/>
            <a:cxnLst/>
            <a:rect r="r" b="b" t="t" l="l"/>
            <a:pathLst>
              <a:path h="3258589" w="7315200">
                <a:moveTo>
                  <a:pt x="0" y="0"/>
                </a:moveTo>
                <a:lnTo>
                  <a:pt x="7315200" y="0"/>
                </a:lnTo>
                <a:lnTo>
                  <a:pt x="7315200" y="3258590"/>
                </a:lnTo>
                <a:lnTo>
                  <a:pt x="0" y="3258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08246" y="4882079"/>
            <a:ext cx="7694580" cy="7246895"/>
          </a:xfrm>
          <a:custGeom>
            <a:avLst/>
            <a:gdLst/>
            <a:ahLst/>
            <a:cxnLst/>
            <a:rect r="r" b="b" t="t" l="l"/>
            <a:pathLst>
              <a:path h="7246895" w="7694580">
                <a:moveTo>
                  <a:pt x="0" y="0"/>
                </a:moveTo>
                <a:lnTo>
                  <a:pt x="7694580" y="0"/>
                </a:lnTo>
                <a:lnTo>
                  <a:pt x="7694580" y="7246895"/>
                </a:lnTo>
                <a:lnTo>
                  <a:pt x="0" y="7246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54481" y="4707007"/>
            <a:ext cx="3273769" cy="5827097"/>
          </a:xfrm>
          <a:custGeom>
            <a:avLst/>
            <a:gdLst/>
            <a:ahLst/>
            <a:cxnLst/>
            <a:rect r="r" b="b" t="t" l="l"/>
            <a:pathLst>
              <a:path h="5827097" w="3273769">
                <a:moveTo>
                  <a:pt x="0" y="0"/>
                </a:moveTo>
                <a:lnTo>
                  <a:pt x="3273770" y="0"/>
                </a:lnTo>
                <a:lnTo>
                  <a:pt x="3273770" y="5827098"/>
                </a:lnTo>
                <a:lnTo>
                  <a:pt x="0" y="5827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733066">
            <a:off x="14149594" y="1832314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656029">
            <a:off x="-3937461" y="-2316110"/>
            <a:ext cx="7315200" cy="3910307"/>
          </a:xfrm>
          <a:custGeom>
            <a:avLst/>
            <a:gdLst/>
            <a:ahLst/>
            <a:cxnLst/>
            <a:rect r="r" b="b" t="t" l="l"/>
            <a:pathLst>
              <a:path h="3910307" w="7315200">
                <a:moveTo>
                  <a:pt x="0" y="0"/>
                </a:moveTo>
                <a:lnTo>
                  <a:pt x="7315200" y="0"/>
                </a:lnTo>
                <a:lnTo>
                  <a:pt x="7315200" y="3910306"/>
                </a:lnTo>
                <a:lnTo>
                  <a:pt x="0" y="39103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974410" y="8505527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83946"/>
            <a:ext cx="5733933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{{s10_title}}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3863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{{s11_text_1}}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036615" y="-1145264"/>
            <a:ext cx="7556108" cy="7487416"/>
          </a:xfrm>
          <a:custGeom>
            <a:avLst/>
            <a:gdLst/>
            <a:ahLst/>
            <a:cxnLst/>
            <a:rect r="r" b="b" t="t" l="l"/>
            <a:pathLst>
              <a:path h="7487416" w="7556108">
                <a:moveTo>
                  <a:pt x="0" y="0"/>
                </a:moveTo>
                <a:lnTo>
                  <a:pt x="7556108" y="0"/>
                </a:lnTo>
                <a:lnTo>
                  <a:pt x="7556108" y="7487416"/>
                </a:lnTo>
                <a:lnTo>
                  <a:pt x="0" y="748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58110" y="6831354"/>
            <a:ext cx="2573620" cy="4114800"/>
          </a:xfrm>
          <a:custGeom>
            <a:avLst/>
            <a:gdLst/>
            <a:ahLst/>
            <a:cxnLst/>
            <a:rect r="r" b="b" t="t" l="l"/>
            <a:pathLst>
              <a:path h="4114800" w="2573620">
                <a:moveTo>
                  <a:pt x="2573620" y="0"/>
                </a:moveTo>
                <a:lnTo>
                  <a:pt x="0" y="0"/>
                </a:lnTo>
                <a:lnTo>
                  <a:pt x="0" y="4114800"/>
                </a:lnTo>
                <a:lnTo>
                  <a:pt x="2573620" y="4114800"/>
                </a:lnTo>
                <a:lnTo>
                  <a:pt x="25736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05205" y="6485700"/>
            <a:ext cx="2525391" cy="4806108"/>
          </a:xfrm>
          <a:custGeom>
            <a:avLst/>
            <a:gdLst/>
            <a:ahLst/>
            <a:cxnLst/>
            <a:rect r="r" b="b" t="t" l="l"/>
            <a:pathLst>
              <a:path h="4806108" w="2525391">
                <a:moveTo>
                  <a:pt x="0" y="0"/>
                </a:moveTo>
                <a:lnTo>
                  <a:pt x="2525391" y="0"/>
                </a:lnTo>
                <a:lnTo>
                  <a:pt x="2525391" y="4806108"/>
                </a:lnTo>
                <a:lnTo>
                  <a:pt x="0" y="4806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452622">
            <a:off x="4480797" y="4773954"/>
            <a:ext cx="4077393" cy="4114800"/>
          </a:xfrm>
          <a:custGeom>
            <a:avLst/>
            <a:gdLst/>
            <a:ahLst/>
            <a:cxnLst/>
            <a:rect r="r" b="b" t="t" l="l"/>
            <a:pathLst>
              <a:path h="4114800" w="4077393">
                <a:moveTo>
                  <a:pt x="0" y="0"/>
                </a:moveTo>
                <a:lnTo>
                  <a:pt x="4077392" y="0"/>
                </a:lnTo>
                <a:lnTo>
                  <a:pt x="40773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434714">
            <a:off x="16181652" y="-2362332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208028">
            <a:off x="16170780" y="8094086"/>
            <a:ext cx="5313842" cy="2328429"/>
          </a:xfrm>
          <a:custGeom>
            <a:avLst/>
            <a:gdLst/>
            <a:ahLst/>
            <a:cxnLst/>
            <a:rect r="r" b="b" t="t" l="l"/>
            <a:pathLst>
              <a:path h="2328429" w="5313842">
                <a:moveTo>
                  <a:pt x="0" y="0"/>
                </a:moveTo>
                <a:lnTo>
                  <a:pt x="5313842" y="0"/>
                </a:lnTo>
                <a:lnTo>
                  <a:pt x="5313842" y="2328428"/>
                </a:lnTo>
                <a:lnTo>
                  <a:pt x="0" y="23284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8630" y="1283946"/>
            <a:ext cx="5733933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{{s11_title}}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{{s12_text_1}}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070556">
            <a:off x="-2048508" y="-3228056"/>
            <a:ext cx="4941354" cy="4114800"/>
          </a:xfrm>
          <a:custGeom>
            <a:avLst/>
            <a:gdLst/>
            <a:ahLst/>
            <a:cxnLst/>
            <a:rect r="r" b="b" t="t" l="l"/>
            <a:pathLst>
              <a:path h="4114800" w="4941354">
                <a:moveTo>
                  <a:pt x="0" y="0"/>
                </a:moveTo>
                <a:lnTo>
                  <a:pt x="4941353" y="0"/>
                </a:lnTo>
                <a:lnTo>
                  <a:pt x="49413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964243">
            <a:off x="-1182070" y="8105590"/>
            <a:ext cx="2364140" cy="4114800"/>
          </a:xfrm>
          <a:custGeom>
            <a:avLst/>
            <a:gdLst/>
            <a:ahLst/>
            <a:cxnLst/>
            <a:rect r="r" b="b" t="t" l="l"/>
            <a:pathLst>
              <a:path h="4114800" w="2364140">
                <a:moveTo>
                  <a:pt x="0" y="0"/>
                </a:moveTo>
                <a:lnTo>
                  <a:pt x="2364140" y="0"/>
                </a:lnTo>
                <a:lnTo>
                  <a:pt x="23641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83946"/>
            <a:ext cx="8115300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{{s12_title}}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978777" y="3372972"/>
            <a:ext cx="8357706" cy="8190552"/>
          </a:xfrm>
          <a:custGeom>
            <a:avLst/>
            <a:gdLst/>
            <a:ahLst/>
            <a:cxnLst/>
            <a:rect r="r" b="b" t="t" l="l"/>
            <a:pathLst>
              <a:path h="8190552" w="8357706">
                <a:moveTo>
                  <a:pt x="0" y="0"/>
                </a:moveTo>
                <a:lnTo>
                  <a:pt x="8357706" y="0"/>
                </a:lnTo>
                <a:lnTo>
                  <a:pt x="8357706" y="8190551"/>
                </a:lnTo>
                <a:lnTo>
                  <a:pt x="0" y="8190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846203">
            <a:off x="10604128" y="-659154"/>
            <a:ext cx="4039985" cy="4114800"/>
          </a:xfrm>
          <a:custGeom>
            <a:avLst/>
            <a:gdLst/>
            <a:ahLst/>
            <a:cxnLst/>
            <a:rect r="r" b="b" t="t" l="l"/>
            <a:pathLst>
              <a:path h="4114800" w="4039985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77888" y="-1028700"/>
            <a:ext cx="5190688" cy="4114800"/>
          </a:xfrm>
          <a:custGeom>
            <a:avLst/>
            <a:gdLst/>
            <a:ahLst/>
            <a:cxnLst/>
            <a:rect r="r" b="b" t="t" l="l"/>
            <a:pathLst>
              <a:path h="4114800" w="5190688">
                <a:moveTo>
                  <a:pt x="0" y="0"/>
                </a:moveTo>
                <a:lnTo>
                  <a:pt x="5190688" y="0"/>
                </a:lnTo>
                <a:lnTo>
                  <a:pt x="5190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6900" y="5362729"/>
            <a:ext cx="3057766" cy="5819277"/>
          </a:xfrm>
          <a:custGeom>
            <a:avLst/>
            <a:gdLst/>
            <a:ahLst/>
            <a:cxnLst/>
            <a:rect r="r" b="b" t="t" l="l"/>
            <a:pathLst>
              <a:path h="5819277" w="3057766">
                <a:moveTo>
                  <a:pt x="0" y="0"/>
                </a:moveTo>
                <a:lnTo>
                  <a:pt x="3057766" y="0"/>
                </a:lnTo>
                <a:lnTo>
                  <a:pt x="3057766" y="5819278"/>
                </a:lnTo>
                <a:lnTo>
                  <a:pt x="0" y="581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34714">
            <a:off x="16181652" y="-2362332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208028">
            <a:off x="16170780" y="8094086"/>
            <a:ext cx="5313842" cy="2328429"/>
          </a:xfrm>
          <a:custGeom>
            <a:avLst/>
            <a:gdLst/>
            <a:ahLst/>
            <a:cxnLst/>
            <a:rect r="r" b="b" t="t" l="l"/>
            <a:pathLst>
              <a:path h="2328429" w="5313842">
                <a:moveTo>
                  <a:pt x="0" y="0"/>
                </a:moveTo>
                <a:lnTo>
                  <a:pt x="5313842" y="0"/>
                </a:lnTo>
                <a:lnTo>
                  <a:pt x="5313842" y="2328428"/>
                </a:lnTo>
                <a:lnTo>
                  <a:pt x="0" y="2328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19227" y="-1654330"/>
            <a:ext cx="7708555" cy="7540368"/>
          </a:xfrm>
          <a:custGeom>
            <a:avLst/>
            <a:gdLst/>
            <a:ahLst/>
            <a:cxnLst/>
            <a:rect r="r" b="b" t="t" l="l"/>
            <a:pathLst>
              <a:path h="7540368" w="7708555">
                <a:moveTo>
                  <a:pt x="0" y="0"/>
                </a:moveTo>
                <a:lnTo>
                  <a:pt x="7708555" y="0"/>
                </a:lnTo>
                <a:lnTo>
                  <a:pt x="7708555" y="7540369"/>
                </a:lnTo>
                <a:lnTo>
                  <a:pt x="0" y="75403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19568" y="6485700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67175" y="2107119"/>
            <a:ext cx="2729957" cy="2729957"/>
            <a:chOff x="0" y="0"/>
            <a:chExt cx="812800" cy="812800"/>
          </a:xfrm>
        </p:grpSpPr>
        <p:sp>
          <p:nvSpPr>
            <p:cNvPr name="{{image_1}}" id="8" descr="{{image_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26" y="0"/>
                  </a:moveTo>
                  <a:lnTo>
                    <a:pt x="747574" y="0"/>
                  </a:lnTo>
                  <a:cubicBezTo>
                    <a:pt x="783597" y="0"/>
                    <a:pt x="812800" y="29203"/>
                    <a:pt x="812800" y="65226"/>
                  </a:cubicBezTo>
                  <a:lnTo>
                    <a:pt x="812800" y="747574"/>
                  </a:lnTo>
                  <a:cubicBezTo>
                    <a:pt x="812800" y="783597"/>
                    <a:pt x="783597" y="812800"/>
                    <a:pt x="747574" y="812800"/>
                  </a:cubicBezTo>
                  <a:lnTo>
                    <a:pt x="65226" y="812800"/>
                  </a:lnTo>
                  <a:cubicBezTo>
                    <a:pt x="29203" y="812800"/>
                    <a:pt x="0" y="783597"/>
                    <a:pt x="0" y="747574"/>
                  </a:cubicBezTo>
                  <a:lnTo>
                    <a:pt x="0" y="65226"/>
                  </a:lnTo>
                  <a:cubicBezTo>
                    <a:pt x="0" y="29203"/>
                    <a:pt x="29203" y="0"/>
                    <a:pt x="65226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17502" y="2107119"/>
            <a:ext cx="2729957" cy="2729957"/>
            <a:chOff x="0" y="0"/>
            <a:chExt cx="812800" cy="812800"/>
          </a:xfrm>
        </p:grpSpPr>
        <p:sp>
          <p:nvSpPr>
            <p:cNvPr name="{{image_2}}" id="10" descr="{{image_2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26" y="0"/>
                  </a:moveTo>
                  <a:lnTo>
                    <a:pt x="747574" y="0"/>
                  </a:lnTo>
                  <a:cubicBezTo>
                    <a:pt x="783597" y="0"/>
                    <a:pt x="812800" y="29203"/>
                    <a:pt x="812800" y="65226"/>
                  </a:cubicBezTo>
                  <a:lnTo>
                    <a:pt x="812800" y="747574"/>
                  </a:lnTo>
                  <a:cubicBezTo>
                    <a:pt x="812800" y="783597"/>
                    <a:pt x="783597" y="812800"/>
                    <a:pt x="747574" y="812800"/>
                  </a:cubicBezTo>
                  <a:lnTo>
                    <a:pt x="65226" y="812800"/>
                  </a:lnTo>
                  <a:cubicBezTo>
                    <a:pt x="29203" y="812800"/>
                    <a:pt x="0" y="783597"/>
                    <a:pt x="0" y="747574"/>
                  </a:cubicBezTo>
                  <a:lnTo>
                    <a:pt x="0" y="65226"/>
                  </a:lnTo>
                  <a:cubicBezTo>
                    <a:pt x="0" y="29203"/>
                    <a:pt x="29203" y="0"/>
                    <a:pt x="65226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67175" y="5813143"/>
            <a:ext cx="2729957" cy="2729957"/>
            <a:chOff x="0" y="0"/>
            <a:chExt cx="812800" cy="812800"/>
          </a:xfrm>
        </p:grpSpPr>
        <p:sp>
          <p:nvSpPr>
            <p:cNvPr name="{{image_3}}" id="12" descr="{{image_3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26" y="0"/>
                  </a:moveTo>
                  <a:lnTo>
                    <a:pt x="747574" y="0"/>
                  </a:lnTo>
                  <a:cubicBezTo>
                    <a:pt x="783597" y="0"/>
                    <a:pt x="812800" y="29203"/>
                    <a:pt x="812800" y="65226"/>
                  </a:cubicBezTo>
                  <a:lnTo>
                    <a:pt x="812800" y="747574"/>
                  </a:lnTo>
                  <a:cubicBezTo>
                    <a:pt x="812800" y="783597"/>
                    <a:pt x="783597" y="812800"/>
                    <a:pt x="747574" y="812800"/>
                  </a:cubicBezTo>
                  <a:lnTo>
                    <a:pt x="65226" y="812800"/>
                  </a:lnTo>
                  <a:cubicBezTo>
                    <a:pt x="29203" y="812800"/>
                    <a:pt x="0" y="783597"/>
                    <a:pt x="0" y="747574"/>
                  </a:cubicBezTo>
                  <a:lnTo>
                    <a:pt x="0" y="65226"/>
                  </a:lnTo>
                  <a:cubicBezTo>
                    <a:pt x="0" y="29203"/>
                    <a:pt x="29203" y="0"/>
                    <a:pt x="65226" y="0"/>
                  </a:cubicBezTo>
                  <a:close/>
                </a:path>
              </a:pathLst>
            </a:custGeom>
            <a:blipFill>
              <a:blip r:embed="rId14"/>
              <a:stretch>
                <a:fillRect l="-24906" t="0" r="-24906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517502" y="5813143"/>
            <a:ext cx="2729957" cy="2729957"/>
            <a:chOff x="0" y="0"/>
            <a:chExt cx="812800" cy="812800"/>
          </a:xfrm>
        </p:grpSpPr>
        <p:sp>
          <p:nvSpPr>
            <p:cNvPr name="{{image_4}}" id="14" descr="{{image_4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26" y="0"/>
                  </a:moveTo>
                  <a:lnTo>
                    <a:pt x="747574" y="0"/>
                  </a:lnTo>
                  <a:cubicBezTo>
                    <a:pt x="783597" y="0"/>
                    <a:pt x="812800" y="29203"/>
                    <a:pt x="812800" y="65226"/>
                  </a:cubicBezTo>
                  <a:lnTo>
                    <a:pt x="812800" y="747574"/>
                  </a:lnTo>
                  <a:cubicBezTo>
                    <a:pt x="812800" y="783597"/>
                    <a:pt x="783597" y="812800"/>
                    <a:pt x="747574" y="812800"/>
                  </a:cubicBezTo>
                  <a:lnTo>
                    <a:pt x="65226" y="812800"/>
                  </a:lnTo>
                  <a:cubicBezTo>
                    <a:pt x="29203" y="812800"/>
                    <a:pt x="0" y="783597"/>
                    <a:pt x="0" y="747574"/>
                  </a:cubicBezTo>
                  <a:lnTo>
                    <a:pt x="0" y="65226"/>
                  </a:lnTo>
                  <a:cubicBezTo>
                    <a:pt x="0" y="29203"/>
                    <a:pt x="29203" y="0"/>
                    <a:pt x="65226" y="0"/>
                  </a:cubicBezTo>
                  <a:close/>
                </a:path>
              </a:pathLst>
            </a:custGeom>
            <a:blipFill>
              <a:blip r:embed="rId15"/>
              <a:stretch>
                <a:fillRect l="-25471" t="0" r="-2547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304999" y="4975542"/>
            <a:ext cx="2654311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{{s13_label_1}}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90351" y="914400"/>
            <a:ext cx="5733933" cy="96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{{s13_title}}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55326" y="4975542"/>
            <a:ext cx="2654311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{{s13_label_2}}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4999" y="8635365"/>
            <a:ext cx="2654311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{{s13_label_3}}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65390" y="8635365"/>
            <a:ext cx="3834182" cy="6229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{{s13_label_4}}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54807" y="2598444"/>
            <a:ext cx="10253803" cy="11553997"/>
          </a:xfrm>
          <a:custGeom>
            <a:avLst/>
            <a:gdLst/>
            <a:ahLst/>
            <a:cxnLst/>
            <a:rect r="r" b="b" t="t" l="l"/>
            <a:pathLst>
              <a:path h="11553997" w="10253803">
                <a:moveTo>
                  <a:pt x="0" y="0"/>
                </a:moveTo>
                <a:lnTo>
                  <a:pt x="10253802" y="0"/>
                </a:lnTo>
                <a:lnTo>
                  <a:pt x="10253802" y="11553997"/>
                </a:lnTo>
                <a:lnTo>
                  <a:pt x="0" y="1155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4481" y="4707007"/>
            <a:ext cx="3273769" cy="5827097"/>
          </a:xfrm>
          <a:custGeom>
            <a:avLst/>
            <a:gdLst/>
            <a:ahLst/>
            <a:cxnLst/>
            <a:rect r="r" b="b" t="t" l="l"/>
            <a:pathLst>
              <a:path h="5827097" w="3273769">
                <a:moveTo>
                  <a:pt x="0" y="0"/>
                </a:moveTo>
                <a:lnTo>
                  <a:pt x="3273770" y="0"/>
                </a:lnTo>
                <a:lnTo>
                  <a:pt x="3273770" y="5827098"/>
                </a:lnTo>
                <a:lnTo>
                  <a:pt x="0" y="582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2549">
            <a:off x="10896024" y="-224371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656029">
            <a:off x="-3937461" y="-2316110"/>
            <a:ext cx="7315200" cy="3910307"/>
          </a:xfrm>
          <a:custGeom>
            <a:avLst/>
            <a:gdLst/>
            <a:ahLst/>
            <a:cxnLst/>
            <a:rect r="r" b="b" t="t" l="l"/>
            <a:pathLst>
              <a:path h="3910307" w="7315200">
                <a:moveTo>
                  <a:pt x="0" y="0"/>
                </a:moveTo>
                <a:lnTo>
                  <a:pt x="7315200" y="0"/>
                </a:lnTo>
                <a:lnTo>
                  <a:pt x="7315200" y="3910306"/>
                </a:lnTo>
                <a:lnTo>
                  <a:pt x="0" y="3910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74410" y="8505527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627931">
            <a:off x="14305925" y="-1187538"/>
            <a:ext cx="4601336" cy="5525622"/>
          </a:xfrm>
          <a:custGeom>
            <a:avLst/>
            <a:gdLst/>
            <a:ahLst/>
            <a:cxnLst/>
            <a:rect r="r" b="b" t="t" l="l"/>
            <a:pathLst>
              <a:path h="5525622" w="4601336">
                <a:moveTo>
                  <a:pt x="0" y="0"/>
                </a:moveTo>
                <a:lnTo>
                  <a:pt x="4601336" y="0"/>
                </a:lnTo>
                <a:lnTo>
                  <a:pt x="4601336" y="5525622"/>
                </a:lnTo>
                <a:lnTo>
                  <a:pt x="0" y="55256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90440" y="2805408"/>
            <a:ext cx="2623185" cy="2623185"/>
            <a:chOff x="0" y="0"/>
            <a:chExt cx="812800" cy="812800"/>
          </a:xfrm>
        </p:grpSpPr>
        <p:sp>
          <p:nvSpPr>
            <p:cNvPr name="{{image_5}}" id="9" descr="{{image_5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4"/>
              <a:stretch>
                <a:fillRect l="-25046" t="0" r="-2504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764270" y="2805408"/>
            <a:ext cx="2623185" cy="2623185"/>
            <a:chOff x="0" y="0"/>
            <a:chExt cx="812800" cy="812800"/>
          </a:xfrm>
        </p:grpSpPr>
        <p:sp>
          <p:nvSpPr>
            <p:cNvPr name="{{image_6}}" id="11" descr="{{image_6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-25000" r="0" b="-2500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38101" y="2805408"/>
            <a:ext cx="2623185" cy="2623185"/>
            <a:chOff x="0" y="0"/>
            <a:chExt cx="812800" cy="812800"/>
          </a:xfrm>
        </p:grpSpPr>
        <p:sp>
          <p:nvSpPr>
            <p:cNvPr name="{{image_7}}" id="13" descr="{{image_7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6"/>
              <a:stretch>
                <a:fillRect l="0" t="-25000" r="0" b="-250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90440" y="5959221"/>
            <a:ext cx="2623185" cy="2623185"/>
            <a:chOff x="0" y="0"/>
            <a:chExt cx="812800" cy="812800"/>
          </a:xfrm>
        </p:grpSpPr>
        <p:sp>
          <p:nvSpPr>
            <p:cNvPr name="{{image_8}}" id="15" descr="{{image_8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7"/>
              <a:stretch>
                <a:fillRect l="-24906" t="0" r="-2490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64270" y="5959221"/>
            <a:ext cx="2623185" cy="2623185"/>
            <a:chOff x="0" y="0"/>
            <a:chExt cx="812800" cy="812800"/>
          </a:xfrm>
        </p:grpSpPr>
        <p:sp>
          <p:nvSpPr>
            <p:cNvPr name="{{image_9}}" id="17" descr="{{image_9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8"/>
              <a:stretch>
                <a:fillRect l="-25046" t="0" r="-2504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738101" y="5959221"/>
            <a:ext cx="2623185" cy="2623185"/>
            <a:chOff x="0" y="0"/>
            <a:chExt cx="812800" cy="812800"/>
          </a:xfrm>
        </p:grpSpPr>
        <p:sp>
          <p:nvSpPr>
            <p:cNvPr name="{{image_10}}" id="19" descr="{{image_10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7881" y="0"/>
                  </a:moveTo>
                  <a:lnTo>
                    <a:pt x="744919" y="0"/>
                  </a:lnTo>
                  <a:cubicBezTo>
                    <a:pt x="782409" y="0"/>
                    <a:pt x="812800" y="30391"/>
                    <a:pt x="812800" y="67881"/>
                  </a:cubicBezTo>
                  <a:lnTo>
                    <a:pt x="812800" y="744919"/>
                  </a:lnTo>
                  <a:cubicBezTo>
                    <a:pt x="812800" y="782409"/>
                    <a:pt x="782409" y="812800"/>
                    <a:pt x="744919" y="812800"/>
                  </a:cubicBezTo>
                  <a:lnTo>
                    <a:pt x="67881" y="812800"/>
                  </a:lnTo>
                  <a:cubicBezTo>
                    <a:pt x="30391" y="812800"/>
                    <a:pt x="0" y="782409"/>
                    <a:pt x="0" y="744919"/>
                  </a:cubicBezTo>
                  <a:lnTo>
                    <a:pt x="0" y="67881"/>
                  </a:lnTo>
                  <a:cubicBezTo>
                    <a:pt x="0" y="30391"/>
                    <a:pt x="30391" y="0"/>
                    <a:pt x="67881" y="0"/>
                  </a:cubicBezTo>
                  <a:close/>
                </a:path>
              </a:pathLst>
            </a:custGeom>
            <a:blipFill>
              <a:blip r:embed="rId19"/>
              <a:stretch>
                <a:fillRect l="0" t="-11310" r="0" b="-38689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1590294"/>
            <a:ext cx="10094326" cy="96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{{s14_title}}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9667" y="-664044"/>
            <a:ext cx="6216279" cy="6159767"/>
          </a:xfrm>
          <a:custGeom>
            <a:avLst/>
            <a:gdLst/>
            <a:ahLst/>
            <a:cxnLst/>
            <a:rect r="r" b="b" t="t" l="l"/>
            <a:pathLst>
              <a:path h="6159767" w="6216279">
                <a:moveTo>
                  <a:pt x="0" y="0"/>
                </a:moveTo>
                <a:lnTo>
                  <a:pt x="6216279" y="0"/>
                </a:lnTo>
                <a:lnTo>
                  <a:pt x="6216279" y="6159767"/>
                </a:lnTo>
                <a:lnTo>
                  <a:pt x="0" y="6159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93320" y="5948694"/>
            <a:ext cx="3244039" cy="5186691"/>
          </a:xfrm>
          <a:custGeom>
            <a:avLst/>
            <a:gdLst/>
            <a:ahLst/>
            <a:cxnLst/>
            <a:rect r="r" b="b" t="t" l="l"/>
            <a:pathLst>
              <a:path h="5186691" w="3244039">
                <a:moveTo>
                  <a:pt x="3244040" y="0"/>
                </a:moveTo>
                <a:lnTo>
                  <a:pt x="0" y="0"/>
                </a:lnTo>
                <a:lnTo>
                  <a:pt x="0" y="5186691"/>
                </a:lnTo>
                <a:lnTo>
                  <a:pt x="3244040" y="5186691"/>
                </a:lnTo>
                <a:lnTo>
                  <a:pt x="32440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5205" y="5567694"/>
            <a:ext cx="3007762" cy="5724115"/>
          </a:xfrm>
          <a:custGeom>
            <a:avLst/>
            <a:gdLst/>
            <a:ahLst/>
            <a:cxnLst/>
            <a:rect r="r" b="b" t="t" l="l"/>
            <a:pathLst>
              <a:path h="5724115" w="3007762">
                <a:moveTo>
                  <a:pt x="0" y="0"/>
                </a:moveTo>
                <a:lnTo>
                  <a:pt x="3007762" y="0"/>
                </a:lnTo>
                <a:lnTo>
                  <a:pt x="3007762" y="5724114"/>
                </a:lnTo>
                <a:lnTo>
                  <a:pt x="0" y="57241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434714">
            <a:off x="16181652" y="-2362332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208028">
            <a:off x="16170780" y="8094086"/>
            <a:ext cx="5313842" cy="2328429"/>
          </a:xfrm>
          <a:custGeom>
            <a:avLst/>
            <a:gdLst/>
            <a:ahLst/>
            <a:cxnLst/>
            <a:rect r="r" b="b" t="t" l="l"/>
            <a:pathLst>
              <a:path h="2328429" w="5313842">
                <a:moveTo>
                  <a:pt x="0" y="0"/>
                </a:moveTo>
                <a:lnTo>
                  <a:pt x="5313842" y="0"/>
                </a:lnTo>
                <a:lnTo>
                  <a:pt x="5313842" y="2328428"/>
                </a:lnTo>
                <a:lnTo>
                  <a:pt x="0" y="23284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917574" y="2474387"/>
            <a:ext cx="3093306" cy="3093306"/>
            <a:chOff x="0" y="0"/>
            <a:chExt cx="812800" cy="812800"/>
          </a:xfrm>
        </p:grpSpPr>
        <p:sp>
          <p:nvSpPr>
            <p:cNvPr name="{{image_11}}" id="8" descr="{{image_11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2"/>
              <a:stretch>
                <a:fillRect l="-25046" t="0" r="-250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55691" y="2474387"/>
            <a:ext cx="3093306" cy="3093306"/>
            <a:chOff x="0" y="0"/>
            <a:chExt cx="812800" cy="812800"/>
          </a:xfrm>
        </p:grpSpPr>
        <p:sp>
          <p:nvSpPr>
            <p:cNvPr name="{{image_12}}" id="10" descr="{{image_12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-25000" r="0" b="-2500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93807" y="2474387"/>
            <a:ext cx="3093306" cy="3093306"/>
            <a:chOff x="0" y="0"/>
            <a:chExt cx="812800" cy="812800"/>
          </a:xfrm>
        </p:grpSpPr>
        <p:sp>
          <p:nvSpPr>
            <p:cNvPr name="{{image_13}}" id="12" descr="{{image_13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4"/>
              <a:stretch>
                <a:fillRect l="-16777" t="0" r="-16777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964930" y="5948694"/>
            <a:ext cx="3093306" cy="3093306"/>
            <a:chOff x="0" y="0"/>
            <a:chExt cx="812800" cy="812800"/>
          </a:xfrm>
        </p:grpSpPr>
        <p:sp>
          <p:nvSpPr>
            <p:cNvPr name="{{image_14}}" id="14" descr="{{image_14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5"/>
              <a:stretch>
                <a:fillRect l="-25046" t="0" r="-2504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03047" y="5948694"/>
            <a:ext cx="3093306" cy="3093306"/>
            <a:chOff x="0" y="0"/>
            <a:chExt cx="812800" cy="812800"/>
          </a:xfrm>
        </p:grpSpPr>
        <p:sp>
          <p:nvSpPr>
            <p:cNvPr name="{{image_15}}" id="16" descr="{{image_15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6"/>
              <a:stretch>
                <a:fillRect l="-24906" t="0" r="-2490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41164" y="5948694"/>
            <a:ext cx="3093306" cy="3093306"/>
            <a:chOff x="0" y="0"/>
            <a:chExt cx="812800" cy="812800"/>
          </a:xfrm>
        </p:grpSpPr>
        <p:sp>
          <p:nvSpPr>
            <p:cNvPr name="{{image_16}}" id="18" descr="{{image_16}}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564" y="0"/>
                  </a:moveTo>
                  <a:lnTo>
                    <a:pt x="755236" y="0"/>
                  </a:lnTo>
                  <a:cubicBezTo>
                    <a:pt x="770503" y="0"/>
                    <a:pt x="785144" y="6065"/>
                    <a:pt x="795940" y="16860"/>
                  </a:cubicBezTo>
                  <a:cubicBezTo>
                    <a:pt x="806735" y="27656"/>
                    <a:pt x="812800" y="42297"/>
                    <a:pt x="812800" y="57564"/>
                  </a:cubicBezTo>
                  <a:lnTo>
                    <a:pt x="812800" y="755236"/>
                  </a:lnTo>
                  <a:cubicBezTo>
                    <a:pt x="812800" y="770503"/>
                    <a:pt x="806735" y="785144"/>
                    <a:pt x="795940" y="795940"/>
                  </a:cubicBezTo>
                  <a:cubicBezTo>
                    <a:pt x="785144" y="806735"/>
                    <a:pt x="770503" y="812800"/>
                    <a:pt x="755236" y="812800"/>
                  </a:cubicBezTo>
                  <a:lnTo>
                    <a:pt x="57564" y="812800"/>
                  </a:lnTo>
                  <a:cubicBezTo>
                    <a:pt x="42297" y="812800"/>
                    <a:pt x="27656" y="806735"/>
                    <a:pt x="16860" y="795940"/>
                  </a:cubicBezTo>
                  <a:cubicBezTo>
                    <a:pt x="6065" y="785144"/>
                    <a:pt x="0" y="770503"/>
                    <a:pt x="0" y="755236"/>
                  </a:cubicBezTo>
                  <a:lnTo>
                    <a:pt x="0" y="57564"/>
                  </a:lnTo>
                  <a:cubicBezTo>
                    <a:pt x="0" y="42297"/>
                    <a:pt x="6065" y="27656"/>
                    <a:pt x="16860" y="16860"/>
                  </a:cubicBezTo>
                  <a:cubicBezTo>
                    <a:pt x="27656" y="6065"/>
                    <a:pt x="42297" y="0"/>
                    <a:pt x="57564" y="0"/>
                  </a:cubicBezTo>
                  <a:close/>
                </a:path>
              </a:pathLst>
            </a:custGeom>
            <a:blipFill>
              <a:blip r:embed="rId17"/>
              <a:stretch>
                <a:fillRect l="-25046" t="0" r="-25046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221096" y="1130700"/>
            <a:ext cx="11609851" cy="96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{{s15_title}}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{{s16_text_1}}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070556">
            <a:off x="-2048508" y="-3228056"/>
            <a:ext cx="4941354" cy="4114800"/>
          </a:xfrm>
          <a:custGeom>
            <a:avLst/>
            <a:gdLst/>
            <a:ahLst/>
            <a:cxnLst/>
            <a:rect r="r" b="b" t="t" l="l"/>
            <a:pathLst>
              <a:path h="4114800" w="4941354">
                <a:moveTo>
                  <a:pt x="0" y="0"/>
                </a:moveTo>
                <a:lnTo>
                  <a:pt x="4941353" y="0"/>
                </a:lnTo>
                <a:lnTo>
                  <a:pt x="49413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964243">
            <a:off x="-1182070" y="8105590"/>
            <a:ext cx="2364140" cy="4114800"/>
          </a:xfrm>
          <a:custGeom>
            <a:avLst/>
            <a:gdLst/>
            <a:ahLst/>
            <a:cxnLst/>
            <a:rect r="r" b="b" t="t" l="l"/>
            <a:pathLst>
              <a:path h="4114800" w="2364140">
                <a:moveTo>
                  <a:pt x="0" y="0"/>
                </a:moveTo>
                <a:lnTo>
                  <a:pt x="2364140" y="0"/>
                </a:lnTo>
                <a:lnTo>
                  <a:pt x="23641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83946"/>
            <a:ext cx="8115300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{{s16_title}}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978777" y="3372972"/>
            <a:ext cx="8357706" cy="8190552"/>
          </a:xfrm>
          <a:custGeom>
            <a:avLst/>
            <a:gdLst/>
            <a:ahLst/>
            <a:cxnLst/>
            <a:rect r="r" b="b" t="t" l="l"/>
            <a:pathLst>
              <a:path h="8190552" w="8357706">
                <a:moveTo>
                  <a:pt x="0" y="0"/>
                </a:moveTo>
                <a:lnTo>
                  <a:pt x="8357706" y="0"/>
                </a:lnTo>
                <a:lnTo>
                  <a:pt x="8357706" y="8190551"/>
                </a:lnTo>
                <a:lnTo>
                  <a:pt x="0" y="8190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846203">
            <a:off x="10604128" y="-659154"/>
            <a:ext cx="4039985" cy="4114800"/>
          </a:xfrm>
          <a:custGeom>
            <a:avLst/>
            <a:gdLst/>
            <a:ahLst/>
            <a:cxnLst/>
            <a:rect r="r" b="b" t="t" l="l"/>
            <a:pathLst>
              <a:path h="4114800" w="4039985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77888" y="-1028700"/>
            <a:ext cx="5190688" cy="4114800"/>
          </a:xfrm>
          <a:custGeom>
            <a:avLst/>
            <a:gdLst/>
            <a:ahLst/>
            <a:cxnLst/>
            <a:rect r="r" b="b" t="t" l="l"/>
            <a:pathLst>
              <a:path h="4114800" w="5190688">
                <a:moveTo>
                  <a:pt x="0" y="0"/>
                </a:moveTo>
                <a:lnTo>
                  <a:pt x="5190688" y="0"/>
                </a:lnTo>
                <a:lnTo>
                  <a:pt x="5190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6900" y="5362729"/>
            <a:ext cx="3057766" cy="5819277"/>
          </a:xfrm>
          <a:custGeom>
            <a:avLst/>
            <a:gdLst/>
            <a:ahLst/>
            <a:cxnLst/>
            <a:rect r="r" b="b" t="t" l="l"/>
            <a:pathLst>
              <a:path h="5819277" w="3057766">
                <a:moveTo>
                  <a:pt x="0" y="0"/>
                </a:moveTo>
                <a:lnTo>
                  <a:pt x="3057766" y="0"/>
                </a:lnTo>
                <a:lnTo>
                  <a:pt x="3057766" y="5819278"/>
                </a:lnTo>
                <a:lnTo>
                  <a:pt x="0" y="581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34714">
            <a:off x="16181652" y="-2362332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208028">
            <a:off x="16170780" y="8094086"/>
            <a:ext cx="5313842" cy="2328429"/>
          </a:xfrm>
          <a:custGeom>
            <a:avLst/>
            <a:gdLst/>
            <a:ahLst/>
            <a:cxnLst/>
            <a:rect r="r" b="b" t="t" l="l"/>
            <a:pathLst>
              <a:path h="2328429" w="5313842">
                <a:moveTo>
                  <a:pt x="0" y="0"/>
                </a:moveTo>
                <a:lnTo>
                  <a:pt x="5313842" y="0"/>
                </a:lnTo>
                <a:lnTo>
                  <a:pt x="5313842" y="2328428"/>
                </a:lnTo>
                <a:lnTo>
                  <a:pt x="0" y="2328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19227" y="-1654330"/>
            <a:ext cx="7708555" cy="7540368"/>
          </a:xfrm>
          <a:custGeom>
            <a:avLst/>
            <a:gdLst/>
            <a:ahLst/>
            <a:cxnLst/>
            <a:rect r="r" b="b" t="t" l="l"/>
            <a:pathLst>
              <a:path h="7540368" w="7708555">
                <a:moveTo>
                  <a:pt x="0" y="0"/>
                </a:moveTo>
                <a:lnTo>
                  <a:pt x="7708555" y="0"/>
                </a:lnTo>
                <a:lnTo>
                  <a:pt x="7708555" y="7540369"/>
                </a:lnTo>
                <a:lnTo>
                  <a:pt x="0" y="75403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19568" y="6485700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3863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{{s17_text_1}}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8630" y="1283946"/>
            <a:ext cx="8115300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{{s17_title}}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{{s18_text_1}}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070556">
            <a:off x="-2048508" y="-3228056"/>
            <a:ext cx="4941354" cy="4114800"/>
          </a:xfrm>
          <a:custGeom>
            <a:avLst/>
            <a:gdLst/>
            <a:ahLst/>
            <a:cxnLst/>
            <a:rect r="r" b="b" t="t" l="l"/>
            <a:pathLst>
              <a:path h="4114800" w="4941354">
                <a:moveTo>
                  <a:pt x="0" y="0"/>
                </a:moveTo>
                <a:lnTo>
                  <a:pt x="4941353" y="0"/>
                </a:lnTo>
                <a:lnTo>
                  <a:pt x="49413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964243">
            <a:off x="-1182070" y="8105590"/>
            <a:ext cx="2364140" cy="4114800"/>
          </a:xfrm>
          <a:custGeom>
            <a:avLst/>
            <a:gdLst/>
            <a:ahLst/>
            <a:cxnLst/>
            <a:rect r="r" b="b" t="t" l="l"/>
            <a:pathLst>
              <a:path h="4114800" w="2364140">
                <a:moveTo>
                  <a:pt x="0" y="0"/>
                </a:moveTo>
                <a:lnTo>
                  <a:pt x="2364140" y="0"/>
                </a:lnTo>
                <a:lnTo>
                  <a:pt x="23641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83946"/>
            <a:ext cx="8115300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{{s18_title}}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978777" y="3372972"/>
            <a:ext cx="8357706" cy="8190552"/>
          </a:xfrm>
          <a:custGeom>
            <a:avLst/>
            <a:gdLst/>
            <a:ahLst/>
            <a:cxnLst/>
            <a:rect r="r" b="b" t="t" l="l"/>
            <a:pathLst>
              <a:path h="8190552" w="8357706">
                <a:moveTo>
                  <a:pt x="0" y="0"/>
                </a:moveTo>
                <a:lnTo>
                  <a:pt x="8357706" y="0"/>
                </a:lnTo>
                <a:lnTo>
                  <a:pt x="8357706" y="8190551"/>
                </a:lnTo>
                <a:lnTo>
                  <a:pt x="0" y="8190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846203">
            <a:off x="10604128" y="-659154"/>
            <a:ext cx="4039985" cy="4114800"/>
          </a:xfrm>
          <a:custGeom>
            <a:avLst/>
            <a:gdLst/>
            <a:ahLst/>
            <a:cxnLst/>
            <a:rect r="r" b="b" t="t" l="l"/>
            <a:pathLst>
              <a:path h="4114800" w="4039985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77888" y="-1028700"/>
            <a:ext cx="5190688" cy="4114800"/>
          </a:xfrm>
          <a:custGeom>
            <a:avLst/>
            <a:gdLst/>
            <a:ahLst/>
            <a:cxnLst/>
            <a:rect r="r" b="b" t="t" l="l"/>
            <a:pathLst>
              <a:path h="4114800" w="5190688">
                <a:moveTo>
                  <a:pt x="0" y="0"/>
                </a:moveTo>
                <a:lnTo>
                  <a:pt x="5190688" y="0"/>
                </a:lnTo>
                <a:lnTo>
                  <a:pt x="5190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22244"/>
            <a:ext cx="9220670" cy="63665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040"/>
              </a:lnSpc>
            </a:pPr>
            <a:r>
              <a:rPr lang="en-US" sz="2800">
                <a:solidFill>
                  <a:srgbClr val="423617"/>
                </a:solidFill>
                <a:latin typeface="Lilita One"/>
                <a:ea typeface="Lilita One"/>
                <a:cs typeface="Lilita One"/>
                <a:sym typeface="Lilita One"/>
              </a:rPr>
              <a:t>{{adabiyotlar_ro_yxati}}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508246" y="-600595"/>
            <a:ext cx="7315200" cy="3258589"/>
          </a:xfrm>
          <a:custGeom>
            <a:avLst/>
            <a:gdLst/>
            <a:ahLst/>
            <a:cxnLst/>
            <a:rect r="r" b="b" t="t" l="l"/>
            <a:pathLst>
              <a:path h="3258589" w="7315200">
                <a:moveTo>
                  <a:pt x="0" y="0"/>
                </a:moveTo>
                <a:lnTo>
                  <a:pt x="7315200" y="0"/>
                </a:lnTo>
                <a:lnTo>
                  <a:pt x="7315200" y="3258590"/>
                </a:lnTo>
                <a:lnTo>
                  <a:pt x="0" y="3258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08246" y="4882079"/>
            <a:ext cx="7694580" cy="7246895"/>
          </a:xfrm>
          <a:custGeom>
            <a:avLst/>
            <a:gdLst/>
            <a:ahLst/>
            <a:cxnLst/>
            <a:rect r="r" b="b" t="t" l="l"/>
            <a:pathLst>
              <a:path h="7246895" w="7694580">
                <a:moveTo>
                  <a:pt x="0" y="0"/>
                </a:moveTo>
                <a:lnTo>
                  <a:pt x="7694580" y="0"/>
                </a:lnTo>
                <a:lnTo>
                  <a:pt x="7694580" y="7246895"/>
                </a:lnTo>
                <a:lnTo>
                  <a:pt x="0" y="72468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54481" y="4707007"/>
            <a:ext cx="3273769" cy="5827097"/>
          </a:xfrm>
          <a:custGeom>
            <a:avLst/>
            <a:gdLst/>
            <a:ahLst/>
            <a:cxnLst/>
            <a:rect r="r" b="b" t="t" l="l"/>
            <a:pathLst>
              <a:path h="5827097" w="3273769">
                <a:moveTo>
                  <a:pt x="0" y="0"/>
                </a:moveTo>
                <a:lnTo>
                  <a:pt x="3273770" y="0"/>
                </a:lnTo>
                <a:lnTo>
                  <a:pt x="3273770" y="5827098"/>
                </a:lnTo>
                <a:lnTo>
                  <a:pt x="0" y="5827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733066">
            <a:off x="14149594" y="1832314"/>
            <a:ext cx="4032504" cy="4114800"/>
          </a:xfrm>
          <a:custGeom>
            <a:avLst/>
            <a:gdLst/>
            <a:ahLst/>
            <a:cxnLst/>
            <a:rect r="r" b="b" t="t" l="l"/>
            <a:pathLst>
              <a:path h="4114800" w="4032504">
                <a:moveTo>
                  <a:pt x="0" y="0"/>
                </a:moveTo>
                <a:lnTo>
                  <a:pt x="4032504" y="0"/>
                </a:lnTo>
                <a:lnTo>
                  <a:pt x="40325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656029">
            <a:off x="-3937461" y="-2316110"/>
            <a:ext cx="7315200" cy="3910307"/>
          </a:xfrm>
          <a:custGeom>
            <a:avLst/>
            <a:gdLst/>
            <a:ahLst/>
            <a:cxnLst/>
            <a:rect r="r" b="b" t="t" l="l"/>
            <a:pathLst>
              <a:path h="3910307" w="7315200">
                <a:moveTo>
                  <a:pt x="0" y="0"/>
                </a:moveTo>
                <a:lnTo>
                  <a:pt x="7315200" y="0"/>
                </a:lnTo>
                <a:lnTo>
                  <a:pt x="7315200" y="3910306"/>
                </a:lnTo>
                <a:lnTo>
                  <a:pt x="0" y="39103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974410" y="8505527"/>
            <a:ext cx="3389099" cy="4114800"/>
          </a:xfrm>
          <a:custGeom>
            <a:avLst/>
            <a:gdLst/>
            <a:ahLst/>
            <a:cxnLst/>
            <a:rect r="r" b="b" t="t" l="l"/>
            <a:pathLst>
              <a:path h="4114800" w="3389099">
                <a:moveTo>
                  <a:pt x="0" y="0"/>
                </a:moveTo>
                <a:lnTo>
                  <a:pt x="3389099" y="0"/>
                </a:lnTo>
                <a:lnTo>
                  <a:pt x="33890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83946"/>
            <a:ext cx="5733933" cy="9638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838"/>
              </a:lnSpc>
            </a:pPr>
            <a:r>
              <a:rPr lang="en-US" sz="5598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{{adabiyotlar}}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01946" y="-3723581"/>
            <a:ext cx="10253803" cy="11553997"/>
          </a:xfrm>
          <a:custGeom>
            <a:avLst/>
            <a:gdLst/>
            <a:ahLst/>
            <a:cxnLst/>
            <a:rect r="r" b="b" t="t" l="l"/>
            <a:pathLst>
              <a:path h="11553997" w="10253803">
                <a:moveTo>
                  <a:pt x="0" y="0"/>
                </a:moveTo>
                <a:lnTo>
                  <a:pt x="10253802" y="0"/>
                </a:lnTo>
                <a:lnTo>
                  <a:pt x="10253802" y="11553997"/>
                </a:lnTo>
                <a:lnTo>
                  <a:pt x="0" y="1155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33691"/>
            <a:ext cx="5829506" cy="3402311"/>
          </a:xfrm>
          <a:custGeom>
            <a:avLst/>
            <a:gdLst/>
            <a:ahLst/>
            <a:cxnLst/>
            <a:rect r="r" b="b" t="t" l="l"/>
            <a:pathLst>
              <a:path h="3402311" w="5829506">
                <a:moveTo>
                  <a:pt x="0" y="0"/>
                </a:moveTo>
                <a:lnTo>
                  <a:pt x="5829506" y="0"/>
                </a:lnTo>
                <a:lnTo>
                  <a:pt x="5829506" y="3402311"/>
                </a:lnTo>
                <a:lnTo>
                  <a:pt x="0" y="34023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03805">
            <a:off x="16069749" y="-1028700"/>
            <a:ext cx="2379103" cy="4114800"/>
          </a:xfrm>
          <a:custGeom>
            <a:avLst/>
            <a:gdLst/>
            <a:ahLst/>
            <a:cxnLst/>
            <a:rect r="r" b="b" t="t" l="l"/>
            <a:pathLst>
              <a:path h="4114800" w="2379103">
                <a:moveTo>
                  <a:pt x="0" y="0"/>
                </a:moveTo>
                <a:lnTo>
                  <a:pt x="2379102" y="0"/>
                </a:lnTo>
                <a:lnTo>
                  <a:pt x="23791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11753" y="7497791"/>
            <a:ext cx="3426506" cy="4114800"/>
          </a:xfrm>
          <a:custGeom>
            <a:avLst/>
            <a:gdLst/>
            <a:ahLst/>
            <a:cxnLst/>
            <a:rect r="r" b="b" t="t" l="l"/>
            <a:pathLst>
              <a:path h="4114800" w="3426506">
                <a:moveTo>
                  <a:pt x="0" y="0"/>
                </a:moveTo>
                <a:lnTo>
                  <a:pt x="3426506" y="0"/>
                </a:lnTo>
                <a:lnTo>
                  <a:pt x="34265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53194" y="6548765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58802" y="2644693"/>
            <a:ext cx="3201339" cy="3904072"/>
          </a:xfrm>
          <a:custGeom>
            <a:avLst/>
            <a:gdLst/>
            <a:ahLst/>
            <a:cxnLst/>
            <a:rect r="r" b="b" t="t" l="l"/>
            <a:pathLst>
              <a:path h="3904072" w="3201339">
                <a:moveTo>
                  <a:pt x="0" y="0"/>
                </a:moveTo>
                <a:lnTo>
                  <a:pt x="3201339" y="0"/>
                </a:lnTo>
                <a:lnTo>
                  <a:pt x="3201339" y="3904072"/>
                </a:lnTo>
                <a:lnTo>
                  <a:pt x="0" y="3904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567247">
            <a:off x="6149114" y="288257"/>
            <a:ext cx="879952" cy="1656021"/>
          </a:xfrm>
          <a:custGeom>
            <a:avLst/>
            <a:gdLst/>
            <a:ahLst/>
            <a:cxnLst/>
            <a:rect r="r" b="b" t="t" l="l"/>
            <a:pathLst>
              <a:path h="1656021" w="879952">
                <a:moveTo>
                  <a:pt x="0" y="0"/>
                </a:moveTo>
                <a:lnTo>
                  <a:pt x="879952" y="0"/>
                </a:lnTo>
                <a:lnTo>
                  <a:pt x="879952" y="1656021"/>
                </a:lnTo>
                <a:lnTo>
                  <a:pt x="0" y="16560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06726" y="-811326"/>
            <a:ext cx="1327723" cy="1622653"/>
          </a:xfrm>
          <a:custGeom>
            <a:avLst/>
            <a:gdLst/>
            <a:ahLst/>
            <a:cxnLst/>
            <a:rect r="r" b="b" t="t" l="l"/>
            <a:pathLst>
              <a:path h="1622653" w="1327723">
                <a:moveTo>
                  <a:pt x="0" y="0"/>
                </a:moveTo>
                <a:lnTo>
                  <a:pt x="1327723" y="0"/>
                </a:lnTo>
                <a:lnTo>
                  <a:pt x="1327723" y="1622652"/>
                </a:lnTo>
                <a:lnTo>
                  <a:pt x="0" y="16226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27469" y="9258300"/>
            <a:ext cx="805587" cy="396934"/>
          </a:xfrm>
          <a:custGeom>
            <a:avLst/>
            <a:gdLst/>
            <a:ahLst/>
            <a:cxnLst/>
            <a:rect r="r" b="b" t="t" l="l"/>
            <a:pathLst>
              <a:path h="396934" w="805587">
                <a:moveTo>
                  <a:pt x="0" y="0"/>
                </a:moveTo>
                <a:lnTo>
                  <a:pt x="805587" y="0"/>
                </a:lnTo>
                <a:lnTo>
                  <a:pt x="805587" y="396934"/>
                </a:lnTo>
                <a:lnTo>
                  <a:pt x="0" y="39693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68520" y="8936002"/>
            <a:ext cx="583873" cy="757898"/>
          </a:xfrm>
          <a:custGeom>
            <a:avLst/>
            <a:gdLst/>
            <a:ahLst/>
            <a:cxnLst/>
            <a:rect r="r" b="b" t="t" l="l"/>
            <a:pathLst>
              <a:path h="757898" w="583873">
                <a:moveTo>
                  <a:pt x="0" y="0"/>
                </a:moveTo>
                <a:lnTo>
                  <a:pt x="583873" y="0"/>
                </a:lnTo>
                <a:lnTo>
                  <a:pt x="583873" y="757899"/>
                </a:lnTo>
                <a:lnTo>
                  <a:pt x="0" y="75789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05587" y="3239962"/>
            <a:ext cx="7701140" cy="361655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779"/>
              </a:lnSpc>
            </a:pPr>
            <a:r>
              <a:rPr lang="en-US" sz="10000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>{{yakun}}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51856" y="4674023"/>
            <a:ext cx="6408600" cy="21824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7779"/>
              </a:lnSpc>
            </a:pPr>
            <a:r>
              <a:rPr lang="en-US" sz="12699">
                <a:solidFill>
                  <a:srgbClr val="423617"/>
                </a:solidFill>
                <a:latin typeface="Archivo Black"/>
                <a:ea typeface="Archivo Black"/>
                <a:cs typeface="Archivo Black"/>
                <a:sym typeface="Archivo Black"/>
              </a:rPr>
              <a:t/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486400" y="8290712"/>
            <a:ext cx="7315200" cy="2806377"/>
          </a:xfrm>
          <a:custGeom>
            <a:avLst/>
            <a:gdLst/>
            <a:ahLst/>
            <a:cxnLst/>
            <a:rect r="r" b="b" t="t" l="l"/>
            <a:pathLst>
              <a:path h="2806377" w="7315200">
                <a:moveTo>
                  <a:pt x="0" y="0"/>
                </a:moveTo>
                <a:lnTo>
                  <a:pt x="7315200" y="0"/>
                </a:lnTo>
                <a:lnTo>
                  <a:pt x="7315200" y="2806377"/>
                </a:lnTo>
                <a:lnTo>
                  <a:pt x="0" y="280637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DAHXbWCiJWc</dc:identifier>
  <dcterms:modified xsi:type="dcterms:W3CDTF">2011-08-01T06:04:30Z</dcterms:modified>
  <cp:revision>1</cp:revision>
  <dc:title>Brown and Blue Pastel Illustrative Sport Club Presentation</dc:title>
</cp:coreProperties>
</file>