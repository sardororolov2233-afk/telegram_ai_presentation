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TT Fors Bold" charset="1" panose="020B0003030001020000"/>
      <p:regular r:id="rId17"/>
    </p:embeddedFont>
    <p:embeddedFont>
      <p:font typeface="TT Fors" charset="1" panose="020B000303000102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312387"/>
            <a:ext cx="16230600" cy="500144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0904"/>
              </a:lnSpc>
            </a:pPr>
            <a:r>
              <a:rPr lang="en-US" b="true" sz="10000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{{topic}}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832295" y="7175605"/>
            <a:ext cx="10623409" cy="874645"/>
            <a:chOff x="0" y="0"/>
            <a:chExt cx="2797935" cy="230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7935" cy="230359"/>
            </a:xfrm>
            <a:custGeom>
              <a:avLst/>
              <a:gdLst/>
              <a:ahLst/>
              <a:cxnLst/>
              <a:rect r="r" b="b" t="t" l="l"/>
              <a:pathLst>
                <a:path h="230359" w="2797935">
                  <a:moveTo>
                    <a:pt x="56843" y="0"/>
                  </a:moveTo>
                  <a:lnTo>
                    <a:pt x="2741092" y="0"/>
                  </a:lnTo>
                  <a:cubicBezTo>
                    <a:pt x="2756167" y="0"/>
                    <a:pt x="2770626" y="5989"/>
                    <a:pt x="2781286" y="16649"/>
                  </a:cubicBezTo>
                  <a:cubicBezTo>
                    <a:pt x="2791946" y="27309"/>
                    <a:pt x="2797935" y="41768"/>
                    <a:pt x="2797935" y="56843"/>
                  </a:cubicBezTo>
                  <a:lnTo>
                    <a:pt x="2797935" y="173516"/>
                  </a:lnTo>
                  <a:cubicBezTo>
                    <a:pt x="2797935" y="188592"/>
                    <a:pt x="2791946" y="203050"/>
                    <a:pt x="2781286" y="213710"/>
                  </a:cubicBezTo>
                  <a:cubicBezTo>
                    <a:pt x="2770626" y="224370"/>
                    <a:pt x="2756167" y="230359"/>
                    <a:pt x="2741092" y="230359"/>
                  </a:cubicBezTo>
                  <a:lnTo>
                    <a:pt x="56843" y="230359"/>
                  </a:lnTo>
                  <a:cubicBezTo>
                    <a:pt x="41768" y="230359"/>
                    <a:pt x="27309" y="224370"/>
                    <a:pt x="16649" y="213710"/>
                  </a:cubicBezTo>
                  <a:cubicBezTo>
                    <a:pt x="5989" y="203050"/>
                    <a:pt x="0" y="188592"/>
                    <a:pt x="0" y="173516"/>
                  </a:cubicBezTo>
                  <a:lnTo>
                    <a:pt x="0" y="56843"/>
                  </a:lnTo>
                  <a:cubicBezTo>
                    <a:pt x="0" y="41768"/>
                    <a:pt x="5989" y="27309"/>
                    <a:pt x="16649" y="16649"/>
                  </a:cubicBezTo>
                  <a:cubicBezTo>
                    <a:pt x="27309" y="5989"/>
                    <a:pt x="41768" y="0"/>
                    <a:pt x="56843" y="0"/>
                  </a:cubicBez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7935" cy="268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07089" y="2086869"/>
            <a:ext cx="11673821" cy="131833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83"/>
              </a:lnSpc>
            </a:pPr>
            <a:r>
              <a:rPr lang="en-US" b="true" sz="7702" spc="1540">
                <a:solidFill>
                  <a:srgbClr val="F2C744"/>
                </a:solidFill>
                <a:latin typeface="TT Fors Bold"/>
                <a:ea typeface="TT Fors Bold"/>
                <a:cs typeface="TT Fors Bold"/>
                <a:sym typeface="TT Fors Bold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90434" y="7218584"/>
            <a:ext cx="9907132" cy="7124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78"/>
              </a:lnSpc>
            </a:pPr>
            <a:r>
              <a:rPr lang="en-US" b="true" sz="3600" spc="419">
                <a:solidFill>
                  <a:srgbClr val="F2C744"/>
                </a:solidFill>
                <a:latin typeface="TT Fors Bold"/>
                <a:ea typeface="TT Fors Bold"/>
                <a:cs typeface="TT Fors Bold"/>
                <a:sym typeface="TT Fors Bold"/>
              </a:rPr>
              <a:t>{{muallif}}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2301" y="8862060"/>
            <a:ext cx="7543398" cy="3962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59"/>
              </a:lnSpc>
            </a:pPr>
            <a:r>
              <a:rPr lang="en-US" sz="2400" spc="48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99841" y="811530"/>
            <a:ext cx="3888318" cy="3962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59"/>
              </a:lnSpc>
            </a:pPr>
            <a:r>
              <a:rPr lang="en-US" sz="2400" spc="48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9144000" cy="3505200"/>
            <a:chOff x="0" y="0"/>
            <a:chExt cx="1416645" cy="5430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6645" cy="543047"/>
            </a:xfrm>
            <a:custGeom>
              <a:avLst/>
              <a:gdLst/>
              <a:ahLst/>
              <a:cxnLst/>
              <a:rect r="r" b="b" t="t" l="l"/>
              <a:pathLst>
                <a:path h="543047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543047"/>
                  </a:lnTo>
                  <a:lnTo>
                    <a:pt x="0" y="543047"/>
                  </a:lnTo>
                  <a:close/>
                </a:path>
              </a:pathLst>
            </a:custGeom>
            <a:blipFill>
              <a:blip r:embed="rId3"/>
              <a:stretch>
                <a:fillRect l="0" t="-23369" r="0" b="-233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143500"/>
            <a:ext cx="18288000" cy="4114800"/>
            <a:chOff x="0" y="0"/>
            <a:chExt cx="4816593" cy="1083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083733"/>
            </a:xfrm>
            <a:custGeom>
              <a:avLst/>
              <a:gdLst/>
              <a:ahLst/>
              <a:cxnLst/>
              <a:rect r="r" b="b" t="t" l="l"/>
              <a:pathLst>
                <a:path h="10837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266825"/>
            <a:ext cx="7196954" cy="3267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25"/>
              </a:lnSpc>
            </a:pPr>
            <a:r>
              <a:rPr lang="en-US" sz="7200" spc="-378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{{reja}}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726430"/>
            <a:ext cx="7847233" cy="29108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{{reja_1}}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{{reja_2}}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{{reja_3}}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{{reja_4}}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3614" y="5726430"/>
            <a:ext cx="7847233" cy="29108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28700"/>
            <a:ext cx="7537298" cy="8229600"/>
            <a:chOff x="0" y="0"/>
            <a:chExt cx="1167725" cy="1274980"/>
          </a:xfrm>
        </p:grpSpPr>
        <p:sp>
          <p:nvSpPr>
            <p:cNvPr name="{{image_1}}" id="7" descr="{{image_1}}"/>
            <p:cNvSpPr/>
            <p:nvPr/>
          </p:nvSpPr>
          <p:spPr>
            <a:xfrm flipH="false" flipV="false" rot="0">
              <a:off x="0" y="0"/>
              <a:ext cx="1167725" cy="1274980"/>
            </a:xfrm>
            <a:custGeom>
              <a:avLst/>
              <a:gdLst/>
              <a:ahLst/>
              <a:cxnLst/>
              <a:rect r="r" b="b" t="t" l="l"/>
              <a:pathLst>
                <a:path h="1274980" w="1167725">
                  <a:moveTo>
                    <a:pt x="0" y="0"/>
                  </a:moveTo>
                  <a:lnTo>
                    <a:pt x="1167725" y="0"/>
                  </a:lnTo>
                  <a:lnTo>
                    <a:pt x="1167725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3"/>
              <a:stretch>
                <a:fillRect l="-13606" t="0" r="-5027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24912" y="4804193"/>
            <a:ext cx="10234388" cy="3770556"/>
            <a:chOff x="0" y="0"/>
            <a:chExt cx="2695477" cy="993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95477" cy="993068"/>
            </a:xfrm>
            <a:custGeom>
              <a:avLst/>
              <a:gdLst/>
              <a:ahLst/>
              <a:cxnLst/>
              <a:rect r="r" b="b" t="t" l="l"/>
              <a:pathLst>
                <a:path h="993068" w="2695477">
                  <a:moveTo>
                    <a:pt x="0" y="0"/>
                  </a:moveTo>
                  <a:lnTo>
                    <a:pt x="2695477" y="0"/>
                  </a:lnTo>
                  <a:lnTo>
                    <a:pt x="2695477" y="993068"/>
                  </a:lnTo>
                  <a:lnTo>
                    <a:pt x="0" y="993068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95477" cy="1031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822064" y="1266825"/>
            <a:ext cx="6604740" cy="32750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54"/>
              </a:lnSpc>
            </a:pPr>
            <a:r>
              <a:rPr lang="en-US" b="true" sz="7200" spc="-379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{{s03_title}}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22064" y="5424551"/>
            <a:ext cx="8640083" cy="24917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9144000" cy="3505200"/>
            <a:chOff x="0" y="0"/>
            <a:chExt cx="1416645" cy="543047"/>
          </a:xfrm>
        </p:grpSpPr>
        <p:sp>
          <p:nvSpPr>
            <p:cNvPr name="{{image_2}}" id="7" descr="{{image_2}}"/>
            <p:cNvSpPr/>
            <p:nvPr/>
          </p:nvSpPr>
          <p:spPr>
            <a:xfrm flipH="false" flipV="false" rot="0">
              <a:off x="0" y="0"/>
              <a:ext cx="1416645" cy="543047"/>
            </a:xfrm>
            <a:custGeom>
              <a:avLst/>
              <a:gdLst/>
              <a:ahLst/>
              <a:cxnLst/>
              <a:rect r="r" b="b" t="t" l="l"/>
              <a:pathLst>
                <a:path h="543047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543047"/>
                  </a:lnTo>
                  <a:lnTo>
                    <a:pt x="0" y="543047"/>
                  </a:lnTo>
                  <a:close/>
                </a:path>
              </a:pathLst>
            </a:custGeom>
            <a:blipFill>
              <a:blip r:embed="rId3"/>
              <a:stretch>
                <a:fillRect l="0" t="-23369" r="0" b="-233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143500"/>
            <a:ext cx="18288000" cy="4114800"/>
            <a:chOff x="0" y="0"/>
            <a:chExt cx="4816593" cy="1083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083733"/>
            </a:xfrm>
            <a:custGeom>
              <a:avLst/>
              <a:gdLst/>
              <a:ahLst/>
              <a:cxnLst/>
              <a:rect r="r" b="b" t="t" l="l"/>
              <a:pathLst>
                <a:path h="10837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266825"/>
            <a:ext cx="7196954" cy="3267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25"/>
              </a:lnSpc>
            </a:pPr>
            <a:r>
              <a:rPr lang="en-US" sz="7200" spc="-378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{{s04_title}}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726430"/>
            <a:ext cx="7847233" cy="29108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{{s04_text_1}}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3614" y="5726430"/>
            <a:ext cx="7847233" cy="29108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{{s04_text_2}}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87066" y="5143500"/>
            <a:ext cx="9124426" cy="4114800"/>
            <a:chOff x="0" y="0"/>
            <a:chExt cx="1413612" cy="637490"/>
          </a:xfrm>
        </p:grpSpPr>
        <p:sp>
          <p:nvSpPr>
            <p:cNvPr name="{{image_3}}" id="7" descr="{{image_3}}"/>
            <p:cNvSpPr/>
            <p:nvPr/>
          </p:nvSpPr>
          <p:spPr>
            <a:xfrm flipH="false" flipV="false" rot="0">
              <a:off x="0" y="0"/>
              <a:ext cx="1413612" cy="637490"/>
            </a:xfrm>
            <a:custGeom>
              <a:avLst/>
              <a:gdLst/>
              <a:ahLst/>
              <a:cxnLst/>
              <a:rect r="r" b="b" t="t" l="l"/>
              <a:pathLst>
                <a:path h="637490" w="1413612">
                  <a:moveTo>
                    <a:pt x="0" y="0"/>
                  </a:moveTo>
                  <a:lnTo>
                    <a:pt x="1413612" y="0"/>
                  </a:lnTo>
                  <a:lnTo>
                    <a:pt x="1413612" y="637490"/>
                  </a:lnTo>
                  <a:lnTo>
                    <a:pt x="0" y="637490"/>
                  </a:lnTo>
                  <a:close/>
                </a:path>
              </a:pathLst>
            </a:custGeom>
            <a:blipFill>
              <a:blip r:embed="rId3"/>
              <a:stretch>
                <a:fillRect l="0" t="-29828" r="0" b="-2982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4459" y="0"/>
            <a:ext cx="8709541" cy="9869171"/>
            <a:chOff x="0" y="0"/>
            <a:chExt cx="2293871" cy="2599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3871" cy="2599288"/>
            </a:xfrm>
            <a:custGeom>
              <a:avLst/>
              <a:gdLst/>
              <a:ahLst/>
              <a:cxnLst/>
              <a:rect r="r" b="b" t="t" l="l"/>
              <a:pathLst>
                <a:path h="2599288" w="2293871">
                  <a:moveTo>
                    <a:pt x="0" y="0"/>
                  </a:moveTo>
                  <a:lnTo>
                    <a:pt x="2293871" y="0"/>
                  </a:lnTo>
                  <a:lnTo>
                    <a:pt x="2293871" y="2599288"/>
                  </a:lnTo>
                  <a:lnTo>
                    <a:pt x="0" y="2599288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93871" cy="2637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79261" y="1285875"/>
            <a:ext cx="7180039" cy="34621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3396"/>
              </a:lnSpc>
            </a:pPr>
            <a:r>
              <a:rPr lang="en-US" b="true" sz="7200" spc="-401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{{s05_title}}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15072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{{s05_text_1}}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14425"/>
            <a:ext cx="3802972" cy="5754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63"/>
              </a:lnSpc>
            </a:pPr>
            <a:r>
              <a:rPr lang="en-US" sz="4200" spc="-13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{{s05_label_1}}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09916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{{s05_text_2}}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009269"/>
            <a:ext cx="5078294" cy="5754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63"/>
              </a:lnSpc>
            </a:pPr>
            <a:r>
              <a:rPr lang="en-US" sz="4200" spc="-13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{{s05_label_2}}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60476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{{s05_text_3}}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904113"/>
            <a:ext cx="5078294" cy="5754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63"/>
              </a:lnSpc>
            </a:pPr>
            <a:r>
              <a:rPr lang="en-US" sz="4200" spc="-13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{{s05_label_3}}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4138416"/>
            <a:chOff x="0" y="0"/>
            <a:chExt cx="2833290" cy="641149"/>
          </a:xfrm>
        </p:grpSpPr>
        <p:sp>
          <p:nvSpPr>
            <p:cNvPr name="{{image_4}}" id="7" descr="{{image_4}}"/>
            <p:cNvSpPr/>
            <p:nvPr/>
          </p:nvSpPr>
          <p:spPr>
            <a:xfrm flipH="false" flipV="false" rot="0">
              <a:off x="0" y="0"/>
              <a:ext cx="2833290" cy="641149"/>
            </a:xfrm>
            <a:custGeom>
              <a:avLst/>
              <a:gdLst/>
              <a:ahLst/>
              <a:cxnLst/>
              <a:rect r="r" b="b" t="t" l="l"/>
              <a:pathLst>
                <a:path h="641149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641149"/>
                  </a:lnTo>
                  <a:lnTo>
                    <a:pt x="0" y="641149"/>
                  </a:lnTo>
                  <a:close/>
                </a:path>
              </a:pathLst>
            </a:custGeom>
            <a:blipFill>
              <a:blip r:embed="rId3"/>
              <a:stretch>
                <a:fillRect l="0" t="-88718" r="0" b="-10570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4206" y="3282146"/>
            <a:ext cx="17419587" cy="6587025"/>
            <a:chOff x="0" y="0"/>
            <a:chExt cx="4587875" cy="1734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7875" cy="1734854"/>
            </a:xfrm>
            <a:custGeom>
              <a:avLst/>
              <a:gdLst/>
              <a:ahLst/>
              <a:cxnLst/>
              <a:rect r="r" b="b" t="t" l="l"/>
              <a:pathLst>
                <a:path h="1734854" w="4587875">
                  <a:moveTo>
                    <a:pt x="0" y="0"/>
                  </a:moveTo>
                  <a:lnTo>
                    <a:pt x="4587875" y="0"/>
                  </a:lnTo>
                  <a:lnTo>
                    <a:pt x="4587875" y="1734854"/>
                  </a:lnTo>
                  <a:lnTo>
                    <a:pt x="0" y="1734854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87875" cy="1772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4709916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{{s06_text_1}}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190244"/>
            <a:ext cx="3802972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{{s06_label_1}}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60476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{{s06_text_2}}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085088"/>
            <a:ext cx="6506575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{{s06_label_2}}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6138" y="4709916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{{s06_text_3}}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6138" y="4190244"/>
            <a:ext cx="7253162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{{s06_label_3}}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6138" y="760476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{{s06_text_4}}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6138" y="7085088"/>
            <a:ext cx="5078294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{{s06_label_4}}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736006"/>
            <a:ext cx="16230600" cy="1223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29"/>
              </a:lnSpc>
            </a:pPr>
            <a:r>
              <a:rPr lang="en-US" b="true" sz="7200" spc="-276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{{s06_title}}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89320" y="0"/>
            <a:ext cx="4305968" cy="8490071"/>
            <a:chOff x="0" y="0"/>
            <a:chExt cx="1499770" cy="2957095"/>
          </a:xfrm>
        </p:grpSpPr>
        <p:sp>
          <p:nvSpPr>
            <p:cNvPr name="{{image_5}}" id="7" descr="{{image_5}}"/>
            <p:cNvSpPr/>
            <p:nvPr/>
          </p:nvSpPr>
          <p:spPr>
            <a:xfrm flipH="false" flipV="false" rot="0">
              <a:off x="0" y="0"/>
              <a:ext cx="1499770" cy="2957095"/>
            </a:xfrm>
            <a:custGeom>
              <a:avLst/>
              <a:gdLst/>
              <a:ahLst/>
              <a:cxnLst/>
              <a:rect r="r" b="b" t="t" l="l"/>
              <a:pathLst>
                <a:path h="2957095" w="1499770">
                  <a:moveTo>
                    <a:pt x="0" y="0"/>
                  </a:moveTo>
                  <a:lnTo>
                    <a:pt x="1499770" y="0"/>
                  </a:lnTo>
                  <a:lnTo>
                    <a:pt x="1499770" y="2957095"/>
                  </a:lnTo>
                  <a:lnTo>
                    <a:pt x="0" y="2957095"/>
                  </a:lnTo>
                  <a:close/>
                </a:path>
              </a:pathLst>
            </a:custGeom>
            <a:blipFill>
              <a:blip r:embed="rId3"/>
              <a:stretch>
                <a:fillRect l="-97969" t="0" r="-9796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82032" y="0"/>
            <a:ext cx="4305968" cy="8490071"/>
            <a:chOff x="0" y="0"/>
            <a:chExt cx="1499770" cy="2957095"/>
          </a:xfrm>
        </p:grpSpPr>
        <p:sp>
          <p:nvSpPr>
            <p:cNvPr name="{{image_6}}" id="9" descr="{{image_6}}"/>
            <p:cNvSpPr/>
            <p:nvPr/>
          </p:nvSpPr>
          <p:spPr>
            <a:xfrm flipH="false" flipV="false" rot="0">
              <a:off x="0" y="0"/>
              <a:ext cx="1499770" cy="2957095"/>
            </a:xfrm>
            <a:custGeom>
              <a:avLst/>
              <a:gdLst/>
              <a:ahLst/>
              <a:cxnLst/>
              <a:rect r="r" b="b" t="t" l="l"/>
              <a:pathLst>
                <a:path h="2957095" w="1499770">
                  <a:moveTo>
                    <a:pt x="0" y="0"/>
                  </a:moveTo>
                  <a:lnTo>
                    <a:pt x="1499770" y="0"/>
                  </a:lnTo>
                  <a:lnTo>
                    <a:pt x="1499770" y="2957095"/>
                  </a:lnTo>
                  <a:lnTo>
                    <a:pt x="0" y="2957095"/>
                  </a:lnTo>
                  <a:close/>
                </a:path>
              </a:pathLst>
            </a:custGeom>
            <a:blipFill>
              <a:blip r:embed="rId4"/>
              <a:stretch>
                <a:fillRect l="-101377" t="0" r="-10137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4701148"/>
            <a:ext cx="4305968" cy="5168023"/>
            <a:chOff x="0" y="0"/>
            <a:chExt cx="1499770" cy="1800024"/>
          </a:xfrm>
        </p:grpSpPr>
        <p:sp>
          <p:nvSpPr>
            <p:cNvPr name="{{image_7}}" id="11" descr="{{image_7}}"/>
            <p:cNvSpPr/>
            <p:nvPr/>
          </p:nvSpPr>
          <p:spPr>
            <a:xfrm flipH="false" flipV="false" rot="0">
              <a:off x="0" y="0"/>
              <a:ext cx="1499770" cy="1800024"/>
            </a:xfrm>
            <a:custGeom>
              <a:avLst/>
              <a:gdLst/>
              <a:ahLst/>
              <a:cxnLst/>
              <a:rect r="r" b="b" t="t" l="l"/>
              <a:pathLst>
                <a:path h="1800024" w="1499770">
                  <a:moveTo>
                    <a:pt x="0" y="0"/>
                  </a:moveTo>
                  <a:lnTo>
                    <a:pt x="1499770" y="0"/>
                  </a:lnTo>
                  <a:lnTo>
                    <a:pt x="1499770" y="1800024"/>
                  </a:lnTo>
                  <a:lnTo>
                    <a:pt x="0" y="1800024"/>
                  </a:lnTo>
                  <a:close/>
                </a:path>
              </a:pathLst>
            </a:custGeom>
            <a:blipFill>
              <a:blip r:embed="rId5"/>
              <a:stretch>
                <a:fillRect l="-40071" t="0" r="-4007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92711" y="4701148"/>
            <a:ext cx="4305968" cy="5168023"/>
            <a:chOff x="0" y="0"/>
            <a:chExt cx="1499770" cy="1800024"/>
          </a:xfrm>
        </p:grpSpPr>
        <p:sp>
          <p:nvSpPr>
            <p:cNvPr name="{{image_8}}" id="13" descr="{{image_8}}"/>
            <p:cNvSpPr/>
            <p:nvPr/>
          </p:nvSpPr>
          <p:spPr>
            <a:xfrm flipH="false" flipV="false" rot="0">
              <a:off x="0" y="0"/>
              <a:ext cx="1499770" cy="1800024"/>
            </a:xfrm>
            <a:custGeom>
              <a:avLst/>
              <a:gdLst/>
              <a:ahLst/>
              <a:cxnLst/>
              <a:rect r="r" b="b" t="t" l="l"/>
              <a:pathLst>
                <a:path h="1800024" w="1499770">
                  <a:moveTo>
                    <a:pt x="0" y="0"/>
                  </a:moveTo>
                  <a:lnTo>
                    <a:pt x="1499770" y="0"/>
                  </a:lnTo>
                  <a:lnTo>
                    <a:pt x="1499770" y="1800024"/>
                  </a:lnTo>
                  <a:lnTo>
                    <a:pt x="0" y="1800024"/>
                  </a:lnTo>
                  <a:close/>
                </a:path>
              </a:pathLst>
            </a:custGeom>
            <a:blipFill>
              <a:blip r:embed="rId6"/>
              <a:stretch>
                <a:fillRect l="0" t="-25057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1209675"/>
            <a:ext cx="7738229" cy="244628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463"/>
              </a:lnSpc>
            </a:pPr>
            <a:r>
              <a:rPr lang="en-US" sz="7200" spc="-283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{{s07_title}}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125483"/>
            <a:ext cx="3277268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{{s07_label_1}}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92711" y="4125483"/>
            <a:ext cx="3277268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{{s07_label_2}}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89320" y="8835035"/>
            <a:ext cx="3277268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{{s07_label_3}}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82032" y="8835035"/>
            <a:ext cx="3277268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{{s07_label_4}}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49759" y="0"/>
            <a:ext cx="8709541" cy="9869171"/>
            <a:chOff x="0" y="0"/>
            <a:chExt cx="2293871" cy="2599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3871" cy="2599288"/>
            </a:xfrm>
            <a:custGeom>
              <a:avLst/>
              <a:gdLst/>
              <a:ahLst/>
              <a:cxnLst/>
              <a:rect r="r" b="b" t="t" l="l"/>
              <a:pathLst>
                <a:path h="2599288" w="2293871">
                  <a:moveTo>
                    <a:pt x="0" y="0"/>
                  </a:moveTo>
                  <a:lnTo>
                    <a:pt x="2293871" y="0"/>
                  </a:lnTo>
                  <a:lnTo>
                    <a:pt x="2293871" y="2599288"/>
                  </a:lnTo>
                  <a:lnTo>
                    <a:pt x="0" y="2599288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93871" cy="2637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6363971"/>
            <a:ext cx="8549759" cy="3505200"/>
            <a:chOff x="0" y="0"/>
            <a:chExt cx="1324581" cy="543047"/>
          </a:xfrm>
        </p:grpSpPr>
        <p:sp>
          <p:nvSpPr>
            <p:cNvPr name="{{image_9}}" id="10" descr="{{image_9}}"/>
            <p:cNvSpPr/>
            <p:nvPr/>
          </p:nvSpPr>
          <p:spPr>
            <a:xfrm flipH="false" flipV="false" rot="0">
              <a:off x="0" y="0"/>
              <a:ext cx="1324581" cy="543047"/>
            </a:xfrm>
            <a:custGeom>
              <a:avLst/>
              <a:gdLst/>
              <a:ahLst/>
              <a:cxnLst/>
              <a:rect r="r" b="b" t="t" l="l"/>
              <a:pathLst>
                <a:path h="543047" w="1324581">
                  <a:moveTo>
                    <a:pt x="0" y="0"/>
                  </a:moveTo>
                  <a:lnTo>
                    <a:pt x="1324581" y="0"/>
                  </a:lnTo>
                  <a:lnTo>
                    <a:pt x="1324581" y="543047"/>
                  </a:lnTo>
                  <a:lnTo>
                    <a:pt x="0" y="543047"/>
                  </a:lnTo>
                  <a:close/>
                </a:path>
              </a:pathLst>
            </a:custGeom>
            <a:blipFill>
              <a:blip r:embed="rId3"/>
              <a:stretch>
                <a:fillRect l="0" t="-31407" r="0" b="-3140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44000" y="1815072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{{s08_text_1}}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238250"/>
            <a:ext cx="7253162" cy="494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99"/>
              </a:lnSpc>
            </a:pPr>
            <a:r>
              <a:rPr lang="en-US" sz="3699" spc="-11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{{s08_label_1}}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709916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{{s08_text_2}}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4133094"/>
            <a:ext cx="7253162" cy="494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99"/>
              </a:lnSpc>
            </a:pPr>
            <a:r>
              <a:rPr lang="en-US" sz="3699" spc="-11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{{s08_label_2}}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760476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{{s08_text_3}}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7027938"/>
            <a:ext cx="7253162" cy="494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99"/>
              </a:lnSpc>
            </a:pPr>
            <a:r>
              <a:rPr lang="en-US" sz="3699" spc="-11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{{s08_label_3}}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257300"/>
            <a:ext cx="7196954" cy="48593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25"/>
              </a:lnSpc>
            </a:pPr>
            <a:r>
              <a:rPr lang="en-US" sz="7200" spc="-378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{{s08_title}}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37773" y="1019175"/>
            <a:ext cx="7521527" cy="8239125"/>
            <a:chOff x="0" y="0"/>
            <a:chExt cx="1165281" cy="1276456"/>
          </a:xfrm>
        </p:grpSpPr>
        <p:sp>
          <p:nvSpPr>
            <p:cNvPr name="{{image_10}}" id="7" descr="{{image_10}}"/>
            <p:cNvSpPr/>
            <p:nvPr/>
          </p:nvSpPr>
          <p:spPr>
            <a:xfrm flipH="false" flipV="false" rot="0">
              <a:off x="0" y="0"/>
              <a:ext cx="1165281" cy="1276456"/>
            </a:xfrm>
            <a:custGeom>
              <a:avLst/>
              <a:gdLst/>
              <a:ahLst/>
              <a:cxnLst/>
              <a:rect r="r" b="b" t="t" l="l"/>
              <a:pathLst>
                <a:path h="1276456" w="1165281">
                  <a:moveTo>
                    <a:pt x="0" y="0"/>
                  </a:moveTo>
                  <a:lnTo>
                    <a:pt x="1165281" y="0"/>
                  </a:lnTo>
                  <a:lnTo>
                    <a:pt x="1165281" y="1276456"/>
                  </a:lnTo>
                  <a:lnTo>
                    <a:pt x="0" y="1276456"/>
                  </a:lnTo>
                  <a:close/>
                </a:path>
              </a:pathLst>
            </a:custGeom>
            <a:blipFill>
              <a:blip r:embed="rId3"/>
              <a:stretch>
                <a:fillRect l="0" t="-37439" r="0" b="-12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6895" y="5143500"/>
            <a:ext cx="10732614" cy="3743682"/>
            <a:chOff x="0" y="0"/>
            <a:chExt cx="2826697" cy="985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26697" cy="985990"/>
            </a:xfrm>
            <a:custGeom>
              <a:avLst/>
              <a:gdLst/>
              <a:ahLst/>
              <a:cxnLst/>
              <a:rect r="r" b="b" t="t" l="l"/>
              <a:pathLst>
                <a:path h="985990" w="2826697">
                  <a:moveTo>
                    <a:pt x="0" y="0"/>
                  </a:moveTo>
                  <a:lnTo>
                    <a:pt x="2826697" y="0"/>
                  </a:lnTo>
                  <a:lnTo>
                    <a:pt x="2826697" y="985990"/>
                  </a:lnTo>
                  <a:lnTo>
                    <a:pt x="0" y="985990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26697" cy="1024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200150"/>
            <a:ext cx="7371010" cy="38613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012"/>
              </a:lnSpc>
            </a:pPr>
            <a:r>
              <a:rPr lang="en-US" sz="7200" spc="-30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{{s09_title}}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3668" y="5750421"/>
            <a:ext cx="9039069" cy="24917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{{s09_text_1}}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5730755"/>
            <a:ext cx="18288000" cy="4138416"/>
            <a:chOff x="0" y="0"/>
            <a:chExt cx="2833290" cy="641149"/>
          </a:xfrm>
        </p:grpSpPr>
        <p:sp>
          <p:nvSpPr>
            <p:cNvPr name="{{image_11}}" id="7" descr="{{image_11}}"/>
            <p:cNvSpPr/>
            <p:nvPr/>
          </p:nvSpPr>
          <p:spPr>
            <a:xfrm flipH="false" flipV="false" rot="0">
              <a:off x="0" y="0"/>
              <a:ext cx="2833290" cy="641149"/>
            </a:xfrm>
            <a:custGeom>
              <a:avLst/>
              <a:gdLst/>
              <a:ahLst/>
              <a:cxnLst/>
              <a:rect r="r" b="b" t="t" l="l"/>
              <a:pathLst>
                <a:path h="641149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641149"/>
                  </a:lnTo>
                  <a:lnTo>
                    <a:pt x="0" y="641149"/>
                  </a:lnTo>
                  <a:close/>
                </a:path>
              </a:pathLst>
            </a:custGeom>
            <a:blipFill>
              <a:blip r:embed="rId3"/>
              <a:stretch>
                <a:fillRect l="0" t="-59841" r="0" b="-13458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4206" y="0"/>
            <a:ext cx="17419587" cy="6587025"/>
            <a:chOff x="0" y="0"/>
            <a:chExt cx="4587875" cy="1734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7875" cy="1734854"/>
            </a:xfrm>
            <a:custGeom>
              <a:avLst/>
              <a:gdLst/>
              <a:ahLst/>
              <a:cxnLst/>
              <a:rect r="r" b="b" t="t" l="l"/>
              <a:pathLst>
                <a:path h="1734854" w="4587875">
                  <a:moveTo>
                    <a:pt x="0" y="0"/>
                  </a:moveTo>
                  <a:lnTo>
                    <a:pt x="4587875" y="0"/>
                  </a:lnTo>
                  <a:lnTo>
                    <a:pt x="4587875" y="1734854"/>
                  </a:lnTo>
                  <a:lnTo>
                    <a:pt x="0" y="1734854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87875" cy="1772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03572" y="7918144"/>
            <a:ext cx="14080857" cy="134015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012"/>
              </a:lnSpc>
            </a:pPr>
            <a:r>
              <a:rPr lang="en-US" b="true" sz="7200" spc="-300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{{s10_title}}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42777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{{s10_text_1}}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08099"/>
            <a:ext cx="3802972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{{s10_label_1}}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322614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{{s10_text_2}}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02943"/>
            <a:ext cx="6506575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{{s10_label_2}}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6138" y="142777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{{s10_text_3}}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6138" y="908099"/>
            <a:ext cx="7253162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{{s10_label_3}}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6138" y="4322614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{{s10_text_4}}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06138" y="3802943"/>
            <a:ext cx="5078294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{{s10_label_4}}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028700"/>
            <a:ext cx="7537298" cy="8229600"/>
            <a:chOff x="0" y="0"/>
            <a:chExt cx="1167725" cy="1274980"/>
          </a:xfrm>
        </p:grpSpPr>
        <p:sp>
          <p:nvSpPr>
            <p:cNvPr name="{{image_1}}" id="7" descr="{{image_1}}"/>
            <p:cNvSpPr/>
            <p:nvPr/>
          </p:nvSpPr>
          <p:spPr>
            <a:xfrm flipH="false" flipV="false" rot="0">
              <a:off x="0" y="0"/>
              <a:ext cx="1167725" cy="1274980"/>
            </a:xfrm>
            <a:custGeom>
              <a:avLst/>
              <a:gdLst/>
              <a:ahLst/>
              <a:cxnLst/>
              <a:rect r="r" b="b" t="t" l="l"/>
              <a:pathLst>
                <a:path h="1274980" w="1167725">
                  <a:moveTo>
                    <a:pt x="0" y="0"/>
                  </a:moveTo>
                  <a:lnTo>
                    <a:pt x="1167725" y="0"/>
                  </a:lnTo>
                  <a:lnTo>
                    <a:pt x="1167725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3"/>
              <a:stretch>
                <a:fillRect l="-13606" t="0" r="-5027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24912" y="4804193"/>
            <a:ext cx="10234388" cy="3770556"/>
            <a:chOff x="0" y="0"/>
            <a:chExt cx="2695477" cy="993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95477" cy="993068"/>
            </a:xfrm>
            <a:custGeom>
              <a:avLst/>
              <a:gdLst/>
              <a:ahLst/>
              <a:cxnLst/>
              <a:rect r="r" b="b" t="t" l="l"/>
              <a:pathLst>
                <a:path h="993068" w="2695477">
                  <a:moveTo>
                    <a:pt x="0" y="0"/>
                  </a:moveTo>
                  <a:lnTo>
                    <a:pt x="2695477" y="0"/>
                  </a:lnTo>
                  <a:lnTo>
                    <a:pt x="2695477" y="993068"/>
                  </a:lnTo>
                  <a:lnTo>
                    <a:pt x="0" y="993068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95477" cy="1031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822064" y="1266825"/>
            <a:ext cx="6604740" cy="32750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54"/>
              </a:lnSpc>
            </a:pPr>
            <a:r>
              <a:rPr lang="en-US" b="true" sz="7200" spc="-379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{{s11_title}}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22064" y="5424551"/>
            <a:ext cx="8640083" cy="24917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{{s11_text_1}}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9144000" cy="3505200"/>
            <a:chOff x="0" y="0"/>
            <a:chExt cx="1416645" cy="543047"/>
          </a:xfrm>
        </p:grpSpPr>
        <p:sp>
          <p:nvSpPr>
            <p:cNvPr name="{{image_2}}" id="7" descr="{{image_2}}"/>
            <p:cNvSpPr/>
            <p:nvPr/>
          </p:nvSpPr>
          <p:spPr>
            <a:xfrm flipH="false" flipV="false" rot="0">
              <a:off x="0" y="0"/>
              <a:ext cx="1416645" cy="543047"/>
            </a:xfrm>
            <a:custGeom>
              <a:avLst/>
              <a:gdLst/>
              <a:ahLst/>
              <a:cxnLst/>
              <a:rect r="r" b="b" t="t" l="l"/>
              <a:pathLst>
                <a:path h="543047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543047"/>
                  </a:lnTo>
                  <a:lnTo>
                    <a:pt x="0" y="543047"/>
                  </a:lnTo>
                  <a:close/>
                </a:path>
              </a:pathLst>
            </a:custGeom>
            <a:blipFill>
              <a:blip r:embed="rId3"/>
              <a:stretch>
                <a:fillRect l="0" t="-23369" r="0" b="-233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143500"/>
            <a:ext cx="18288000" cy="4114800"/>
            <a:chOff x="0" y="0"/>
            <a:chExt cx="4816593" cy="1083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083733"/>
            </a:xfrm>
            <a:custGeom>
              <a:avLst/>
              <a:gdLst/>
              <a:ahLst/>
              <a:cxnLst/>
              <a:rect r="r" b="b" t="t" l="l"/>
              <a:pathLst>
                <a:path h="10837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266825"/>
            <a:ext cx="7196954" cy="3267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25"/>
              </a:lnSpc>
            </a:pPr>
            <a:r>
              <a:rPr lang="en-US" sz="7200" spc="-378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{{s12_title}}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726430"/>
            <a:ext cx="7847233" cy="29108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{{s12_text_1}}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3614" y="5726430"/>
            <a:ext cx="7847233" cy="29108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{{s12_text_2}}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87066" y="5143500"/>
            <a:ext cx="9124426" cy="4114800"/>
            <a:chOff x="0" y="0"/>
            <a:chExt cx="1413612" cy="637490"/>
          </a:xfrm>
        </p:grpSpPr>
        <p:sp>
          <p:nvSpPr>
            <p:cNvPr name="{{image_3}}" id="7" descr="{{image_3}}"/>
            <p:cNvSpPr/>
            <p:nvPr/>
          </p:nvSpPr>
          <p:spPr>
            <a:xfrm flipH="false" flipV="false" rot="0">
              <a:off x="0" y="0"/>
              <a:ext cx="1413612" cy="637490"/>
            </a:xfrm>
            <a:custGeom>
              <a:avLst/>
              <a:gdLst/>
              <a:ahLst/>
              <a:cxnLst/>
              <a:rect r="r" b="b" t="t" l="l"/>
              <a:pathLst>
                <a:path h="637490" w="1413612">
                  <a:moveTo>
                    <a:pt x="0" y="0"/>
                  </a:moveTo>
                  <a:lnTo>
                    <a:pt x="1413612" y="0"/>
                  </a:lnTo>
                  <a:lnTo>
                    <a:pt x="1413612" y="637490"/>
                  </a:lnTo>
                  <a:lnTo>
                    <a:pt x="0" y="637490"/>
                  </a:lnTo>
                  <a:close/>
                </a:path>
              </a:pathLst>
            </a:custGeom>
            <a:blipFill>
              <a:blip r:embed="rId3"/>
              <a:stretch>
                <a:fillRect l="0" t="-29828" r="0" b="-2982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4459" y="0"/>
            <a:ext cx="8709541" cy="9869171"/>
            <a:chOff x="0" y="0"/>
            <a:chExt cx="2293871" cy="2599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3871" cy="2599288"/>
            </a:xfrm>
            <a:custGeom>
              <a:avLst/>
              <a:gdLst/>
              <a:ahLst/>
              <a:cxnLst/>
              <a:rect r="r" b="b" t="t" l="l"/>
              <a:pathLst>
                <a:path h="2599288" w="2293871">
                  <a:moveTo>
                    <a:pt x="0" y="0"/>
                  </a:moveTo>
                  <a:lnTo>
                    <a:pt x="2293871" y="0"/>
                  </a:lnTo>
                  <a:lnTo>
                    <a:pt x="2293871" y="2599288"/>
                  </a:lnTo>
                  <a:lnTo>
                    <a:pt x="0" y="2599288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93871" cy="2637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79261" y="1285875"/>
            <a:ext cx="7180039" cy="346214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3396"/>
              </a:lnSpc>
            </a:pPr>
            <a:r>
              <a:rPr lang="en-US" b="true" sz="7200" spc="-401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{{s13_title}}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15072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{{s13_text_1}}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14425"/>
            <a:ext cx="3802972" cy="5754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63"/>
              </a:lnSpc>
            </a:pPr>
            <a:r>
              <a:rPr lang="en-US" sz="4200" spc="-13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{{s13_label_1}}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09916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{{s13_text_2}}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009269"/>
            <a:ext cx="5078294" cy="5754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63"/>
              </a:lnSpc>
            </a:pPr>
            <a:r>
              <a:rPr lang="en-US" sz="4200" spc="-13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{{s13_label_2}}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60476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{{s13_text_3}}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904113"/>
            <a:ext cx="5078294" cy="5754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63"/>
              </a:lnSpc>
            </a:pPr>
            <a:r>
              <a:rPr lang="en-US" sz="4200" spc="-13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{{s13_label_3}}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4138416"/>
            <a:chOff x="0" y="0"/>
            <a:chExt cx="2833290" cy="641149"/>
          </a:xfrm>
        </p:grpSpPr>
        <p:sp>
          <p:nvSpPr>
            <p:cNvPr name="{{image_4}}" id="7" descr="{{image_4}}"/>
            <p:cNvSpPr/>
            <p:nvPr/>
          </p:nvSpPr>
          <p:spPr>
            <a:xfrm flipH="false" flipV="false" rot="0">
              <a:off x="0" y="0"/>
              <a:ext cx="2833290" cy="641149"/>
            </a:xfrm>
            <a:custGeom>
              <a:avLst/>
              <a:gdLst/>
              <a:ahLst/>
              <a:cxnLst/>
              <a:rect r="r" b="b" t="t" l="l"/>
              <a:pathLst>
                <a:path h="641149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641149"/>
                  </a:lnTo>
                  <a:lnTo>
                    <a:pt x="0" y="641149"/>
                  </a:lnTo>
                  <a:close/>
                </a:path>
              </a:pathLst>
            </a:custGeom>
            <a:blipFill>
              <a:blip r:embed="rId3"/>
              <a:stretch>
                <a:fillRect l="0" t="-88718" r="0" b="-10570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4206" y="3282146"/>
            <a:ext cx="17419587" cy="6587025"/>
            <a:chOff x="0" y="0"/>
            <a:chExt cx="4587875" cy="1734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7875" cy="1734854"/>
            </a:xfrm>
            <a:custGeom>
              <a:avLst/>
              <a:gdLst/>
              <a:ahLst/>
              <a:cxnLst/>
              <a:rect r="r" b="b" t="t" l="l"/>
              <a:pathLst>
                <a:path h="1734854" w="4587875">
                  <a:moveTo>
                    <a:pt x="0" y="0"/>
                  </a:moveTo>
                  <a:lnTo>
                    <a:pt x="4587875" y="0"/>
                  </a:lnTo>
                  <a:lnTo>
                    <a:pt x="4587875" y="1734854"/>
                  </a:lnTo>
                  <a:lnTo>
                    <a:pt x="0" y="1734854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87875" cy="1772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4709916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{{s14_text_1}}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190244"/>
            <a:ext cx="3802972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{{s14_label_1}}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60476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{{s14_text_2}}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085088"/>
            <a:ext cx="6506575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{{s14_label_2}}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6138" y="4709916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{{s14_text_3}}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6138" y="4190244"/>
            <a:ext cx="7253162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{{s14_label_3}}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6138" y="760476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{{s14_text_4}}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6138" y="7085088"/>
            <a:ext cx="5078294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{{s14_label_4}}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736006"/>
            <a:ext cx="16230600" cy="1223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229"/>
              </a:lnSpc>
            </a:pPr>
            <a:r>
              <a:rPr lang="en-US" b="true" sz="7200" spc="-276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{{s14_title}}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89320" y="0"/>
            <a:ext cx="4305968" cy="8490071"/>
            <a:chOff x="0" y="0"/>
            <a:chExt cx="1499770" cy="2957095"/>
          </a:xfrm>
        </p:grpSpPr>
        <p:sp>
          <p:nvSpPr>
            <p:cNvPr name="{{image_5}}" id="7" descr="{{image_5}}"/>
            <p:cNvSpPr/>
            <p:nvPr/>
          </p:nvSpPr>
          <p:spPr>
            <a:xfrm flipH="false" flipV="false" rot="0">
              <a:off x="0" y="0"/>
              <a:ext cx="1499770" cy="2957095"/>
            </a:xfrm>
            <a:custGeom>
              <a:avLst/>
              <a:gdLst/>
              <a:ahLst/>
              <a:cxnLst/>
              <a:rect r="r" b="b" t="t" l="l"/>
              <a:pathLst>
                <a:path h="2957095" w="1499770">
                  <a:moveTo>
                    <a:pt x="0" y="0"/>
                  </a:moveTo>
                  <a:lnTo>
                    <a:pt x="1499770" y="0"/>
                  </a:lnTo>
                  <a:lnTo>
                    <a:pt x="1499770" y="2957095"/>
                  </a:lnTo>
                  <a:lnTo>
                    <a:pt x="0" y="2957095"/>
                  </a:lnTo>
                  <a:close/>
                </a:path>
              </a:pathLst>
            </a:custGeom>
            <a:blipFill>
              <a:blip r:embed="rId3"/>
              <a:stretch>
                <a:fillRect l="-97969" t="0" r="-9796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82032" y="0"/>
            <a:ext cx="4305968" cy="8490071"/>
            <a:chOff x="0" y="0"/>
            <a:chExt cx="1499770" cy="2957095"/>
          </a:xfrm>
        </p:grpSpPr>
        <p:sp>
          <p:nvSpPr>
            <p:cNvPr name="{{image_6}}" id="9" descr="{{image_6}}"/>
            <p:cNvSpPr/>
            <p:nvPr/>
          </p:nvSpPr>
          <p:spPr>
            <a:xfrm flipH="false" flipV="false" rot="0">
              <a:off x="0" y="0"/>
              <a:ext cx="1499770" cy="2957095"/>
            </a:xfrm>
            <a:custGeom>
              <a:avLst/>
              <a:gdLst/>
              <a:ahLst/>
              <a:cxnLst/>
              <a:rect r="r" b="b" t="t" l="l"/>
              <a:pathLst>
                <a:path h="2957095" w="1499770">
                  <a:moveTo>
                    <a:pt x="0" y="0"/>
                  </a:moveTo>
                  <a:lnTo>
                    <a:pt x="1499770" y="0"/>
                  </a:lnTo>
                  <a:lnTo>
                    <a:pt x="1499770" y="2957095"/>
                  </a:lnTo>
                  <a:lnTo>
                    <a:pt x="0" y="2957095"/>
                  </a:lnTo>
                  <a:close/>
                </a:path>
              </a:pathLst>
            </a:custGeom>
            <a:blipFill>
              <a:blip r:embed="rId4"/>
              <a:stretch>
                <a:fillRect l="-101377" t="0" r="-10137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4701148"/>
            <a:ext cx="4305968" cy="5168023"/>
            <a:chOff x="0" y="0"/>
            <a:chExt cx="1499770" cy="1800024"/>
          </a:xfrm>
        </p:grpSpPr>
        <p:sp>
          <p:nvSpPr>
            <p:cNvPr name="{{image_7}}" id="11" descr="{{image_7}}"/>
            <p:cNvSpPr/>
            <p:nvPr/>
          </p:nvSpPr>
          <p:spPr>
            <a:xfrm flipH="false" flipV="false" rot="0">
              <a:off x="0" y="0"/>
              <a:ext cx="1499770" cy="1800024"/>
            </a:xfrm>
            <a:custGeom>
              <a:avLst/>
              <a:gdLst/>
              <a:ahLst/>
              <a:cxnLst/>
              <a:rect r="r" b="b" t="t" l="l"/>
              <a:pathLst>
                <a:path h="1800024" w="1499770">
                  <a:moveTo>
                    <a:pt x="0" y="0"/>
                  </a:moveTo>
                  <a:lnTo>
                    <a:pt x="1499770" y="0"/>
                  </a:lnTo>
                  <a:lnTo>
                    <a:pt x="1499770" y="1800024"/>
                  </a:lnTo>
                  <a:lnTo>
                    <a:pt x="0" y="1800024"/>
                  </a:lnTo>
                  <a:close/>
                </a:path>
              </a:pathLst>
            </a:custGeom>
            <a:blipFill>
              <a:blip r:embed="rId5"/>
              <a:stretch>
                <a:fillRect l="-40071" t="0" r="-4007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92711" y="4701148"/>
            <a:ext cx="4305968" cy="5168023"/>
            <a:chOff x="0" y="0"/>
            <a:chExt cx="1499770" cy="1800024"/>
          </a:xfrm>
        </p:grpSpPr>
        <p:sp>
          <p:nvSpPr>
            <p:cNvPr name="{{image_8}}" id="13" descr="{{image_8}}"/>
            <p:cNvSpPr/>
            <p:nvPr/>
          </p:nvSpPr>
          <p:spPr>
            <a:xfrm flipH="false" flipV="false" rot="0">
              <a:off x="0" y="0"/>
              <a:ext cx="1499770" cy="1800024"/>
            </a:xfrm>
            <a:custGeom>
              <a:avLst/>
              <a:gdLst/>
              <a:ahLst/>
              <a:cxnLst/>
              <a:rect r="r" b="b" t="t" l="l"/>
              <a:pathLst>
                <a:path h="1800024" w="1499770">
                  <a:moveTo>
                    <a:pt x="0" y="0"/>
                  </a:moveTo>
                  <a:lnTo>
                    <a:pt x="1499770" y="0"/>
                  </a:lnTo>
                  <a:lnTo>
                    <a:pt x="1499770" y="1800024"/>
                  </a:lnTo>
                  <a:lnTo>
                    <a:pt x="0" y="1800024"/>
                  </a:lnTo>
                  <a:close/>
                </a:path>
              </a:pathLst>
            </a:custGeom>
            <a:blipFill>
              <a:blip r:embed="rId6"/>
              <a:stretch>
                <a:fillRect l="0" t="-25057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1209675"/>
            <a:ext cx="7738229" cy="244628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463"/>
              </a:lnSpc>
            </a:pPr>
            <a:r>
              <a:rPr lang="en-US" sz="7200" spc="-283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{{s15_title}}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125483"/>
            <a:ext cx="3277268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{{s15_label_1}}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92711" y="4125483"/>
            <a:ext cx="3277268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{{s15_label_2}}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89320" y="8835035"/>
            <a:ext cx="3277268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{{s15_label_3}}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82032" y="8835035"/>
            <a:ext cx="3277268" cy="4232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63"/>
              </a:lnSpc>
            </a:pPr>
            <a:r>
              <a:rPr lang="en-US" sz="3163" spc="-94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{{s15_label_4}}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37773" y="1019175"/>
            <a:ext cx="7521527" cy="8239125"/>
            <a:chOff x="0" y="0"/>
            <a:chExt cx="1165281" cy="1276456"/>
          </a:xfrm>
        </p:grpSpPr>
        <p:sp>
          <p:nvSpPr>
            <p:cNvPr name="{{image_10}}" id="7" descr="{{image_10}}"/>
            <p:cNvSpPr/>
            <p:nvPr/>
          </p:nvSpPr>
          <p:spPr>
            <a:xfrm flipH="false" flipV="false" rot="0">
              <a:off x="0" y="0"/>
              <a:ext cx="1165281" cy="1276456"/>
            </a:xfrm>
            <a:custGeom>
              <a:avLst/>
              <a:gdLst/>
              <a:ahLst/>
              <a:cxnLst/>
              <a:rect r="r" b="b" t="t" l="l"/>
              <a:pathLst>
                <a:path h="1276456" w="1165281">
                  <a:moveTo>
                    <a:pt x="0" y="0"/>
                  </a:moveTo>
                  <a:lnTo>
                    <a:pt x="1165281" y="0"/>
                  </a:lnTo>
                  <a:lnTo>
                    <a:pt x="1165281" y="1276456"/>
                  </a:lnTo>
                  <a:lnTo>
                    <a:pt x="0" y="1276456"/>
                  </a:lnTo>
                  <a:close/>
                </a:path>
              </a:pathLst>
            </a:custGeom>
            <a:blipFill>
              <a:blip r:embed="rId3"/>
              <a:stretch>
                <a:fillRect l="0" t="-37439" r="0" b="-12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6895" y="5143500"/>
            <a:ext cx="10732614" cy="3743682"/>
            <a:chOff x="0" y="0"/>
            <a:chExt cx="2826697" cy="985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26697" cy="985990"/>
            </a:xfrm>
            <a:custGeom>
              <a:avLst/>
              <a:gdLst/>
              <a:ahLst/>
              <a:cxnLst/>
              <a:rect r="r" b="b" t="t" l="l"/>
              <a:pathLst>
                <a:path h="985990" w="2826697">
                  <a:moveTo>
                    <a:pt x="0" y="0"/>
                  </a:moveTo>
                  <a:lnTo>
                    <a:pt x="2826697" y="0"/>
                  </a:lnTo>
                  <a:lnTo>
                    <a:pt x="2826697" y="985990"/>
                  </a:lnTo>
                  <a:lnTo>
                    <a:pt x="0" y="985990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26697" cy="1024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200150"/>
            <a:ext cx="7371010" cy="38613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012"/>
              </a:lnSpc>
            </a:pPr>
            <a:r>
              <a:rPr lang="en-US" sz="7200" spc="-30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{{s16_title}}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3668" y="5750421"/>
            <a:ext cx="9039069" cy="24917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{{s16_text_1}}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9560552" cy="9869171"/>
            <a:chOff x="0" y="0"/>
            <a:chExt cx="1481180" cy="1528993"/>
          </a:xfrm>
        </p:grpSpPr>
        <p:sp>
          <p:nvSpPr>
            <p:cNvPr name="{{image_12}}" id="7" descr="{{image_12}}"/>
            <p:cNvSpPr/>
            <p:nvPr/>
          </p:nvSpPr>
          <p:spPr>
            <a:xfrm flipH="false" flipV="false" rot="0">
              <a:off x="0" y="0"/>
              <a:ext cx="1481180" cy="1528993"/>
            </a:xfrm>
            <a:custGeom>
              <a:avLst/>
              <a:gdLst/>
              <a:ahLst/>
              <a:cxnLst/>
              <a:rect r="r" b="b" t="t" l="l"/>
              <a:pathLst>
                <a:path h="1528993" w="1481180">
                  <a:moveTo>
                    <a:pt x="0" y="0"/>
                  </a:moveTo>
                  <a:lnTo>
                    <a:pt x="1481180" y="0"/>
                  </a:lnTo>
                  <a:lnTo>
                    <a:pt x="1481180" y="1528993"/>
                  </a:lnTo>
                  <a:lnTo>
                    <a:pt x="0" y="1528993"/>
                  </a:lnTo>
                  <a:close/>
                </a:path>
              </a:pathLst>
            </a:custGeom>
            <a:blipFill>
              <a:blip r:embed="rId3"/>
              <a:stretch>
                <a:fillRect l="-27469" t="0" r="-2746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4500851"/>
            <a:ext cx="8115300" cy="4757449"/>
            <a:chOff x="0" y="0"/>
            <a:chExt cx="2137363" cy="1252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7363" cy="1252991"/>
            </a:xfrm>
            <a:custGeom>
              <a:avLst/>
              <a:gdLst/>
              <a:ahLst/>
              <a:cxnLst/>
              <a:rect r="r" b="b" t="t" l="l"/>
              <a:pathLst>
                <a:path h="1252991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1252991"/>
                  </a:lnTo>
                  <a:lnTo>
                    <a:pt x="0" y="1252991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7363" cy="1291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888290" y="2732597"/>
            <a:ext cx="7371010" cy="133599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012"/>
              </a:lnSpc>
            </a:pPr>
            <a:r>
              <a:rPr lang="en-US" sz="7200" spc="-30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72222" y="4986006"/>
            <a:ext cx="6458855" cy="37490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{{s17_text_1}}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49759" y="0"/>
            <a:ext cx="8709541" cy="9869171"/>
            <a:chOff x="0" y="0"/>
            <a:chExt cx="2293871" cy="2599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3871" cy="2599288"/>
            </a:xfrm>
            <a:custGeom>
              <a:avLst/>
              <a:gdLst/>
              <a:ahLst/>
              <a:cxnLst/>
              <a:rect r="r" b="b" t="t" l="l"/>
              <a:pathLst>
                <a:path h="2599288" w="2293871">
                  <a:moveTo>
                    <a:pt x="0" y="0"/>
                  </a:moveTo>
                  <a:lnTo>
                    <a:pt x="2293871" y="0"/>
                  </a:lnTo>
                  <a:lnTo>
                    <a:pt x="2293871" y="2599288"/>
                  </a:lnTo>
                  <a:lnTo>
                    <a:pt x="0" y="2599288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93871" cy="2637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6363971"/>
            <a:ext cx="8549759" cy="3505200"/>
            <a:chOff x="0" y="0"/>
            <a:chExt cx="1324581" cy="543047"/>
          </a:xfrm>
        </p:grpSpPr>
        <p:sp>
          <p:nvSpPr>
            <p:cNvPr name="{{image_9}}" id="10" descr="{{image_9}}"/>
            <p:cNvSpPr/>
            <p:nvPr/>
          </p:nvSpPr>
          <p:spPr>
            <a:xfrm flipH="false" flipV="false" rot="0">
              <a:off x="0" y="0"/>
              <a:ext cx="1324581" cy="543047"/>
            </a:xfrm>
            <a:custGeom>
              <a:avLst/>
              <a:gdLst/>
              <a:ahLst/>
              <a:cxnLst/>
              <a:rect r="r" b="b" t="t" l="l"/>
              <a:pathLst>
                <a:path h="543047" w="1324581">
                  <a:moveTo>
                    <a:pt x="0" y="0"/>
                  </a:moveTo>
                  <a:lnTo>
                    <a:pt x="1324581" y="0"/>
                  </a:lnTo>
                  <a:lnTo>
                    <a:pt x="1324581" y="543047"/>
                  </a:lnTo>
                  <a:lnTo>
                    <a:pt x="0" y="543047"/>
                  </a:lnTo>
                  <a:close/>
                </a:path>
              </a:pathLst>
            </a:custGeom>
            <a:blipFill>
              <a:blip r:embed="rId3"/>
              <a:stretch>
                <a:fillRect l="0" t="-31407" r="0" b="-3140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44000" y="1815072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{{s18_text_1}}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238250"/>
            <a:ext cx="7253162" cy="494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99"/>
              </a:lnSpc>
            </a:pPr>
            <a:r>
              <a:rPr lang="en-US" sz="3699" spc="-11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{{s18_label_1}}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709916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{{s18_text_2}}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4133094"/>
            <a:ext cx="7253162" cy="494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99"/>
              </a:lnSpc>
            </a:pPr>
            <a:r>
              <a:rPr lang="en-US" sz="3699" spc="-11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{{s18_label_2}}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7604760"/>
            <a:ext cx="7253162" cy="1653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{{s18_text_3}}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7027938"/>
            <a:ext cx="7253162" cy="494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99"/>
              </a:lnSpc>
            </a:pPr>
            <a:r>
              <a:rPr lang="en-US" sz="3699" spc="-110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{{s18_label_3}}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257300"/>
            <a:ext cx="7196954" cy="48593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25"/>
              </a:lnSpc>
            </a:pPr>
            <a:r>
              <a:rPr lang="en-US" sz="7200" spc="-378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{{s18_title}}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9144000" cy="3505200"/>
            <a:chOff x="0" y="0"/>
            <a:chExt cx="1416645" cy="5430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6645" cy="543047"/>
            </a:xfrm>
            <a:custGeom>
              <a:avLst/>
              <a:gdLst/>
              <a:ahLst/>
              <a:cxnLst/>
              <a:rect r="r" b="b" t="t" l="l"/>
              <a:pathLst>
                <a:path h="543047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543047"/>
                  </a:lnTo>
                  <a:lnTo>
                    <a:pt x="0" y="543047"/>
                  </a:lnTo>
                  <a:close/>
                </a:path>
              </a:pathLst>
            </a:custGeom>
            <a:blipFill>
              <a:blip r:embed="rId3"/>
              <a:stretch>
                <a:fillRect l="0" t="-23369" r="0" b="-233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143500"/>
            <a:ext cx="18288000" cy="4114800"/>
            <a:chOff x="0" y="0"/>
            <a:chExt cx="4816593" cy="1083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083733"/>
            </a:xfrm>
            <a:custGeom>
              <a:avLst/>
              <a:gdLst/>
              <a:ahLst/>
              <a:cxnLst/>
              <a:rect r="r" b="b" t="t" l="l"/>
              <a:pathLst>
                <a:path h="10837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266825"/>
            <a:ext cx="7196954" cy="3267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25"/>
              </a:lnSpc>
            </a:pPr>
            <a:r>
              <a:rPr lang="en-US" sz="7200" spc="-378" b="true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{{adabiyotlar}}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726430"/>
            <a:ext cx="7847233" cy="29108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{{adabiyotlar_ro_yxati}}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3614" y="5726430"/>
            <a:ext cx="7847233" cy="29108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869171"/>
            <a:ext cx="18288000" cy="417829"/>
            <a:chOff x="0" y="0"/>
            <a:chExt cx="4816593" cy="110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10046"/>
            </a:xfrm>
            <a:custGeom>
              <a:avLst/>
              <a:gdLst/>
              <a:ahLst/>
              <a:cxnLst/>
              <a:rect r="r" b="b" t="t" l="l"/>
              <a:pathLst>
                <a:path h="1100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0046"/>
                  </a:lnTo>
                  <a:lnTo>
                    <a:pt x="0" y="110046"/>
                  </a:lnTo>
                  <a:close/>
                </a:path>
              </a:pathLst>
            </a:custGeom>
            <a:solidFill>
              <a:srgbClr val="8A87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8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312387"/>
            <a:ext cx="16230600" cy="500144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0904"/>
              </a:lnSpc>
            </a:pPr>
            <a:r>
              <a:rPr lang="en-US" b="true" sz="10000">
                <a:solidFill>
                  <a:srgbClr val="F2C744"/>
                </a:solidFill>
                <a:latin typeface="Inter Bold"/>
                <a:ea typeface="Inter Bold"/>
                <a:cs typeface="Inter Bold"/>
                <a:sym typeface="Inter Bold"/>
              </a:rPr>
              <a:t>{{yakun}}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832295" y="7175605"/>
            <a:ext cx="10623409" cy="874645"/>
            <a:chOff x="0" y="0"/>
            <a:chExt cx="2797935" cy="230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7935" cy="230359"/>
            </a:xfrm>
            <a:custGeom>
              <a:avLst/>
              <a:gdLst/>
              <a:ahLst/>
              <a:cxnLst/>
              <a:rect r="r" b="b" t="t" l="l"/>
              <a:pathLst>
                <a:path h="230359" w="2797935">
                  <a:moveTo>
                    <a:pt x="56843" y="0"/>
                  </a:moveTo>
                  <a:lnTo>
                    <a:pt x="2741092" y="0"/>
                  </a:lnTo>
                  <a:cubicBezTo>
                    <a:pt x="2756167" y="0"/>
                    <a:pt x="2770626" y="5989"/>
                    <a:pt x="2781286" y="16649"/>
                  </a:cubicBezTo>
                  <a:cubicBezTo>
                    <a:pt x="2791946" y="27309"/>
                    <a:pt x="2797935" y="41768"/>
                    <a:pt x="2797935" y="56843"/>
                  </a:cubicBezTo>
                  <a:lnTo>
                    <a:pt x="2797935" y="173516"/>
                  </a:lnTo>
                  <a:cubicBezTo>
                    <a:pt x="2797935" y="188592"/>
                    <a:pt x="2791946" y="203050"/>
                    <a:pt x="2781286" y="213710"/>
                  </a:cubicBezTo>
                  <a:cubicBezTo>
                    <a:pt x="2770626" y="224370"/>
                    <a:pt x="2756167" y="230359"/>
                    <a:pt x="2741092" y="230359"/>
                  </a:cubicBezTo>
                  <a:lnTo>
                    <a:pt x="56843" y="230359"/>
                  </a:lnTo>
                  <a:cubicBezTo>
                    <a:pt x="41768" y="230359"/>
                    <a:pt x="27309" y="224370"/>
                    <a:pt x="16649" y="213710"/>
                  </a:cubicBezTo>
                  <a:cubicBezTo>
                    <a:pt x="5989" y="203050"/>
                    <a:pt x="0" y="188592"/>
                    <a:pt x="0" y="173516"/>
                  </a:cubicBezTo>
                  <a:lnTo>
                    <a:pt x="0" y="56843"/>
                  </a:lnTo>
                  <a:cubicBezTo>
                    <a:pt x="0" y="41768"/>
                    <a:pt x="5989" y="27309"/>
                    <a:pt x="16649" y="16649"/>
                  </a:cubicBezTo>
                  <a:cubicBezTo>
                    <a:pt x="27309" y="5989"/>
                    <a:pt x="41768" y="0"/>
                    <a:pt x="56843" y="0"/>
                  </a:cubicBezTo>
                  <a:close/>
                </a:path>
              </a:pathLst>
            </a:custGeom>
            <a:solidFill>
              <a:srgbClr val="3A333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7935" cy="268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07089" y="2086869"/>
            <a:ext cx="11673821" cy="131833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783"/>
              </a:lnSpc>
            </a:pPr>
            <a:r>
              <a:rPr lang="en-US" b="true" sz="7702" spc="1540">
                <a:solidFill>
                  <a:srgbClr val="F2C744"/>
                </a:solidFill>
                <a:latin typeface="TT Fors Bold"/>
                <a:ea typeface="TT Fors Bold"/>
                <a:cs typeface="TT Fors Bold"/>
                <a:sym typeface="TT Fors Bold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90434" y="7218584"/>
            <a:ext cx="9907132" cy="7124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78"/>
              </a:lnSpc>
            </a:pPr>
            <a:r>
              <a:rPr lang="en-US" b="true" sz="3600" spc="419">
                <a:solidFill>
                  <a:srgbClr val="F2C744"/>
                </a:solidFill>
                <a:latin typeface="TT Fors Bold"/>
                <a:ea typeface="TT Fors Bold"/>
                <a:cs typeface="TT Fors Bold"/>
                <a:sym typeface="TT Fors Bold"/>
              </a:rPr>
              <a:t>{{muallif}}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2301" y="8862060"/>
            <a:ext cx="7543398" cy="3962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59"/>
              </a:lnSpc>
            </a:pPr>
            <a:r>
              <a:rPr lang="en-US" sz="2400" spc="48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99841" y="811530"/>
            <a:ext cx="3888318" cy="3962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359"/>
              </a:lnSpc>
            </a:pPr>
            <a:r>
              <a:rPr lang="en-US" sz="2400" spc="48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DAHXbXR6duE</dc:identifier>
  <dcterms:modified xsi:type="dcterms:W3CDTF">2011-08-01T06:04:30Z</dcterms:modified>
  <cp:revision>1</cp:revision>
  <dc:title>Yellow and Black Modern Sport Presentation</dc:title>
</cp:coreProperties>
</file>