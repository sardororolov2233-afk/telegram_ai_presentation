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Radley" charset="1" panose="00000500000000000000"/>
      <p:regular r:id="rId16"/>
    </p:embeddedFont>
    <p:embeddedFont>
      <p:font typeface="PT Serif" charset="1" panose="020A0603040505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jpe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jpe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jpe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jpeg" Type="http://schemas.openxmlformats.org/officeDocument/2006/relationships/image"/><Relationship Id="rId7" Target="../media/image29.jpe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jpe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jpe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jpe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jpe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137363" y="0"/>
                  </a:moveTo>
                  <a:cubicBezTo>
                    <a:pt x="956930" y="0"/>
                    <a:pt x="0" y="485204"/>
                    <a:pt x="0" y="1083733"/>
                  </a:cubicBezTo>
                  <a:cubicBezTo>
                    <a:pt x="0" y="1682263"/>
                    <a:pt x="956930" y="2167467"/>
                    <a:pt x="2137363" y="2167467"/>
                  </a:cubicBezTo>
                  <a:cubicBezTo>
                    <a:pt x="3317796" y="2167467"/>
                    <a:pt x="4274726" y="1682263"/>
                    <a:pt x="4274726" y="1083733"/>
                  </a:cubicBezTo>
                  <a:cubicBezTo>
                    <a:pt x="4274726" y="485204"/>
                    <a:pt x="3317796" y="0"/>
                    <a:pt x="2137363" y="0"/>
                  </a:cubicBezTo>
                  <a:close/>
                </a:path>
              </a:pathLst>
            </a:custGeom>
            <a:ln w="19050" cap="sq">
              <a:solidFill>
                <a:srgbClr val="F2C84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400756" y="155575"/>
              <a:ext cx="3473215" cy="18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2183762" y="4114230"/>
            <a:ext cx="13920477" cy="277958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407"/>
              </a:lnSpc>
            </a:pPr>
            <a:r>
              <a:rPr lang="en-US" sz="10000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{{topic}}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30929" y="7248675"/>
            <a:ext cx="3826143" cy="643959"/>
            <a:chOff x="0" y="0"/>
            <a:chExt cx="1007708" cy="1696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7708" cy="169602"/>
            </a:xfrm>
            <a:custGeom>
              <a:avLst/>
              <a:gdLst/>
              <a:ahLst/>
              <a:cxnLst/>
              <a:rect r="r" b="b" t="t" l="l"/>
              <a:pathLst>
                <a:path h="169602" w="1007708">
                  <a:moveTo>
                    <a:pt x="84801" y="0"/>
                  </a:moveTo>
                  <a:lnTo>
                    <a:pt x="922907" y="0"/>
                  </a:lnTo>
                  <a:cubicBezTo>
                    <a:pt x="969742" y="0"/>
                    <a:pt x="1007708" y="37967"/>
                    <a:pt x="1007708" y="84801"/>
                  </a:cubicBezTo>
                  <a:lnTo>
                    <a:pt x="1007708" y="84801"/>
                  </a:lnTo>
                  <a:cubicBezTo>
                    <a:pt x="1007708" y="131636"/>
                    <a:pt x="969742" y="169602"/>
                    <a:pt x="922907" y="169602"/>
                  </a:cubicBezTo>
                  <a:lnTo>
                    <a:pt x="84801" y="169602"/>
                  </a:lnTo>
                  <a:cubicBezTo>
                    <a:pt x="37967" y="169602"/>
                    <a:pt x="0" y="131636"/>
                    <a:pt x="0" y="84801"/>
                  </a:cubicBezTo>
                  <a:lnTo>
                    <a:pt x="0" y="84801"/>
                  </a:lnTo>
                  <a:cubicBezTo>
                    <a:pt x="0" y="37967"/>
                    <a:pt x="37967" y="0"/>
                    <a:pt x="84801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07708" cy="207702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2896"/>
                </a:lnSpc>
              </a:pPr>
              <a:r>
                <a:rPr lang="en-US" sz="20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/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867539" y="2394367"/>
            <a:ext cx="552922" cy="552922"/>
          </a:xfrm>
          <a:custGeom>
            <a:avLst/>
            <a:gdLst/>
            <a:ahLst/>
            <a:cxnLst/>
            <a:rect r="r" b="b" t="t" l="l"/>
            <a:pathLst>
              <a:path h="552922" w="552922">
                <a:moveTo>
                  <a:pt x="0" y="0"/>
                </a:moveTo>
                <a:lnTo>
                  <a:pt x="552922" y="0"/>
                </a:lnTo>
                <a:lnTo>
                  <a:pt x="552922" y="552922"/>
                </a:lnTo>
                <a:lnTo>
                  <a:pt x="0" y="552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1589" y="7435141"/>
            <a:ext cx="1316894" cy="390280"/>
          </a:xfrm>
          <a:custGeom>
            <a:avLst/>
            <a:gdLst/>
            <a:ahLst/>
            <a:cxnLst/>
            <a:rect r="r" b="b" t="t" l="l"/>
            <a:pathLst>
              <a:path h="390280" w="1316894">
                <a:moveTo>
                  <a:pt x="0" y="0"/>
                </a:moveTo>
                <a:lnTo>
                  <a:pt x="1316894" y="0"/>
                </a:lnTo>
                <a:lnTo>
                  <a:pt x="1316894" y="390279"/>
                </a:lnTo>
                <a:lnTo>
                  <a:pt x="0" y="390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910567" y="2461580"/>
            <a:ext cx="1316894" cy="390280"/>
          </a:xfrm>
          <a:custGeom>
            <a:avLst/>
            <a:gdLst/>
            <a:ahLst/>
            <a:cxnLst/>
            <a:rect r="r" b="b" t="t" l="l"/>
            <a:pathLst>
              <a:path h="390280" w="1316894">
                <a:moveTo>
                  <a:pt x="0" y="0"/>
                </a:moveTo>
                <a:lnTo>
                  <a:pt x="1316895" y="0"/>
                </a:lnTo>
                <a:lnTo>
                  <a:pt x="1316895" y="390279"/>
                </a:lnTo>
                <a:lnTo>
                  <a:pt x="0" y="390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22273" y="3008843"/>
            <a:ext cx="3243454" cy="3529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sz="20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56456" y="5669331"/>
            <a:ext cx="4936207" cy="857224"/>
            <a:chOff x="0" y="0"/>
            <a:chExt cx="1300071" cy="225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0071" cy="225771"/>
            </a:xfrm>
            <a:custGeom>
              <a:avLst/>
              <a:gdLst/>
              <a:ahLst/>
              <a:cxnLst/>
              <a:rect r="r" b="b" t="t" l="l"/>
              <a:pathLst>
                <a:path h="225771" w="1300071">
                  <a:moveTo>
                    <a:pt x="112885" y="0"/>
                  </a:moveTo>
                  <a:lnTo>
                    <a:pt x="1187186" y="0"/>
                  </a:lnTo>
                  <a:cubicBezTo>
                    <a:pt x="1217125" y="0"/>
                    <a:pt x="1245838" y="11893"/>
                    <a:pt x="1267008" y="33063"/>
                  </a:cubicBezTo>
                  <a:cubicBezTo>
                    <a:pt x="1288178" y="54233"/>
                    <a:pt x="1300071" y="82946"/>
                    <a:pt x="1300071" y="112885"/>
                  </a:cubicBezTo>
                  <a:lnTo>
                    <a:pt x="1300071" y="112885"/>
                  </a:lnTo>
                  <a:cubicBezTo>
                    <a:pt x="1300071" y="175230"/>
                    <a:pt x="1249531" y="225771"/>
                    <a:pt x="1187186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0007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/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19833" y="1885469"/>
            <a:ext cx="6658452" cy="6524433"/>
            <a:chOff x="0" y="0"/>
            <a:chExt cx="1031568" cy="10108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568" cy="1010805"/>
            </a:xfrm>
            <a:custGeom>
              <a:avLst/>
              <a:gdLst/>
              <a:ahLst/>
              <a:cxnLst/>
              <a:rect r="r" b="b" t="t" l="l"/>
              <a:pathLst>
                <a:path h="1010805" w="1031568">
                  <a:moveTo>
                    <a:pt x="0" y="0"/>
                  </a:moveTo>
                  <a:lnTo>
                    <a:pt x="1031568" y="0"/>
                  </a:lnTo>
                  <a:lnTo>
                    <a:pt x="1031568" y="1010805"/>
                  </a:lnTo>
                  <a:lnTo>
                    <a:pt x="0" y="1010805"/>
                  </a:lnTo>
                  <a:close/>
                </a:path>
              </a:pathLst>
            </a:custGeom>
            <a:blipFill>
              <a:blip r:embed="rId6"/>
              <a:stretch>
                <a:fillRect l="-23398" t="0" r="-23398" b="0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38018" y="6907502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2"/>
                </a:lnTo>
                <a:lnTo>
                  <a:pt x="0" y="1005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56456" y="2104544"/>
            <a:ext cx="6669327" cy="1550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{{reja}}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6456" y="6845897"/>
            <a:ext cx="7187544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{{reja_1}}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{{reja_2}}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{{reja_3}}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{{reja_4}}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186996" y="2649797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3"/>
                </a:lnTo>
                <a:lnTo>
                  <a:pt x="0" y="10053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56456" y="5669331"/>
            <a:ext cx="4936207" cy="857224"/>
            <a:chOff x="0" y="0"/>
            <a:chExt cx="1300071" cy="225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0071" cy="225771"/>
            </a:xfrm>
            <a:custGeom>
              <a:avLst/>
              <a:gdLst/>
              <a:ahLst/>
              <a:cxnLst/>
              <a:rect r="r" b="b" t="t" l="l"/>
              <a:pathLst>
                <a:path h="225771" w="1300071">
                  <a:moveTo>
                    <a:pt x="112885" y="0"/>
                  </a:moveTo>
                  <a:lnTo>
                    <a:pt x="1187186" y="0"/>
                  </a:lnTo>
                  <a:cubicBezTo>
                    <a:pt x="1217125" y="0"/>
                    <a:pt x="1245838" y="11893"/>
                    <a:pt x="1267008" y="33063"/>
                  </a:cubicBezTo>
                  <a:cubicBezTo>
                    <a:pt x="1288178" y="54233"/>
                    <a:pt x="1300071" y="82946"/>
                    <a:pt x="1300071" y="112885"/>
                  </a:cubicBezTo>
                  <a:lnTo>
                    <a:pt x="1300071" y="112885"/>
                  </a:lnTo>
                  <a:cubicBezTo>
                    <a:pt x="1300071" y="175230"/>
                    <a:pt x="1249531" y="225771"/>
                    <a:pt x="1187186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0007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{{s03_label_1}}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19833" y="1885469"/>
            <a:ext cx="6658452" cy="6524433"/>
            <a:chOff x="0" y="0"/>
            <a:chExt cx="1031568" cy="1010805"/>
          </a:xfrm>
        </p:grpSpPr>
        <p:sp>
          <p:nvSpPr>
            <p:cNvPr name="{{image_1}}" id="14" descr="{{image_1}}"/>
            <p:cNvSpPr/>
            <p:nvPr/>
          </p:nvSpPr>
          <p:spPr>
            <a:xfrm flipH="false" flipV="false" rot="0">
              <a:off x="0" y="0"/>
              <a:ext cx="1031568" cy="1010805"/>
            </a:xfrm>
            <a:custGeom>
              <a:avLst/>
              <a:gdLst/>
              <a:ahLst/>
              <a:cxnLst/>
              <a:rect r="r" b="b" t="t" l="l"/>
              <a:pathLst>
                <a:path h="1010805" w="1031568">
                  <a:moveTo>
                    <a:pt x="0" y="0"/>
                  </a:moveTo>
                  <a:lnTo>
                    <a:pt x="1031568" y="0"/>
                  </a:lnTo>
                  <a:lnTo>
                    <a:pt x="1031568" y="1010805"/>
                  </a:lnTo>
                  <a:lnTo>
                    <a:pt x="0" y="1010805"/>
                  </a:lnTo>
                  <a:close/>
                </a:path>
              </a:pathLst>
            </a:custGeom>
            <a:blipFill>
              <a:blip r:embed="rId6"/>
              <a:stretch>
                <a:fillRect l="-23398" t="0" r="-23398" b="0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38018" y="6907502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2"/>
                </a:lnTo>
                <a:lnTo>
                  <a:pt x="0" y="1005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56456" y="2104544"/>
            <a:ext cx="6669327" cy="1550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{{s03_title}}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6456" y="6845897"/>
            <a:ext cx="7187544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{{s03_text_1}}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186996" y="2649797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3"/>
                </a:lnTo>
                <a:lnTo>
                  <a:pt x="0" y="10053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699600" y="1885469"/>
            <a:ext cx="6669327" cy="857224"/>
            <a:chOff x="0" y="0"/>
            <a:chExt cx="1756531" cy="225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6531" cy="225771"/>
            </a:xfrm>
            <a:custGeom>
              <a:avLst/>
              <a:gdLst/>
              <a:ahLst/>
              <a:cxnLst/>
              <a:rect r="r" b="b" t="t" l="l"/>
              <a:pathLst>
                <a:path h="225771" w="1756531">
                  <a:moveTo>
                    <a:pt x="112885" y="0"/>
                  </a:moveTo>
                  <a:lnTo>
                    <a:pt x="1643645" y="0"/>
                  </a:lnTo>
                  <a:cubicBezTo>
                    <a:pt x="1673584" y="0"/>
                    <a:pt x="1702297" y="11893"/>
                    <a:pt x="1723467" y="33063"/>
                  </a:cubicBezTo>
                  <a:cubicBezTo>
                    <a:pt x="1744638" y="54233"/>
                    <a:pt x="1756531" y="82946"/>
                    <a:pt x="1756531" y="112885"/>
                  </a:cubicBezTo>
                  <a:lnTo>
                    <a:pt x="1756531" y="112885"/>
                  </a:lnTo>
                  <a:cubicBezTo>
                    <a:pt x="1756531" y="175230"/>
                    <a:pt x="1705990" y="225771"/>
                    <a:pt x="1643645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5653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{{s04_label_1}}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10766" y="4982356"/>
            <a:ext cx="14467518" cy="3427547"/>
            <a:chOff x="0" y="0"/>
            <a:chExt cx="2241397" cy="531017"/>
          </a:xfrm>
        </p:grpSpPr>
        <p:sp>
          <p:nvSpPr>
            <p:cNvPr name="{{image_2}}" id="14" descr="{{image_2}}"/>
            <p:cNvSpPr/>
            <p:nvPr/>
          </p:nvSpPr>
          <p:spPr>
            <a:xfrm flipH="false" flipV="false" rot="0">
              <a:off x="0" y="0"/>
              <a:ext cx="2241397" cy="531017"/>
            </a:xfrm>
            <a:custGeom>
              <a:avLst/>
              <a:gdLst/>
              <a:ahLst/>
              <a:cxnLst/>
              <a:rect r="r" b="b" t="t" l="l"/>
              <a:pathLst>
                <a:path h="531017" w="2241397">
                  <a:moveTo>
                    <a:pt x="0" y="0"/>
                  </a:moveTo>
                  <a:lnTo>
                    <a:pt x="2241397" y="0"/>
                  </a:lnTo>
                  <a:lnTo>
                    <a:pt x="2241397" y="531017"/>
                  </a:lnTo>
                  <a:lnTo>
                    <a:pt x="0" y="531017"/>
                  </a:lnTo>
                  <a:close/>
                </a:path>
              </a:pathLst>
            </a:custGeom>
            <a:blipFill>
              <a:blip r:embed="rId6"/>
              <a:stretch>
                <a:fillRect l="0" t="-90874" r="0" b="-90874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585409" y="1973865"/>
            <a:ext cx="792876" cy="680432"/>
          </a:xfrm>
          <a:custGeom>
            <a:avLst/>
            <a:gdLst/>
            <a:ahLst/>
            <a:cxnLst/>
            <a:rect r="r" b="b" t="t" l="l"/>
            <a:pathLst>
              <a:path h="680432" w="792876">
                <a:moveTo>
                  <a:pt x="0" y="0"/>
                </a:moveTo>
                <a:lnTo>
                  <a:pt x="792876" y="0"/>
                </a:lnTo>
                <a:lnTo>
                  <a:pt x="792876" y="680432"/>
                </a:lnTo>
                <a:lnTo>
                  <a:pt x="0" y="6804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56456" y="2104544"/>
            <a:ext cx="7763377" cy="228362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{{s04_title}}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99600" y="3062036"/>
            <a:ext cx="7678684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{{s04_text_1}}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7754" y="2535801"/>
            <a:ext cx="14164034" cy="2032512"/>
            <a:chOff x="0" y="0"/>
            <a:chExt cx="908043" cy="130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8043" cy="130302"/>
            </a:xfrm>
            <a:custGeom>
              <a:avLst/>
              <a:gdLst/>
              <a:ahLst/>
              <a:cxnLst/>
              <a:rect r="r" b="b" t="t" l="l"/>
              <a:pathLst>
                <a:path h="130302" w="908043">
                  <a:moveTo>
                    <a:pt x="65151" y="0"/>
                  </a:moveTo>
                  <a:lnTo>
                    <a:pt x="842892" y="0"/>
                  </a:lnTo>
                  <a:cubicBezTo>
                    <a:pt x="860171" y="0"/>
                    <a:pt x="876742" y="6864"/>
                    <a:pt x="888961" y="19082"/>
                  </a:cubicBezTo>
                  <a:cubicBezTo>
                    <a:pt x="901179" y="31301"/>
                    <a:pt x="908043" y="47872"/>
                    <a:pt x="908043" y="65151"/>
                  </a:cubicBezTo>
                  <a:lnTo>
                    <a:pt x="908043" y="65151"/>
                  </a:lnTo>
                  <a:cubicBezTo>
                    <a:pt x="908043" y="82430"/>
                    <a:pt x="901179" y="99002"/>
                    <a:pt x="888961" y="111220"/>
                  </a:cubicBezTo>
                  <a:cubicBezTo>
                    <a:pt x="876742" y="123438"/>
                    <a:pt x="860171" y="130302"/>
                    <a:pt x="842892" y="130302"/>
                  </a:cubicBezTo>
                  <a:lnTo>
                    <a:pt x="65151" y="130302"/>
                  </a:lnTo>
                  <a:cubicBezTo>
                    <a:pt x="47872" y="130302"/>
                    <a:pt x="31301" y="123438"/>
                    <a:pt x="19082" y="111220"/>
                  </a:cubicBezTo>
                  <a:cubicBezTo>
                    <a:pt x="6864" y="99002"/>
                    <a:pt x="0" y="82430"/>
                    <a:pt x="0" y="65151"/>
                  </a:cubicBezTo>
                  <a:lnTo>
                    <a:pt x="0" y="65151"/>
                  </a:lnTo>
                  <a:cubicBezTo>
                    <a:pt x="0" y="47872"/>
                    <a:pt x="6864" y="31301"/>
                    <a:pt x="19082" y="19082"/>
                  </a:cubicBezTo>
                  <a:cubicBezTo>
                    <a:pt x="31301" y="6864"/>
                    <a:pt x="47872" y="0"/>
                    <a:pt x="65151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08043" cy="177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28477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4"/>
                </a:lnTo>
                <a:lnTo>
                  <a:pt x="0" y="583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046211" y="5062000"/>
            <a:ext cx="6669327" cy="857224"/>
            <a:chOff x="0" y="0"/>
            <a:chExt cx="1756531" cy="2257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6531" cy="225771"/>
            </a:xfrm>
            <a:custGeom>
              <a:avLst/>
              <a:gdLst/>
              <a:ahLst/>
              <a:cxnLst/>
              <a:rect r="r" b="b" t="t" l="l"/>
              <a:pathLst>
                <a:path h="225771" w="1756531">
                  <a:moveTo>
                    <a:pt x="112885" y="0"/>
                  </a:moveTo>
                  <a:lnTo>
                    <a:pt x="1643645" y="0"/>
                  </a:lnTo>
                  <a:cubicBezTo>
                    <a:pt x="1673584" y="0"/>
                    <a:pt x="1702297" y="11893"/>
                    <a:pt x="1723467" y="33063"/>
                  </a:cubicBezTo>
                  <a:cubicBezTo>
                    <a:pt x="1744638" y="54233"/>
                    <a:pt x="1756531" y="82946"/>
                    <a:pt x="1756531" y="112885"/>
                  </a:cubicBezTo>
                  <a:lnTo>
                    <a:pt x="1756531" y="112885"/>
                  </a:lnTo>
                  <a:cubicBezTo>
                    <a:pt x="1756531" y="175230"/>
                    <a:pt x="1705990" y="225771"/>
                    <a:pt x="1643645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5653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{{s05_label_1}}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46851" y="5062000"/>
            <a:ext cx="3067786" cy="729967"/>
            <a:chOff x="0" y="0"/>
            <a:chExt cx="807976" cy="1922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7976" cy="192255"/>
            </a:xfrm>
            <a:custGeom>
              <a:avLst/>
              <a:gdLst/>
              <a:ahLst/>
              <a:cxnLst/>
              <a:rect r="r" b="b" t="t" l="l"/>
              <a:pathLst>
                <a:path h="192255" w="807976">
                  <a:moveTo>
                    <a:pt x="96127" y="0"/>
                  </a:moveTo>
                  <a:lnTo>
                    <a:pt x="711849" y="0"/>
                  </a:lnTo>
                  <a:cubicBezTo>
                    <a:pt x="737344" y="0"/>
                    <a:pt x="761794" y="10128"/>
                    <a:pt x="779821" y="28155"/>
                  </a:cubicBezTo>
                  <a:cubicBezTo>
                    <a:pt x="797849" y="46182"/>
                    <a:pt x="807976" y="70633"/>
                    <a:pt x="807976" y="96127"/>
                  </a:cubicBezTo>
                  <a:lnTo>
                    <a:pt x="807976" y="96127"/>
                  </a:lnTo>
                  <a:cubicBezTo>
                    <a:pt x="807976" y="149217"/>
                    <a:pt x="764939" y="192255"/>
                    <a:pt x="711849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07976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{{s05_label_2}}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46851" y="6056047"/>
            <a:ext cx="3709156" cy="729967"/>
            <a:chOff x="0" y="0"/>
            <a:chExt cx="976897" cy="1922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6897" cy="192255"/>
            </a:xfrm>
            <a:custGeom>
              <a:avLst/>
              <a:gdLst/>
              <a:ahLst/>
              <a:cxnLst/>
              <a:rect r="r" b="b" t="t" l="l"/>
              <a:pathLst>
                <a:path h="192255" w="976897">
                  <a:moveTo>
                    <a:pt x="96127" y="0"/>
                  </a:moveTo>
                  <a:lnTo>
                    <a:pt x="880770" y="0"/>
                  </a:lnTo>
                  <a:cubicBezTo>
                    <a:pt x="906264" y="0"/>
                    <a:pt x="930715" y="10128"/>
                    <a:pt x="948742" y="28155"/>
                  </a:cubicBezTo>
                  <a:cubicBezTo>
                    <a:pt x="966769" y="46182"/>
                    <a:pt x="976897" y="70633"/>
                    <a:pt x="976897" y="96127"/>
                  </a:cubicBezTo>
                  <a:lnTo>
                    <a:pt x="976897" y="96127"/>
                  </a:lnTo>
                  <a:cubicBezTo>
                    <a:pt x="976897" y="149217"/>
                    <a:pt x="933859" y="192255"/>
                    <a:pt x="880770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76897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{{s05_label_3}}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10063" y="7021232"/>
            <a:ext cx="2031726" cy="729967"/>
            <a:chOff x="0" y="0"/>
            <a:chExt cx="535105" cy="1922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5105" cy="192255"/>
            </a:xfrm>
            <a:custGeom>
              <a:avLst/>
              <a:gdLst/>
              <a:ahLst/>
              <a:cxnLst/>
              <a:rect r="r" b="b" t="t" l="l"/>
              <a:pathLst>
                <a:path h="192255" w="535105">
                  <a:moveTo>
                    <a:pt x="96127" y="0"/>
                  </a:moveTo>
                  <a:lnTo>
                    <a:pt x="438977" y="0"/>
                  </a:lnTo>
                  <a:cubicBezTo>
                    <a:pt x="492067" y="0"/>
                    <a:pt x="535105" y="43038"/>
                    <a:pt x="535105" y="96127"/>
                  </a:cubicBezTo>
                  <a:lnTo>
                    <a:pt x="535105" y="96127"/>
                  </a:lnTo>
                  <a:cubicBezTo>
                    <a:pt x="535105" y="121622"/>
                    <a:pt x="524977" y="146072"/>
                    <a:pt x="506950" y="164100"/>
                  </a:cubicBezTo>
                  <a:cubicBezTo>
                    <a:pt x="488922" y="182127"/>
                    <a:pt x="464472" y="192255"/>
                    <a:pt x="438977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5105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{{s05_label_4}}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39745" y="6027185"/>
            <a:ext cx="2492969" cy="729967"/>
            <a:chOff x="0" y="0"/>
            <a:chExt cx="656584" cy="192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6584" cy="192255"/>
            </a:xfrm>
            <a:custGeom>
              <a:avLst/>
              <a:gdLst/>
              <a:ahLst/>
              <a:cxnLst/>
              <a:rect r="r" b="b" t="t" l="l"/>
              <a:pathLst>
                <a:path h="192255" w="656584">
                  <a:moveTo>
                    <a:pt x="96127" y="0"/>
                  </a:moveTo>
                  <a:lnTo>
                    <a:pt x="560457" y="0"/>
                  </a:lnTo>
                  <a:cubicBezTo>
                    <a:pt x="613547" y="0"/>
                    <a:pt x="656584" y="43038"/>
                    <a:pt x="656584" y="96127"/>
                  </a:cubicBezTo>
                  <a:lnTo>
                    <a:pt x="656584" y="96127"/>
                  </a:lnTo>
                  <a:cubicBezTo>
                    <a:pt x="656584" y="121622"/>
                    <a:pt x="646457" y="146072"/>
                    <a:pt x="628429" y="164100"/>
                  </a:cubicBezTo>
                  <a:cubicBezTo>
                    <a:pt x="610402" y="182127"/>
                    <a:pt x="585952" y="192255"/>
                    <a:pt x="560457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56584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{{s05_label_5}}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52707" y="5062000"/>
            <a:ext cx="2776706" cy="729967"/>
            <a:chOff x="0" y="0"/>
            <a:chExt cx="731314" cy="1922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314" cy="192255"/>
            </a:xfrm>
            <a:custGeom>
              <a:avLst/>
              <a:gdLst/>
              <a:ahLst/>
              <a:cxnLst/>
              <a:rect r="r" b="b" t="t" l="l"/>
              <a:pathLst>
                <a:path h="192255" w="731314">
                  <a:moveTo>
                    <a:pt x="96127" y="0"/>
                  </a:moveTo>
                  <a:lnTo>
                    <a:pt x="635186" y="0"/>
                  </a:lnTo>
                  <a:cubicBezTo>
                    <a:pt x="688276" y="0"/>
                    <a:pt x="731314" y="43038"/>
                    <a:pt x="731314" y="96127"/>
                  </a:cubicBezTo>
                  <a:lnTo>
                    <a:pt x="731314" y="96127"/>
                  </a:lnTo>
                  <a:cubicBezTo>
                    <a:pt x="731314" y="121622"/>
                    <a:pt x="721186" y="146072"/>
                    <a:pt x="703159" y="164100"/>
                  </a:cubicBezTo>
                  <a:cubicBezTo>
                    <a:pt x="685131" y="182127"/>
                    <a:pt x="660681" y="192255"/>
                    <a:pt x="635186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31314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{{s05_label_6}}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46851" y="7021232"/>
            <a:ext cx="4679075" cy="729967"/>
            <a:chOff x="0" y="0"/>
            <a:chExt cx="1232349" cy="1922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32349" cy="192255"/>
            </a:xfrm>
            <a:custGeom>
              <a:avLst/>
              <a:gdLst/>
              <a:ahLst/>
              <a:cxnLst/>
              <a:rect r="r" b="b" t="t" l="l"/>
              <a:pathLst>
                <a:path h="192255" w="1232349">
                  <a:moveTo>
                    <a:pt x="96127" y="0"/>
                  </a:moveTo>
                  <a:lnTo>
                    <a:pt x="1136222" y="0"/>
                  </a:lnTo>
                  <a:cubicBezTo>
                    <a:pt x="1189311" y="0"/>
                    <a:pt x="1232349" y="43038"/>
                    <a:pt x="1232349" y="96127"/>
                  </a:cubicBezTo>
                  <a:lnTo>
                    <a:pt x="1232349" y="96127"/>
                  </a:lnTo>
                  <a:cubicBezTo>
                    <a:pt x="1232349" y="121622"/>
                    <a:pt x="1222221" y="146072"/>
                    <a:pt x="1204194" y="164100"/>
                  </a:cubicBezTo>
                  <a:cubicBezTo>
                    <a:pt x="1186167" y="182127"/>
                    <a:pt x="1161716" y="192255"/>
                    <a:pt x="1136222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232349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{{s05_label_7}}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462403" y="2059365"/>
            <a:ext cx="3363195" cy="966154"/>
          </a:xfrm>
          <a:custGeom>
            <a:avLst/>
            <a:gdLst/>
            <a:ahLst/>
            <a:cxnLst/>
            <a:rect r="r" b="b" t="t" l="l"/>
            <a:pathLst>
              <a:path h="966154" w="3363195">
                <a:moveTo>
                  <a:pt x="0" y="0"/>
                </a:moveTo>
                <a:lnTo>
                  <a:pt x="3363194" y="0"/>
                </a:lnTo>
                <a:lnTo>
                  <a:pt x="3363194" y="966154"/>
                </a:lnTo>
                <a:lnTo>
                  <a:pt x="0" y="966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658138" y="3244594"/>
            <a:ext cx="12971725" cy="8178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{{s05_title}}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10348" y="6187194"/>
            <a:ext cx="6669327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{{s05_text_1}}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10766" y="6240515"/>
            <a:ext cx="5906609" cy="769218"/>
            <a:chOff x="0" y="0"/>
            <a:chExt cx="1555650" cy="202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5650" cy="202592"/>
            </a:xfrm>
            <a:custGeom>
              <a:avLst/>
              <a:gdLst/>
              <a:ahLst/>
              <a:cxnLst/>
              <a:rect r="r" b="b" t="t" l="l"/>
              <a:pathLst>
                <a:path h="202592" w="1555650">
                  <a:moveTo>
                    <a:pt x="101296" y="0"/>
                  </a:moveTo>
                  <a:lnTo>
                    <a:pt x="1454354" y="0"/>
                  </a:lnTo>
                  <a:cubicBezTo>
                    <a:pt x="1510298" y="0"/>
                    <a:pt x="1555650" y="45352"/>
                    <a:pt x="1555650" y="101296"/>
                  </a:cubicBezTo>
                  <a:lnTo>
                    <a:pt x="1555650" y="101296"/>
                  </a:lnTo>
                  <a:cubicBezTo>
                    <a:pt x="1555650" y="157240"/>
                    <a:pt x="1510298" y="202592"/>
                    <a:pt x="1454354" y="202592"/>
                  </a:cubicBezTo>
                  <a:lnTo>
                    <a:pt x="101296" y="202592"/>
                  </a:lnTo>
                  <a:cubicBezTo>
                    <a:pt x="45352" y="202592"/>
                    <a:pt x="0" y="157240"/>
                    <a:pt x="0" y="101296"/>
                  </a:cubicBezTo>
                  <a:lnTo>
                    <a:pt x="0" y="101296"/>
                  </a:lnTo>
                  <a:cubicBezTo>
                    <a:pt x="0" y="45352"/>
                    <a:pt x="45352" y="0"/>
                    <a:pt x="101296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55650" cy="250217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{{s06_label_1}}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56456" y="1885469"/>
            <a:ext cx="14421829" cy="3913429"/>
            <a:chOff x="0" y="0"/>
            <a:chExt cx="2234319" cy="606293"/>
          </a:xfrm>
        </p:grpSpPr>
        <p:sp>
          <p:nvSpPr>
            <p:cNvPr name="{{image_3}}" id="14" descr="{{image_3}}"/>
            <p:cNvSpPr/>
            <p:nvPr/>
          </p:nvSpPr>
          <p:spPr>
            <a:xfrm flipH="false" flipV="false" rot="0">
              <a:off x="0" y="0"/>
              <a:ext cx="2234319" cy="606293"/>
            </a:xfrm>
            <a:custGeom>
              <a:avLst/>
              <a:gdLst/>
              <a:ahLst/>
              <a:cxnLst/>
              <a:rect r="r" b="b" t="t" l="l"/>
              <a:pathLst>
                <a:path h="606293" w="2234319">
                  <a:moveTo>
                    <a:pt x="0" y="0"/>
                  </a:moveTo>
                  <a:lnTo>
                    <a:pt x="2234319" y="0"/>
                  </a:lnTo>
                  <a:lnTo>
                    <a:pt x="2234319" y="606293"/>
                  </a:lnTo>
                  <a:lnTo>
                    <a:pt x="0" y="606293"/>
                  </a:lnTo>
                  <a:close/>
                </a:path>
              </a:pathLst>
            </a:custGeom>
            <a:blipFill>
              <a:blip r:embed="rId6">
                <a:alphaModFix amt="43999"/>
              </a:blip>
              <a:stretch>
                <a:fillRect l="0" t="-72994" r="0" b="-72994"/>
              </a:stretch>
            </a:blipFill>
            <a:ln w="19050" cap="sq">
              <a:solidFill>
                <a:srgbClr val="F2C846">
                  <a:alpha val="43922"/>
                </a:srgbClr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5400000">
            <a:off x="1284618" y="2511618"/>
            <a:ext cx="3913429" cy="2661132"/>
          </a:xfrm>
          <a:custGeom>
            <a:avLst/>
            <a:gdLst/>
            <a:ahLst/>
            <a:cxnLst/>
            <a:rect r="r" b="b" t="t" l="l"/>
            <a:pathLst>
              <a:path h="2661132" w="3913429">
                <a:moveTo>
                  <a:pt x="0" y="0"/>
                </a:moveTo>
                <a:lnTo>
                  <a:pt x="3913429" y="0"/>
                </a:lnTo>
                <a:lnTo>
                  <a:pt x="3913429" y="2661132"/>
                </a:lnTo>
                <a:lnTo>
                  <a:pt x="0" y="26611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5400000">
            <a:off x="13085340" y="2511618"/>
            <a:ext cx="3913429" cy="2661132"/>
          </a:xfrm>
          <a:custGeom>
            <a:avLst/>
            <a:gdLst/>
            <a:ahLst/>
            <a:cxnLst/>
            <a:rect r="r" b="b" t="t" l="l"/>
            <a:pathLst>
              <a:path h="2661132" w="3913429">
                <a:moveTo>
                  <a:pt x="3913429" y="2661132"/>
                </a:moveTo>
                <a:lnTo>
                  <a:pt x="0" y="2661132"/>
                </a:lnTo>
                <a:lnTo>
                  <a:pt x="0" y="0"/>
                </a:lnTo>
                <a:lnTo>
                  <a:pt x="3913429" y="0"/>
                </a:lnTo>
                <a:lnTo>
                  <a:pt x="3913429" y="266113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31994" y="1060738"/>
            <a:ext cx="4024013" cy="973079"/>
          </a:xfrm>
          <a:custGeom>
            <a:avLst/>
            <a:gdLst/>
            <a:ahLst/>
            <a:cxnLst/>
            <a:rect r="r" b="b" t="t" l="l"/>
            <a:pathLst>
              <a:path h="973079" w="4024013">
                <a:moveTo>
                  <a:pt x="0" y="0"/>
                </a:moveTo>
                <a:lnTo>
                  <a:pt x="4024012" y="0"/>
                </a:lnTo>
                <a:lnTo>
                  <a:pt x="4024012" y="973080"/>
                </a:lnTo>
                <a:lnTo>
                  <a:pt x="0" y="973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62311" y="3296766"/>
            <a:ext cx="7763377" cy="15512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{{s06_title}}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56456" y="7159051"/>
            <a:ext cx="7027969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{{s06_text_1}}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50316" y="7159051"/>
            <a:ext cx="7027969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0" y="1885469"/>
            <a:ext cx="7234285" cy="6524433"/>
            <a:chOff x="0" y="0"/>
            <a:chExt cx="1905326" cy="17183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326" cy="1718369"/>
            </a:xfrm>
            <a:custGeom>
              <a:avLst/>
              <a:gdLst/>
              <a:ahLst/>
              <a:cxnLst/>
              <a:rect r="r" b="b" t="t" l="l"/>
              <a:pathLst>
                <a:path h="1718369" w="1905326">
                  <a:moveTo>
                    <a:pt x="0" y="0"/>
                  </a:moveTo>
                  <a:lnTo>
                    <a:pt x="1905326" y="0"/>
                  </a:lnTo>
                  <a:lnTo>
                    <a:pt x="1905326" y="1718369"/>
                  </a:lnTo>
                  <a:lnTo>
                    <a:pt x="0" y="1718369"/>
                  </a:lnTo>
                  <a:close/>
                </a:path>
              </a:pathLst>
            </a:custGeom>
            <a:ln w="19050" cap="sq">
              <a:solidFill>
                <a:srgbClr val="F2C84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05326" cy="1765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144000" y="2983746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144000" y="4072498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9144000" y="5147068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6222873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7330675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956456" y="6165055"/>
            <a:ext cx="6597316" cy="769218"/>
            <a:chOff x="0" y="0"/>
            <a:chExt cx="1737565" cy="202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7565" cy="202592"/>
            </a:xfrm>
            <a:custGeom>
              <a:avLst/>
              <a:gdLst/>
              <a:ahLst/>
              <a:cxnLst/>
              <a:rect r="r" b="b" t="t" l="l"/>
              <a:pathLst>
                <a:path h="202592" w="1737565">
                  <a:moveTo>
                    <a:pt x="101296" y="0"/>
                  </a:moveTo>
                  <a:lnTo>
                    <a:pt x="1636269" y="0"/>
                  </a:lnTo>
                  <a:cubicBezTo>
                    <a:pt x="1692213" y="0"/>
                    <a:pt x="1737565" y="45352"/>
                    <a:pt x="1737565" y="101296"/>
                  </a:cubicBezTo>
                  <a:lnTo>
                    <a:pt x="1737565" y="101296"/>
                  </a:lnTo>
                  <a:cubicBezTo>
                    <a:pt x="1737565" y="157240"/>
                    <a:pt x="1692213" y="202592"/>
                    <a:pt x="1636269" y="202592"/>
                  </a:cubicBezTo>
                  <a:lnTo>
                    <a:pt x="101296" y="202592"/>
                  </a:lnTo>
                  <a:cubicBezTo>
                    <a:pt x="45352" y="202592"/>
                    <a:pt x="0" y="157240"/>
                    <a:pt x="0" y="101296"/>
                  </a:cubicBezTo>
                  <a:lnTo>
                    <a:pt x="0" y="101296"/>
                  </a:lnTo>
                  <a:cubicBezTo>
                    <a:pt x="0" y="45352"/>
                    <a:pt x="45352" y="0"/>
                    <a:pt x="101296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737565" cy="250217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{{s07_label_1}}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56456" y="2104544"/>
            <a:ext cx="6307960" cy="2284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{{s07_title}}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2145" y="7160222"/>
            <a:ext cx="6551626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{{s07_text_1}}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98992" y="2205712"/>
            <a:ext cx="3924300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{{s07_label_2}}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95544" y="3294465"/>
            <a:ext cx="4731198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{{s07_label_3}}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14652" y="4380258"/>
            <a:ext cx="3058368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{{s07_label_4}}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12970" y="5469010"/>
            <a:ext cx="4299883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{{s07_label_5}}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09432" y="6549682"/>
            <a:ext cx="4859496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{{s07_label_6}}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97864" y="7638434"/>
            <a:ext cx="3075156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{{s07_label_7}}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861761" y="2572050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5"/>
                </a:lnTo>
                <a:lnTo>
                  <a:pt x="0" y="74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094595" y="2572050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5"/>
                </a:lnTo>
                <a:lnTo>
                  <a:pt x="0" y="74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862486" y="3646527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9" y="0"/>
                </a:lnTo>
                <a:lnTo>
                  <a:pt x="564479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095320" y="3646527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863212" y="4721003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096046" y="4721003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863937" y="5795479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096771" y="5795479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864663" y="6869955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097496" y="6869955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9" y="0"/>
                </a:lnTo>
                <a:lnTo>
                  <a:pt x="564479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120630" y="1902398"/>
            <a:ext cx="7257655" cy="3421911"/>
            <a:chOff x="0" y="0"/>
            <a:chExt cx="1124401" cy="530144"/>
          </a:xfrm>
        </p:grpSpPr>
        <p:sp>
          <p:nvSpPr>
            <p:cNvPr name="{{image_4}}" id="11" descr="{{image_4}}"/>
            <p:cNvSpPr/>
            <p:nvPr/>
          </p:nvSpPr>
          <p:spPr>
            <a:xfrm flipH="false" flipV="false" rot="0">
              <a:off x="0" y="0"/>
              <a:ext cx="1124401" cy="530144"/>
            </a:xfrm>
            <a:custGeom>
              <a:avLst/>
              <a:gdLst/>
              <a:ahLst/>
              <a:cxnLst/>
              <a:rect r="r" b="b" t="t" l="l"/>
              <a:pathLst>
                <a:path h="530144" w="1124401">
                  <a:moveTo>
                    <a:pt x="0" y="0"/>
                  </a:moveTo>
                  <a:lnTo>
                    <a:pt x="1124401" y="0"/>
                  </a:lnTo>
                  <a:lnTo>
                    <a:pt x="1124401" y="530144"/>
                  </a:lnTo>
                  <a:lnTo>
                    <a:pt x="0" y="530144"/>
                  </a:lnTo>
                  <a:close/>
                </a:path>
              </a:pathLst>
            </a:custGeom>
            <a:blipFill>
              <a:blip r:embed="rId6"/>
              <a:stretch>
                <a:fillRect l="0" t="-72530" r="0" b="-145212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0" y="5686260"/>
            <a:ext cx="4583572" cy="857224"/>
            <a:chOff x="0" y="0"/>
            <a:chExt cx="1207196" cy="2257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196" cy="225771"/>
            </a:xfrm>
            <a:custGeom>
              <a:avLst/>
              <a:gdLst/>
              <a:ahLst/>
              <a:cxnLst/>
              <a:rect r="r" b="b" t="t" l="l"/>
              <a:pathLst>
                <a:path h="225771" w="1207196">
                  <a:moveTo>
                    <a:pt x="112885" y="0"/>
                  </a:moveTo>
                  <a:lnTo>
                    <a:pt x="1094311" y="0"/>
                  </a:lnTo>
                  <a:cubicBezTo>
                    <a:pt x="1124250" y="0"/>
                    <a:pt x="1152962" y="11893"/>
                    <a:pt x="1174133" y="33063"/>
                  </a:cubicBezTo>
                  <a:cubicBezTo>
                    <a:pt x="1195303" y="54233"/>
                    <a:pt x="1207196" y="82946"/>
                    <a:pt x="1207196" y="112885"/>
                  </a:cubicBezTo>
                  <a:lnTo>
                    <a:pt x="1207196" y="112885"/>
                  </a:lnTo>
                  <a:cubicBezTo>
                    <a:pt x="1207196" y="175230"/>
                    <a:pt x="1156655" y="225771"/>
                    <a:pt x="1094311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07196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{{s08_label_1}}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10766" y="1881283"/>
            <a:ext cx="6956956" cy="6524433"/>
            <a:chOff x="0" y="0"/>
            <a:chExt cx="1832285" cy="17183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2285" cy="1718369"/>
            </a:xfrm>
            <a:custGeom>
              <a:avLst/>
              <a:gdLst/>
              <a:ahLst/>
              <a:cxnLst/>
              <a:rect r="r" b="b" t="t" l="l"/>
              <a:pathLst>
                <a:path h="1718369" w="1832285">
                  <a:moveTo>
                    <a:pt x="0" y="0"/>
                  </a:moveTo>
                  <a:lnTo>
                    <a:pt x="1832285" y="0"/>
                  </a:lnTo>
                  <a:lnTo>
                    <a:pt x="1832285" y="1718369"/>
                  </a:lnTo>
                  <a:lnTo>
                    <a:pt x="0" y="1718369"/>
                  </a:lnTo>
                  <a:close/>
                </a:path>
              </a:pathLst>
            </a:custGeom>
            <a:ln w="19050" cap="sq">
              <a:solidFill>
                <a:srgbClr val="F2C84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832285" cy="1765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10766" y="3600450"/>
            <a:ext cx="6956956" cy="3086100"/>
            <a:chOff x="0" y="0"/>
            <a:chExt cx="1832285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2285" cy="812800"/>
            </a:xfrm>
            <a:custGeom>
              <a:avLst/>
              <a:gdLst/>
              <a:ahLst/>
              <a:cxnLst/>
              <a:rect r="r" b="b" t="t" l="l"/>
              <a:pathLst>
                <a:path h="812800" w="1832285">
                  <a:moveTo>
                    <a:pt x="916142" y="0"/>
                  </a:moveTo>
                  <a:cubicBezTo>
                    <a:pt x="410171" y="0"/>
                    <a:pt x="0" y="181951"/>
                    <a:pt x="0" y="406400"/>
                  </a:cubicBezTo>
                  <a:cubicBezTo>
                    <a:pt x="0" y="630849"/>
                    <a:pt x="410171" y="812800"/>
                    <a:pt x="916142" y="812800"/>
                  </a:cubicBezTo>
                  <a:cubicBezTo>
                    <a:pt x="1422114" y="812800"/>
                    <a:pt x="1832285" y="630849"/>
                    <a:pt x="1832285" y="406400"/>
                  </a:cubicBezTo>
                  <a:cubicBezTo>
                    <a:pt x="1832285" y="181951"/>
                    <a:pt x="1422114" y="0"/>
                    <a:pt x="916142" y="0"/>
                  </a:cubicBezTo>
                  <a:close/>
                </a:path>
              </a:pathLst>
            </a:custGeom>
            <a:ln w="19050" cap="sq">
              <a:solidFill>
                <a:srgbClr val="F2C84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71777" y="28575"/>
              <a:ext cx="1488731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441534" y="2048769"/>
            <a:ext cx="1895422" cy="1564585"/>
          </a:xfrm>
          <a:custGeom>
            <a:avLst/>
            <a:gdLst/>
            <a:ahLst/>
            <a:cxnLst/>
            <a:rect r="r" b="b" t="t" l="l"/>
            <a:pathLst>
              <a:path h="1564585" w="1895422">
                <a:moveTo>
                  <a:pt x="0" y="0"/>
                </a:moveTo>
                <a:lnTo>
                  <a:pt x="1895422" y="0"/>
                </a:lnTo>
                <a:lnTo>
                  <a:pt x="1895422" y="1564585"/>
                </a:lnTo>
                <a:lnTo>
                  <a:pt x="0" y="15645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0">
            <a:off x="4441534" y="6686550"/>
            <a:ext cx="1895422" cy="1564585"/>
          </a:xfrm>
          <a:custGeom>
            <a:avLst/>
            <a:gdLst/>
            <a:ahLst/>
            <a:cxnLst/>
            <a:rect r="r" b="b" t="t" l="l"/>
            <a:pathLst>
              <a:path h="1564585" w="1895422">
                <a:moveTo>
                  <a:pt x="1895422" y="1564585"/>
                </a:moveTo>
                <a:lnTo>
                  <a:pt x="0" y="1564585"/>
                </a:lnTo>
                <a:lnTo>
                  <a:pt x="0" y="0"/>
                </a:lnTo>
                <a:lnTo>
                  <a:pt x="1895422" y="0"/>
                </a:lnTo>
                <a:lnTo>
                  <a:pt x="1895422" y="156458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144000" y="6862827"/>
            <a:ext cx="7187544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{{s08_text_1}}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72567" y="4477755"/>
            <a:ext cx="6233356" cy="15512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{{s08_title}}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958453" y="1902398"/>
            <a:ext cx="7419831" cy="6524433"/>
            <a:chOff x="0" y="0"/>
            <a:chExt cx="1149526" cy="1010805"/>
          </a:xfrm>
        </p:grpSpPr>
        <p:sp>
          <p:nvSpPr>
            <p:cNvPr name="{{image_5}}" id="11" descr="{{image_5}}"/>
            <p:cNvSpPr/>
            <p:nvPr/>
          </p:nvSpPr>
          <p:spPr>
            <a:xfrm flipH="false" flipV="false" rot="0">
              <a:off x="0" y="0"/>
              <a:ext cx="1149526" cy="1010805"/>
            </a:xfrm>
            <a:custGeom>
              <a:avLst/>
              <a:gdLst/>
              <a:ahLst/>
              <a:cxnLst/>
              <a:rect r="r" b="b" t="t" l="l"/>
              <a:pathLst>
                <a:path h="1010805" w="1149526">
                  <a:moveTo>
                    <a:pt x="0" y="0"/>
                  </a:moveTo>
                  <a:lnTo>
                    <a:pt x="1149526" y="0"/>
                  </a:lnTo>
                  <a:lnTo>
                    <a:pt x="1149526" y="1010805"/>
                  </a:lnTo>
                  <a:lnTo>
                    <a:pt x="0" y="1010805"/>
                  </a:lnTo>
                  <a:close/>
                </a:path>
              </a:pathLst>
            </a:custGeom>
            <a:blipFill>
              <a:blip r:embed="rId6"/>
              <a:stretch>
                <a:fillRect l="-15866" t="0" r="-15866" b="0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10766" y="5429664"/>
            <a:ext cx="4787939" cy="857224"/>
            <a:chOff x="0" y="0"/>
            <a:chExt cx="1261021" cy="2257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021" cy="225771"/>
            </a:xfrm>
            <a:custGeom>
              <a:avLst/>
              <a:gdLst/>
              <a:ahLst/>
              <a:cxnLst/>
              <a:rect r="r" b="b" t="t" l="l"/>
              <a:pathLst>
                <a:path h="225771" w="1261021">
                  <a:moveTo>
                    <a:pt x="112885" y="0"/>
                  </a:moveTo>
                  <a:lnTo>
                    <a:pt x="1148136" y="0"/>
                  </a:lnTo>
                  <a:cubicBezTo>
                    <a:pt x="1178075" y="0"/>
                    <a:pt x="1206788" y="11893"/>
                    <a:pt x="1227958" y="33063"/>
                  </a:cubicBezTo>
                  <a:cubicBezTo>
                    <a:pt x="1249128" y="54233"/>
                    <a:pt x="1261021" y="82946"/>
                    <a:pt x="1261021" y="112885"/>
                  </a:cubicBezTo>
                  <a:lnTo>
                    <a:pt x="1261021" y="112885"/>
                  </a:lnTo>
                  <a:cubicBezTo>
                    <a:pt x="1261021" y="175230"/>
                    <a:pt x="1210481" y="225771"/>
                    <a:pt x="1148136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6102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{{s09_label_1}}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152379" y="5429664"/>
            <a:ext cx="894636" cy="857224"/>
          </a:xfrm>
          <a:custGeom>
            <a:avLst/>
            <a:gdLst/>
            <a:ahLst/>
            <a:cxnLst/>
            <a:rect r="r" b="b" t="t" l="l"/>
            <a:pathLst>
              <a:path h="857224" w="894636">
                <a:moveTo>
                  <a:pt x="0" y="0"/>
                </a:moveTo>
                <a:lnTo>
                  <a:pt x="894636" y="0"/>
                </a:lnTo>
                <a:lnTo>
                  <a:pt x="894636" y="857224"/>
                </a:lnTo>
                <a:lnTo>
                  <a:pt x="0" y="857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10766" y="6548502"/>
            <a:ext cx="6136249" cy="18783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{{s09_text_1}}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0766" y="2100358"/>
            <a:ext cx="7187544" cy="1550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{{s09_title}}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145051" y="1902398"/>
            <a:ext cx="7234285" cy="3241102"/>
            <a:chOff x="0" y="0"/>
            <a:chExt cx="1120780" cy="502131"/>
          </a:xfrm>
        </p:grpSpPr>
        <p:sp>
          <p:nvSpPr>
            <p:cNvPr name="{{image_6}}" id="11" descr="{{image_6}}"/>
            <p:cNvSpPr/>
            <p:nvPr/>
          </p:nvSpPr>
          <p:spPr>
            <a:xfrm flipH="false" flipV="false" rot="0">
              <a:off x="0" y="0"/>
              <a:ext cx="1120780" cy="502131"/>
            </a:xfrm>
            <a:custGeom>
              <a:avLst/>
              <a:gdLst/>
              <a:ahLst/>
              <a:cxnLst/>
              <a:rect r="r" b="b" t="t" l="l"/>
              <a:pathLst>
                <a:path h="502131" w="1120780">
                  <a:moveTo>
                    <a:pt x="0" y="0"/>
                  </a:moveTo>
                  <a:lnTo>
                    <a:pt x="1120780" y="0"/>
                  </a:lnTo>
                  <a:lnTo>
                    <a:pt x="1120780" y="502131"/>
                  </a:lnTo>
                  <a:lnTo>
                    <a:pt x="0" y="502131"/>
                  </a:lnTo>
                  <a:close/>
                </a:path>
              </a:pathLst>
            </a:custGeom>
            <a:blipFill>
              <a:blip r:embed="rId6"/>
              <a:stretch>
                <a:fillRect l="0" t="-43963" r="0" b="-190424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10766" y="5143500"/>
            <a:ext cx="7234285" cy="3241102"/>
            <a:chOff x="0" y="0"/>
            <a:chExt cx="1120780" cy="502131"/>
          </a:xfrm>
        </p:grpSpPr>
        <p:sp>
          <p:nvSpPr>
            <p:cNvPr name="{{image_7}}" id="13" descr="{{image_7}}"/>
            <p:cNvSpPr/>
            <p:nvPr/>
          </p:nvSpPr>
          <p:spPr>
            <a:xfrm flipH="false" flipV="false" rot="0">
              <a:off x="0" y="0"/>
              <a:ext cx="1120780" cy="502131"/>
            </a:xfrm>
            <a:custGeom>
              <a:avLst/>
              <a:gdLst/>
              <a:ahLst/>
              <a:cxnLst/>
              <a:rect r="r" b="b" t="t" l="l"/>
              <a:pathLst>
                <a:path h="502131" w="1120780">
                  <a:moveTo>
                    <a:pt x="0" y="0"/>
                  </a:moveTo>
                  <a:lnTo>
                    <a:pt x="1120780" y="0"/>
                  </a:lnTo>
                  <a:lnTo>
                    <a:pt x="1120780" y="502131"/>
                  </a:lnTo>
                  <a:lnTo>
                    <a:pt x="0" y="502131"/>
                  </a:lnTo>
                  <a:close/>
                </a:path>
              </a:pathLst>
            </a:custGeom>
            <a:blipFill>
              <a:blip r:embed="rId7"/>
              <a:stretch>
                <a:fillRect l="0" t="-117194" r="0" b="-117194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929090" y="5642381"/>
            <a:ext cx="5513952" cy="857224"/>
            <a:chOff x="0" y="0"/>
            <a:chExt cx="1452234" cy="2257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2234" cy="225771"/>
            </a:xfrm>
            <a:custGeom>
              <a:avLst/>
              <a:gdLst/>
              <a:ahLst/>
              <a:cxnLst/>
              <a:rect r="r" b="b" t="t" l="l"/>
              <a:pathLst>
                <a:path h="225771" w="1452234">
                  <a:moveTo>
                    <a:pt x="112885" y="0"/>
                  </a:moveTo>
                  <a:lnTo>
                    <a:pt x="1339349" y="0"/>
                  </a:lnTo>
                  <a:cubicBezTo>
                    <a:pt x="1369288" y="0"/>
                    <a:pt x="1398001" y="11893"/>
                    <a:pt x="1419171" y="33063"/>
                  </a:cubicBezTo>
                  <a:cubicBezTo>
                    <a:pt x="1440341" y="54233"/>
                    <a:pt x="1452234" y="82946"/>
                    <a:pt x="1452234" y="112885"/>
                  </a:cubicBezTo>
                  <a:lnTo>
                    <a:pt x="1452234" y="112885"/>
                  </a:lnTo>
                  <a:cubicBezTo>
                    <a:pt x="1452234" y="175230"/>
                    <a:pt x="1401694" y="225771"/>
                    <a:pt x="1339349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52234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{{s10_label_1}}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748613" y="4712509"/>
            <a:ext cx="792876" cy="680432"/>
          </a:xfrm>
          <a:custGeom>
            <a:avLst/>
            <a:gdLst/>
            <a:ahLst/>
            <a:cxnLst/>
            <a:rect r="r" b="b" t="t" l="l"/>
            <a:pathLst>
              <a:path h="680432" w="792876">
                <a:moveTo>
                  <a:pt x="0" y="0"/>
                </a:moveTo>
                <a:lnTo>
                  <a:pt x="792876" y="0"/>
                </a:lnTo>
                <a:lnTo>
                  <a:pt x="792876" y="680432"/>
                </a:lnTo>
                <a:lnTo>
                  <a:pt x="0" y="680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29090" y="6820597"/>
            <a:ext cx="6450245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{{s10_text_1}}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0766" y="2100358"/>
            <a:ext cx="7187544" cy="228362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{{s10_title}}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56456" y="5669331"/>
            <a:ext cx="4936207" cy="857224"/>
            <a:chOff x="0" y="0"/>
            <a:chExt cx="1300071" cy="225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0071" cy="225771"/>
            </a:xfrm>
            <a:custGeom>
              <a:avLst/>
              <a:gdLst/>
              <a:ahLst/>
              <a:cxnLst/>
              <a:rect r="r" b="b" t="t" l="l"/>
              <a:pathLst>
                <a:path h="225771" w="1300071">
                  <a:moveTo>
                    <a:pt x="112885" y="0"/>
                  </a:moveTo>
                  <a:lnTo>
                    <a:pt x="1187186" y="0"/>
                  </a:lnTo>
                  <a:cubicBezTo>
                    <a:pt x="1217125" y="0"/>
                    <a:pt x="1245838" y="11893"/>
                    <a:pt x="1267008" y="33063"/>
                  </a:cubicBezTo>
                  <a:cubicBezTo>
                    <a:pt x="1288178" y="54233"/>
                    <a:pt x="1300071" y="82946"/>
                    <a:pt x="1300071" y="112885"/>
                  </a:cubicBezTo>
                  <a:lnTo>
                    <a:pt x="1300071" y="112885"/>
                  </a:lnTo>
                  <a:cubicBezTo>
                    <a:pt x="1300071" y="175230"/>
                    <a:pt x="1249531" y="225771"/>
                    <a:pt x="1187186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0007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{{s11_label_1}}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19833" y="1885469"/>
            <a:ext cx="6658452" cy="6524433"/>
            <a:chOff x="0" y="0"/>
            <a:chExt cx="1031568" cy="1010805"/>
          </a:xfrm>
        </p:grpSpPr>
        <p:sp>
          <p:nvSpPr>
            <p:cNvPr name="{{image_1}}" id="14" descr="{{image_1}}"/>
            <p:cNvSpPr/>
            <p:nvPr/>
          </p:nvSpPr>
          <p:spPr>
            <a:xfrm flipH="false" flipV="false" rot="0">
              <a:off x="0" y="0"/>
              <a:ext cx="1031568" cy="1010805"/>
            </a:xfrm>
            <a:custGeom>
              <a:avLst/>
              <a:gdLst/>
              <a:ahLst/>
              <a:cxnLst/>
              <a:rect r="r" b="b" t="t" l="l"/>
              <a:pathLst>
                <a:path h="1010805" w="1031568">
                  <a:moveTo>
                    <a:pt x="0" y="0"/>
                  </a:moveTo>
                  <a:lnTo>
                    <a:pt x="1031568" y="0"/>
                  </a:lnTo>
                  <a:lnTo>
                    <a:pt x="1031568" y="1010805"/>
                  </a:lnTo>
                  <a:lnTo>
                    <a:pt x="0" y="1010805"/>
                  </a:lnTo>
                  <a:close/>
                </a:path>
              </a:pathLst>
            </a:custGeom>
            <a:blipFill>
              <a:blip r:embed="rId6"/>
              <a:stretch>
                <a:fillRect l="-23398" t="0" r="-23398" b="0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38018" y="6907502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2"/>
                </a:lnTo>
                <a:lnTo>
                  <a:pt x="0" y="1005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56456" y="2104544"/>
            <a:ext cx="6669327" cy="1550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{{s11_title}}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6456" y="6845897"/>
            <a:ext cx="7187544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{{s11_text_1}}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186996" y="2649797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3"/>
                </a:lnTo>
                <a:lnTo>
                  <a:pt x="0" y="10053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699600" y="1885469"/>
            <a:ext cx="6669327" cy="857224"/>
            <a:chOff x="0" y="0"/>
            <a:chExt cx="1756531" cy="225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6531" cy="225771"/>
            </a:xfrm>
            <a:custGeom>
              <a:avLst/>
              <a:gdLst/>
              <a:ahLst/>
              <a:cxnLst/>
              <a:rect r="r" b="b" t="t" l="l"/>
              <a:pathLst>
                <a:path h="225771" w="1756531">
                  <a:moveTo>
                    <a:pt x="112885" y="0"/>
                  </a:moveTo>
                  <a:lnTo>
                    <a:pt x="1643645" y="0"/>
                  </a:lnTo>
                  <a:cubicBezTo>
                    <a:pt x="1673584" y="0"/>
                    <a:pt x="1702297" y="11893"/>
                    <a:pt x="1723467" y="33063"/>
                  </a:cubicBezTo>
                  <a:cubicBezTo>
                    <a:pt x="1744638" y="54233"/>
                    <a:pt x="1756531" y="82946"/>
                    <a:pt x="1756531" y="112885"/>
                  </a:cubicBezTo>
                  <a:lnTo>
                    <a:pt x="1756531" y="112885"/>
                  </a:lnTo>
                  <a:cubicBezTo>
                    <a:pt x="1756531" y="175230"/>
                    <a:pt x="1705990" y="225771"/>
                    <a:pt x="1643645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5653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{{s12_label_1}}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10766" y="4982356"/>
            <a:ext cx="14467518" cy="3427547"/>
            <a:chOff x="0" y="0"/>
            <a:chExt cx="2241397" cy="531017"/>
          </a:xfrm>
        </p:grpSpPr>
        <p:sp>
          <p:nvSpPr>
            <p:cNvPr name="{{image_2}}" id="14" descr="{{image_2}}"/>
            <p:cNvSpPr/>
            <p:nvPr/>
          </p:nvSpPr>
          <p:spPr>
            <a:xfrm flipH="false" flipV="false" rot="0">
              <a:off x="0" y="0"/>
              <a:ext cx="2241397" cy="531017"/>
            </a:xfrm>
            <a:custGeom>
              <a:avLst/>
              <a:gdLst/>
              <a:ahLst/>
              <a:cxnLst/>
              <a:rect r="r" b="b" t="t" l="l"/>
              <a:pathLst>
                <a:path h="531017" w="2241397">
                  <a:moveTo>
                    <a:pt x="0" y="0"/>
                  </a:moveTo>
                  <a:lnTo>
                    <a:pt x="2241397" y="0"/>
                  </a:lnTo>
                  <a:lnTo>
                    <a:pt x="2241397" y="531017"/>
                  </a:lnTo>
                  <a:lnTo>
                    <a:pt x="0" y="531017"/>
                  </a:lnTo>
                  <a:close/>
                </a:path>
              </a:pathLst>
            </a:custGeom>
            <a:blipFill>
              <a:blip r:embed="rId6"/>
              <a:stretch>
                <a:fillRect l="0" t="-90874" r="0" b="-90874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585409" y="1973865"/>
            <a:ext cx="792876" cy="680432"/>
          </a:xfrm>
          <a:custGeom>
            <a:avLst/>
            <a:gdLst/>
            <a:ahLst/>
            <a:cxnLst/>
            <a:rect r="r" b="b" t="t" l="l"/>
            <a:pathLst>
              <a:path h="680432" w="792876">
                <a:moveTo>
                  <a:pt x="0" y="0"/>
                </a:moveTo>
                <a:lnTo>
                  <a:pt x="792876" y="0"/>
                </a:lnTo>
                <a:lnTo>
                  <a:pt x="792876" y="680432"/>
                </a:lnTo>
                <a:lnTo>
                  <a:pt x="0" y="6804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56456" y="2104544"/>
            <a:ext cx="7763377" cy="228362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{{s12_title}}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99600" y="3062036"/>
            <a:ext cx="7678684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{{s12_text_1}}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7754" y="2535801"/>
            <a:ext cx="14164034" cy="2032512"/>
            <a:chOff x="0" y="0"/>
            <a:chExt cx="908043" cy="130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8043" cy="130302"/>
            </a:xfrm>
            <a:custGeom>
              <a:avLst/>
              <a:gdLst/>
              <a:ahLst/>
              <a:cxnLst/>
              <a:rect r="r" b="b" t="t" l="l"/>
              <a:pathLst>
                <a:path h="130302" w="908043">
                  <a:moveTo>
                    <a:pt x="65151" y="0"/>
                  </a:moveTo>
                  <a:lnTo>
                    <a:pt x="842892" y="0"/>
                  </a:lnTo>
                  <a:cubicBezTo>
                    <a:pt x="860171" y="0"/>
                    <a:pt x="876742" y="6864"/>
                    <a:pt x="888961" y="19082"/>
                  </a:cubicBezTo>
                  <a:cubicBezTo>
                    <a:pt x="901179" y="31301"/>
                    <a:pt x="908043" y="47872"/>
                    <a:pt x="908043" y="65151"/>
                  </a:cubicBezTo>
                  <a:lnTo>
                    <a:pt x="908043" y="65151"/>
                  </a:lnTo>
                  <a:cubicBezTo>
                    <a:pt x="908043" y="82430"/>
                    <a:pt x="901179" y="99002"/>
                    <a:pt x="888961" y="111220"/>
                  </a:cubicBezTo>
                  <a:cubicBezTo>
                    <a:pt x="876742" y="123438"/>
                    <a:pt x="860171" y="130302"/>
                    <a:pt x="842892" y="130302"/>
                  </a:cubicBezTo>
                  <a:lnTo>
                    <a:pt x="65151" y="130302"/>
                  </a:lnTo>
                  <a:cubicBezTo>
                    <a:pt x="47872" y="130302"/>
                    <a:pt x="31301" y="123438"/>
                    <a:pt x="19082" y="111220"/>
                  </a:cubicBezTo>
                  <a:cubicBezTo>
                    <a:pt x="6864" y="99002"/>
                    <a:pt x="0" y="82430"/>
                    <a:pt x="0" y="65151"/>
                  </a:cubicBezTo>
                  <a:lnTo>
                    <a:pt x="0" y="65151"/>
                  </a:lnTo>
                  <a:cubicBezTo>
                    <a:pt x="0" y="47872"/>
                    <a:pt x="6864" y="31301"/>
                    <a:pt x="19082" y="19082"/>
                  </a:cubicBezTo>
                  <a:cubicBezTo>
                    <a:pt x="31301" y="6864"/>
                    <a:pt x="47872" y="0"/>
                    <a:pt x="65151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08043" cy="177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28477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4"/>
                </a:lnTo>
                <a:lnTo>
                  <a:pt x="0" y="583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046211" y="5062000"/>
            <a:ext cx="6669327" cy="857224"/>
            <a:chOff x="0" y="0"/>
            <a:chExt cx="1756531" cy="2257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6531" cy="225771"/>
            </a:xfrm>
            <a:custGeom>
              <a:avLst/>
              <a:gdLst/>
              <a:ahLst/>
              <a:cxnLst/>
              <a:rect r="r" b="b" t="t" l="l"/>
              <a:pathLst>
                <a:path h="225771" w="1756531">
                  <a:moveTo>
                    <a:pt x="112885" y="0"/>
                  </a:moveTo>
                  <a:lnTo>
                    <a:pt x="1643645" y="0"/>
                  </a:lnTo>
                  <a:cubicBezTo>
                    <a:pt x="1673584" y="0"/>
                    <a:pt x="1702297" y="11893"/>
                    <a:pt x="1723467" y="33063"/>
                  </a:cubicBezTo>
                  <a:cubicBezTo>
                    <a:pt x="1744638" y="54233"/>
                    <a:pt x="1756531" y="82946"/>
                    <a:pt x="1756531" y="112885"/>
                  </a:cubicBezTo>
                  <a:lnTo>
                    <a:pt x="1756531" y="112885"/>
                  </a:lnTo>
                  <a:cubicBezTo>
                    <a:pt x="1756531" y="175230"/>
                    <a:pt x="1705990" y="225771"/>
                    <a:pt x="1643645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5653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{{s13_label_1}}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46851" y="5062000"/>
            <a:ext cx="3067786" cy="729967"/>
            <a:chOff x="0" y="0"/>
            <a:chExt cx="807976" cy="1922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7976" cy="192255"/>
            </a:xfrm>
            <a:custGeom>
              <a:avLst/>
              <a:gdLst/>
              <a:ahLst/>
              <a:cxnLst/>
              <a:rect r="r" b="b" t="t" l="l"/>
              <a:pathLst>
                <a:path h="192255" w="807976">
                  <a:moveTo>
                    <a:pt x="96127" y="0"/>
                  </a:moveTo>
                  <a:lnTo>
                    <a:pt x="711849" y="0"/>
                  </a:lnTo>
                  <a:cubicBezTo>
                    <a:pt x="737344" y="0"/>
                    <a:pt x="761794" y="10128"/>
                    <a:pt x="779821" y="28155"/>
                  </a:cubicBezTo>
                  <a:cubicBezTo>
                    <a:pt x="797849" y="46182"/>
                    <a:pt x="807976" y="70633"/>
                    <a:pt x="807976" y="96127"/>
                  </a:cubicBezTo>
                  <a:lnTo>
                    <a:pt x="807976" y="96127"/>
                  </a:lnTo>
                  <a:cubicBezTo>
                    <a:pt x="807976" y="149217"/>
                    <a:pt x="764939" y="192255"/>
                    <a:pt x="711849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07976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{{s13_label_2}}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46851" y="6056047"/>
            <a:ext cx="3709156" cy="729967"/>
            <a:chOff x="0" y="0"/>
            <a:chExt cx="976897" cy="1922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6897" cy="192255"/>
            </a:xfrm>
            <a:custGeom>
              <a:avLst/>
              <a:gdLst/>
              <a:ahLst/>
              <a:cxnLst/>
              <a:rect r="r" b="b" t="t" l="l"/>
              <a:pathLst>
                <a:path h="192255" w="976897">
                  <a:moveTo>
                    <a:pt x="96127" y="0"/>
                  </a:moveTo>
                  <a:lnTo>
                    <a:pt x="880770" y="0"/>
                  </a:lnTo>
                  <a:cubicBezTo>
                    <a:pt x="906264" y="0"/>
                    <a:pt x="930715" y="10128"/>
                    <a:pt x="948742" y="28155"/>
                  </a:cubicBezTo>
                  <a:cubicBezTo>
                    <a:pt x="966769" y="46182"/>
                    <a:pt x="976897" y="70633"/>
                    <a:pt x="976897" y="96127"/>
                  </a:cubicBezTo>
                  <a:lnTo>
                    <a:pt x="976897" y="96127"/>
                  </a:lnTo>
                  <a:cubicBezTo>
                    <a:pt x="976897" y="149217"/>
                    <a:pt x="933859" y="192255"/>
                    <a:pt x="880770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76897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{{s13_label_3}}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10063" y="7021232"/>
            <a:ext cx="2031726" cy="729967"/>
            <a:chOff x="0" y="0"/>
            <a:chExt cx="535105" cy="1922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5105" cy="192255"/>
            </a:xfrm>
            <a:custGeom>
              <a:avLst/>
              <a:gdLst/>
              <a:ahLst/>
              <a:cxnLst/>
              <a:rect r="r" b="b" t="t" l="l"/>
              <a:pathLst>
                <a:path h="192255" w="535105">
                  <a:moveTo>
                    <a:pt x="96127" y="0"/>
                  </a:moveTo>
                  <a:lnTo>
                    <a:pt x="438977" y="0"/>
                  </a:lnTo>
                  <a:cubicBezTo>
                    <a:pt x="492067" y="0"/>
                    <a:pt x="535105" y="43038"/>
                    <a:pt x="535105" y="96127"/>
                  </a:cubicBezTo>
                  <a:lnTo>
                    <a:pt x="535105" y="96127"/>
                  </a:lnTo>
                  <a:cubicBezTo>
                    <a:pt x="535105" y="121622"/>
                    <a:pt x="524977" y="146072"/>
                    <a:pt x="506950" y="164100"/>
                  </a:cubicBezTo>
                  <a:cubicBezTo>
                    <a:pt x="488922" y="182127"/>
                    <a:pt x="464472" y="192255"/>
                    <a:pt x="438977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5105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{{s13_label_4}}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39745" y="6027185"/>
            <a:ext cx="2492969" cy="729967"/>
            <a:chOff x="0" y="0"/>
            <a:chExt cx="656584" cy="192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6584" cy="192255"/>
            </a:xfrm>
            <a:custGeom>
              <a:avLst/>
              <a:gdLst/>
              <a:ahLst/>
              <a:cxnLst/>
              <a:rect r="r" b="b" t="t" l="l"/>
              <a:pathLst>
                <a:path h="192255" w="656584">
                  <a:moveTo>
                    <a:pt x="96127" y="0"/>
                  </a:moveTo>
                  <a:lnTo>
                    <a:pt x="560457" y="0"/>
                  </a:lnTo>
                  <a:cubicBezTo>
                    <a:pt x="613547" y="0"/>
                    <a:pt x="656584" y="43038"/>
                    <a:pt x="656584" y="96127"/>
                  </a:cubicBezTo>
                  <a:lnTo>
                    <a:pt x="656584" y="96127"/>
                  </a:lnTo>
                  <a:cubicBezTo>
                    <a:pt x="656584" y="121622"/>
                    <a:pt x="646457" y="146072"/>
                    <a:pt x="628429" y="164100"/>
                  </a:cubicBezTo>
                  <a:cubicBezTo>
                    <a:pt x="610402" y="182127"/>
                    <a:pt x="585952" y="192255"/>
                    <a:pt x="560457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56584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{{s13_label_5}}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52707" y="5062000"/>
            <a:ext cx="2776706" cy="729967"/>
            <a:chOff x="0" y="0"/>
            <a:chExt cx="731314" cy="1922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314" cy="192255"/>
            </a:xfrm>
            <a:custGeom>
              <a:avLst/>
              <a:gdLst/>
              <a:ahLst/>
              <a:cxnLst/>
              <a:rect r="r" b="b" t="t" l="l"/>
              <a:pathLst>
                <a:path h="192255" w="731314">
                  <a:moveTo>
                    <a:pt x="96127" y="0"/>
                  </a:moveTo>
                  <a:lnTo>
                    <a:pt x="635186" y="0"/>
                  </a:lnTo>
                  <a:cubicBezTo>
                    <a:pt x="688276" y="0"/>
                    <a:pt x="731314" y="43038"/>
                    <a:pt x="731314" y="96127"/>
                  </a:cubicBezTo>
                  <a:lnTo>
                    <a:pt x="731314" y="96127"/>
                  </a:lnTo>
                  <a:cubicBezTo>
                    <a:pt x="731314" y="121622"/>
                    <a:pt x="721186" y="146072"/>
                    <a:pt x="703159" y="164100"/>
                  </a:cubicBezTo>
                  <a:cubicBezTo>
                    <a:pt x="685131" y="182127"/>
                    <a:pt x="660681" y="192255"/>
                    <a:pt x="635186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31314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{{s13_label_6}}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46851" y="7021232"/>
            <a:ext cx="4679075" cy="729967"/>
            <a:chOff x="0" y="0"/>
            <a:chExt cx="1232349" cy="1922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32349" cy="192255"/>
            </a:xfrm>
            <a:custGeom>
              <a:avLst/>
              <a:gdLst/>
              <a:ahLst/>
              <a:cxnLst/>
              <a:rect r="r" b="b" t="t" l="l"/>
              <a:pathLst>
                <a:path h="192255" w="1232349">
                  <a:moveTo>
                    <a:pt x="96127" y="0"/>
                  </a:moveTo>
                  <a:lnTo>
                    <a:pt x="1136222" y="0"/>
                  </a:lnTo>
                  <a:cubicBezTo>
                    <a:pt x="1189311" y="0"/>
                    <a:pt x="1232349" y="43038"/>
                    <a:pt x="1232349" y="96127"/>
                  </a:cubicBezTo>
                  <a:lnTo>
                    <a:pt x="1232349" y="96127"/>
                  </a:lnTo>
                  <a:cubicBezTo>
                    <a:pt x="1232349" y="121622"/>
                    <a:pt x="1222221" y="146072"/>
                    <a:pt x="1204194" y="164100"/>
                  </a:cubicBezTo>
                  <a:cubicBezTo>
                    <a:pt x="1186167" y="182127"/>
                    <a:pt x="1161716" y="192255"/>
                    <a:pt x="1136222" y="192255"/>
                  </a:cubicBezTo>
                  <a:lnTo>
                    <a:pt x="96127" y="192255"/>
                  </a:lnTo>
                  <a:cubicBezTo>
                    <a:pt x="70633" y="192255"/>
                    <a:pt x="46182" y="182127"/>
                    <a:pt x="28155" y="164100"/>
                  </a:cubicBezTo>
                  <a:cubicBezTo>
                    <a:pt x="10128" y="146072"/>
                    <a:pt x="0" y="121622"/>
                    <a:pt x="0" y="96127"/>
                  </a:cubicBezTo>
                  <a:lnTo>
                    <a:pt x="0" y="96127"/>
                  </a:lnTo>
                  <a:cubicBezTo>
                    <a:pt x="0" y="70633"/>
                    <a:pt x="10128" y="46182"/>
                    <a:pt x="28155" y="28155"/>
                  </a:cubicBezTo>
                  <a:cubicBezTo>
                    <a:pt x="46182" y="10128"/>
                    <a:pt x="70633" y="0"/>
                    <a:pt x="96127" y="0"/>
                  </a:cubicBezTo>
                  <a:close/>
                </a:path>
              </a:pathLst>
            </a:custGeom>
            <a:solidFill>
              <a:srgbClr val="F2C846"/>
            </a:solidFill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232349" cy="239880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{{s13_label_7}}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462403" y="2059365"/>
            <a:ext cx="3363195" cy="966154"/>
          </a:xfrm>
          <a:custGeom>
            <a:avLst/>
            <a:gdLst/>
            <a:ahLst/>
            <a:cxnLst/>
            <a:rect r="r" b="b" t="t" l="l"/>
            <a:pathLst>
              <a:path h="966154" w="3363195">
                <a:moveTo>
                  <a:pt x="0" y="0"/>
                </a:moveTo>
                <a:lnTo>
                  <a:pt x="3363194" y="0"/>
                </a:lnTo>
                <a:lnTo>
                  <a:pt x="3363194" y="966154"/>
                </a:lnTo>
                <a:lnTo>
                  <a:pt x="0" y="966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658138" y="3244594"/>
            <a:ext cx="12971725" cy="81786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{{s13_title}}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10348" y="6187194"/>
            <a:ext cx="6669327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{{s13_text_1}}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10766" y="6240515"/>
            <a:ext cx="5906609" cy="769218"/>
            <a:chOff x="0" y="0"/>
            <a:chExt cx="1555650" cy="202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5650" cy="202592"/>
            </a:xfrm>
            <a:custGeom>
              <a:avLst/>
              <a:gdLst/>
              <a:ahLst/>
              <a:cxnLst/>
              <a:rect r="r" b="b" t="t" l="l"/>
              <a:pathLst>
                <a:path h="202592" w="1555650">
                  <a:moveTo>
                    <a:pt x="101296" y="0"/>
                  </a:moveTo>
                  <a:lnTo>
                    <a:pt x="1454354" y="0"/>
                  </a:lnTo>
                  <a:cubicBezTo>
                    <a:pt x="1510298" y="0"/>
                    <a:pt x="1555650" y="45352"/>
                    <a:pt x="1555650" y="101296"/>
                  </a:cubicBezTo>
                  <a:lnTo>
                    <a:pt x="1555650" y="101296"/>
                  </a:lnTo>
                  <a:cubicBezTo>
                    <a:pt x="1555650" y="157240"/>
                    <a:pt x="1510298" y="202592"/>
                    <a:pt x="1454354" y="202592"/>
                  </a:cubicBezTo>
                  <a:lnTo>
                    <a:pt x="101296" y="202592"/>
                  </a:lnTo>
                  <a:cubicBezTo>
                    <a:pt x="45352" y="202592"/>
                    <a:pt x="0" y="157240"/>
                    <a:pt x="0" y="101296"/>
                  </a:cubicBezTo>
                  <a:lnTo>
                    <a:pt x="0" y="101296"/>
                  </a:lnTo>
                  <a:cubicBezTo>
                    <a:pt x="0" y="45352"/>
                    <a:pt x="45352" y="0"/>
                    <a:pt x="101296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55650" cy="250217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{{s14_label_1}}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56456" y="1885469"/>
            <a:ext cx="14421829" cy="3913429"/>
            <a:chOff x="0" y="0"/>
            <a:chExt cx="2234319" cy="606293"/>
          </a:xfrm>
        </p:grpSpPr>
        <p:sp>
          <p:nvSpPr>
            <p:cNvPr name="{{image_3}}" id="14" descr="{{image_3}}"/>
            <p:cNvSpPr/>
            <p:nvPr/>
          </p:nvSpPr>
          <p:spPr>
            <a:xfrm flipH="false" flipV="false" rot="0">
              <a:off x="0" y="0"/>
              <a:ext cx="2234319" cy="606293"/>
            </a:xfrm>
            <a:custGeom>
              <a:avLst/>
              <a:gdLst/>
              <a:ahLst/>
              <a:cxnLst/>
              <a:rect r="r" b="b" t="t" l="l"/>
              <a:pathLst>
                <a:path h="606293" w="2234319">
                  <a:moveTo>
                    <a:pt x="0" y="0"/>
                  </a:moveTo>
                  <a:lnTo>
                    <a:pt x="2234319" y="0"/>
                  </a:lnTo>
                  <a:lnTo>
                    <a:pt x="2234319" y="606293"/>
                  </a:lnTo>
                  <a:lnTo>
                    <a:pt x="0" y="606293"/>
                  </a:lnTo>
                  <a:close/>
                </a:path>
              </a:pathLst>
            </a:custGeom>
            <a:blipFill>
              <a:blip r:embed="rId6">
                <a:alphaModFix amt="43999"/>
              </a:blip>
              <a:stretch>
                <a:fillRect l="0" t="-72994" r="0" b="-72994"/>
              </a:stretch>
            </a:blipFill>
            <a:ln w="19050" cap="sq">
              <a:solidFill>
                <a:srgbClr val="F2C846">
                  <a:alpha val="43922"/>
                </a:srgbClr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5400000">
            <a:off x="1284618" y="2511618"/>
            <a:ext cx="3913429" cy="2661132"/>
          </a:xfrm>
          <a:custGeom>
            <a:avLst/>
            <a:gdLst/>
            <a:ahLst/>
            <a:cxnLst/>
            <a:rect r="r" b="b" t="t" l="l"/>
            <a:pathLst>
              <a:path h="2661132" w="3913429">
                <a:moveTo>
                  <a:pt x="0" y="0"/>
                </a:moveTo>
                <a:lnTo>
                  <a:pt x="3913429" y="0"/>
                </a:lnTo>
                <a:lnTo>
                  <a:pt x="3913429" y="2661132"/>
                </a:lnTo>
                <a:lnTo>
                  <a:pt x="0" y="26611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5400000">
            <a:off x="13085340" y="2511618"/>
            <a:ext cx="3913429" cy="2661132"/>
          </a:xfrm>
          <a:custGeom>
            <a:avLst/>
            <a:gdLst/>
            <a:ahLst/>
            <a:cxnLst/>
            <a:rect r="r" b="b" t="t" l="l"/>
            <a:pathLst>
              <a:path h="2661132" w="3913429">
                <a:moveTo>
                  <a:pt x="3913429" y="2661132"/>
                </a:moveTo>
                <a:lnTo>
                  <a:pt x="0" y="2661132"/>
                </a:lnTo>
                <a:lnTo>
                  <a:pt x="0" y="0"/>
                </a:lnTo>
                <a:lnTo>
                  <a:pt x="3913429" y="0"/>
                </a:lnTo>
                <a:lnTo>
                  <a:pt x="3913429" y="266113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31994" y="1060738"/>
            <a:ext cx="4024013" cy="973079"/>
          </a:xfrm>
          <a:custGeom>
            <a:avLst/>
            <a:gdLst/>
            <a:ahLst/>
            <a:cxnLst/>
            <a:rect r="r" b="b" t="t" l="l"/>
            <a:pathLst>
              <a:path h="973079" w="4024013">
                <a:moveTo>
                  <a:pt x="0" y="0"/>
                </a:moveTo>
                <a:lnTo>
                  <a:pt x="4024012" y="0"/>
                </a:lnTo>
                <a:lnTo>
                  <a:pt x="4024012" y="973080"/>
                </a:lnTo>
                <a:lnTo>
                  <a:pt x="0" y="973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62311" y="3296766"/>
            <a:ext cx="7763377" cy="15512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{{s14_title}}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56456" y="7159051"/>
            <a:ext cx="7027969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{{s14_text_1}}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50316" y="7159051"/>
            <a:ext cx="7027969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0" y="1885469"/>
            <a:ext cx="7234285" cy="6524433"/>
            <a:chOff x="0" y="0"/>
            <a:chExt cx="1905326" cy="17183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326" cy="1718369"/>
            </a:xfrm>
            <a:custGeom>
              <a:avLst/>
              <a:gdLst/>
              <a:ahLst/>
              <a:cxnLst/>
              <a:rect r="r" b="b" t="t" l="l"/>
              <a:pathLst>
                <a:path h="1718369" w="1905326">
                  <a:moveTo>
                    <a:pt x="0" y="0"/>
                  </a:moveTo>
                  <a:lnTo>
                    <a:pt x="1905326" y="0"/>
                  </a:lnTo>
                  <a:lnTo>
                    <a:pt x="1905326" y="1718369"/>
                  </a:lnTo>
                  <a:lnTo>
                    <a:pt x="0" y="1718369"/>
                  </a:lnTo>
                  <a:close/>
                </a:path>
              </a:pathLst>
            </a:custGeom>
            <a:ln w="19050" cap="sq">
              <a:solidFill>
                <a:srgbClr val="F2C84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05326" cy="1765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144000" y="2983746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144000" y="4072498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9144000" y="5147068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6222873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7330675"/>
            <a:ext cx="7234285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956456" y="6165055"/>
            <a:ext cx="6597316" cy="769218"/>
            <a:chOff x="0" y="0"/>
            <a:chExt cx="1737565" cy="202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7565" cy="202592"/>
            </a:xfrm>
            <a:custGeom>
              <a:avLst/>
              <a:gdLst/>
              <a:ahLst/>
              <a:cxnLst/>
              <a:rect r="r" b="b" t="t" l="l"/>
              <a:pathLst>
                <a:path h="202592" w="1737565">
                  <a:moveTo>
                    <a:pt x="101296" y="0"/>
                  </a:moveTo>
                  <a:lnTo>
                    <a:pt x="1636269" y="0"/>
                  </a:lnTo>
                  <a:cubicBezTo>
                    <a:pt x="1692213" y="0"/>
                    <a:pt x="1737565" y="45352"/>
                    <a:pt x="1737565" y="101296"/>
                  </a:cubicBezTo>
                  <a:lnTo>
                    <a:pt x="1737565" y="101296"/>
                  </a:lnTo>
                  <a:cubicBezTo>
                    <a:pt x="1737565" y="157240"/>
                    <a:pt x="1692213" y="202592"/>
                    <a:pt x="1636269" y="202592"/>
                  </a:cubicBezTo>
                  <a:lnTo>
                    <a:pt x="101296" y="202592"/>
                  </a:lnTo>
                  <a:cubicBezTo>
                    <a:pt x="45352" y="202592"/>
                    <a:pt x="0" y="157240"/>
                    <a:pt x="0" y="101296"/>
                  </a:cubicBezTo>
                  <a:lnTo>
                    <a:pt x="0" y="101296"/>
                  </a:lnTo>
                  <a:cubicBezTo>
                    <a:pt x="0" y="45352"/>
                    <a:pt x="45352" y="0"/>
                    <a:pt x="101296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737565" cy="250217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{{s15_label_1}}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56456" y="2104544"/>
            <a:ext cx="6307960" cy="228471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{{s15_title}}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2145" y="7160222"/>
            <a:ext cx="6551626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{{s15_text_1}}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98992" y="2205712"/>
            <a:ext cx="3924300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{{s15_label_2}}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95544" y="3294465"/>
            <a:ext cx="4731198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{{s15_label_3}}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14652" y="4380258"/>
            <a:ext cx="3058368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{{s15_label_4}}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12970" y="5469010"/>
            <a:ext cx="4299883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{{s15_label_5}}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09432" y="6549682"/>
            <a:ext cx="4859496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{{s15_label_6}}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97864" y="7638434"/>
            <a:ext cx="3075156" cy="40655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316"/>
              </a:lnSpc>
              <a:spcBef>
                <a:spcPct val="0"/>
              </a:spcBef>
            </a:pPr>
            <a:r>
              <a:rPr lang="en-US" sz="23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{{s15_label_7}}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861761" y="2572050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5"/>
                </a:lnTo>
                <a:lnTo>
                  <a:pt x="0" y="74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094595" y="2572050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5"/>
                </a:lnTo>
                <a:lnTo>
                  <a:pt x="0" y="74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862486" y="3646527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9" y="0"/>
                </a:lnTo>
                <a:lnTo>
                  <a:pt x="564479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095320" y="3646527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863212" y="4721003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096046" y="4721003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863937" y="5795479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096771" y="5795479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864663" y="6869955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8" y="0"/>
                </a:lnTo>
                <a:lnTo>
                  <a:pt x="564478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097496" y="6869955"/>
            <a:ext cx="564478" cy="742735"/>
          </a:xfrm>
          <a:custGeom>
            <a:avLst/>
            <a:gdLst/>
            <a:ahLst/>
            <a:cxnLst/>
            <a:rect r="r" b="b" t="t" l="l"/>
            <a:pathLst>
              <a:path h="742735" w="564478">
                <a:moveTo>
                  <a:pt x="0" y="0"/>
                </a:moveTo>
                <a:lnTo>
                  <a:pt x="564479" y="0"/>
                </a:lnTo>
                <a:lnTo>
                  <a:pt x="564479" y="742734"/>
                </a:lnTo>
                <a:lnTo>
                  <a:pt x="0" y="742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958453" y="1902398"/>
            <a:ext cx="7419831" cy="6524433"/>
            <a:chOff x="0" y="0"/>
            <a:chExt cx="1149526" cy="1010805"/>
          </a:xfrm>
        </p:grpSpPr>
        <p:sp>
          <p:nvSpPr>
            <p:cNvPr name="{{image_5}}" id="11" descr="{{image_5}}"/>
            <p:cNvSpPr/>
            <p:nvPr/>
          </p:nvSpPr>
          <p:spPr>
            <a:xfrm flipH="false" flipV="false" rot="0">
              <a:off x="0" y="0"/>
              <a:ext cx="1149526" cy="1010805"/>
            </a:xfrm>
            <a:custGeom>
              <a:avLst/>
              <a:gdLst/>
              <a:ahLst/>
              <a:cxnLst/>
              <a:rect r="r" b="b" t="t" l="l"/>
              <a:pathLst>
                <a:path h="1010805" w="1149526">
                  <a:moveTo>
                    <a:pt x="0" y="0"/>
                  </a:moveTo>
                  <a:lnTo>
                    <a:pt x="1149526" y="0"/>
                  </a:lnTo>
                  <a:lnTo>
                    <a:pt x="1149526" y="1010805"/>
                  </a:lnTo>
                  <a:lnTo>
                    <a:pt x="0" y="1010805"/>
                  </a:lnTo>
                  <a:close/>
                </a:path>
              </a:pathLst>
            </a:custGeom>
            <a:blipFill>
              <a:blip r:embed="rId6"/>
              <a:stretch>
                <a:fillRect l="-15866" t="0" r="-15866" b="0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10766" y="5429664"/>
            <a:ext cx="4787939" cy="857224"/>
            <a:chOff x="0" y="0"/>
            <a:chExt cx="1261021" cy="2257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021" cy="225771"/>
            </a:xfrm>
            <a:custGeom>
              <a:avLst/>
              <a:gdLst/>
              <a:ahLst/>
              <a:cxnLst/>
              <a:rect r="r" b="b" t="t" l="l"/>
              <a:pathLst>
                <a:path h="225771" w="1261021">
                  <a:moveTo>
                    <a:pt x="112885" y="0"/>
                  </a:moveTo>
                  <a:lnTo>
                    <a:pt x="1148136" y="0"/>
                  </a:lnTo>
                  <a:cubicBezTo>
                    <a:pt x="1178075" y="0"/>
                    <a:pt x="1206788" y="11893"/>
                    <a:pt x="1227958" y="33063"/>
                  </a:cubicBezTo>
                  <a:cubicBezTo>
                    <a:pt x="1249128" y="54233"/>
                    <a:pt x="1261021" y="82946"/>
                    <a:pt x="1261021" y="112885"/>
                  </a:cubicBezTo>
                  <a:lnTo>
                    <a:pt x="1261021" y="112885"/>
                  </a:lnTo>
                  <a:cubicBezTo>
                    <a:pt x="1261021" y="175230"/>
                    <a:pt x="1210481" y="225771"/>
                    <a:pt x="1148136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6102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{{s16_label_1}}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152379" y="5429664"/>
            <a:ext cx="894636" cy="857224"/>
          </a:xfrm>
          <a:custGeom>
            <a:avLst/>
            <a:gdLst/>
            <a:ahLst/>
            <a:cxnLst/>
            <a:rect r="r" b="b" t="t" l="l"/>
            <a:pathLst>
              <a:path h="857224" w="894636">
                <a:moveTo>
                  <a:pt x="0" y="0"/>
                </a:moveTo>
                <a:lnTo>
                  <a:pt x="894636" y="0"/>
                </a:lnTo>
                <a:lnTo>
                  <a:pt x="894636" y="857224"/>
                </a:lnTo>
                <a:lnTo>
                  <a:pt x="0" y="857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10766" y="6548502"/>
            <a:ext cx="6136249" cy="18783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{{s16_text_1}}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0766" y="2100358"/>
            <a:ext cx="7187544" cy="1550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{{s16_title}}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291756" y="4491086"/>
            <a:ext cx="6086529" cy="3917615"/>
            <a:chOff x="0" y="0"/>
            <a:chExt cx="942963" cy="606941"/>
          </a:xfrm>
        </p:grpSpPr>
        <p:sp>
          <p:nvSpPr>
            <p:cNvPr name="{{image_8}}" id="11" descr="{{image_8}}"/>
            <p:cNvSpPr/>
            <p:nvPr/>
          </p:nvSpPr>
          <p:spPr>
            <a:xfrm flipH="false" flipV="false" rot="0">
              <a:off x="0" y="0"/>
              <a:ext cx="942963" cy="606941"/>
            </a:xfrm>
            <a:custGeom>
              <a:avLst/>
              <a:gdLst/>
              <a:ahLst/>
              <a:cxnLst/>
              <a:rect r="r" b="b" t="t" l="l"/>
              <a:pathLst>
                <a:path h="606941" w="942963">
                  <a:moveTo>
                    <a:pt x="0" y="0"/>
                  </a:moveTo>
                  <a:lnTo>
                    <a:pt x="942963" y="0"/>
                  </a:lnTo>
                  <a:lnTo>
                    <a:pt x="942963" y="606941"/>
                  </a:lnTo>
                  <a:lnTo>
                    <a:pt x="0" y="606941"/>
                  </a:lnTo>
                  <a:close/>
                </a:path>
              </a:pathLst>
            </a:custGeom>
            <a:blipFill>
              <a:blip r:embed="rId6"/>
              <a:stretch>
                <a:fillRect l="0" t="-1834" r="0" b="-1834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10766" y="6002836"/>
            <a:ext cx="7550766" cy="857224"/>
            <a:chOff x="0" y="0"/>
            <a:chExt cx="1988679" cy="2257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679" cy="225771"/>
            </a:xfrm>
            <a:custGeom>
              <a:avLst/>
              <a:gdLst/>
              <a:ahLst/>
              <a:cxnLst/>
              <a:rect r="r" b="b" t="t" l="l"/>
              <a:pathLst>
                <a:path h="225771" w="1988679">
                  <a:moveTo>
                    <a:pt x="102532" y="0"/>
                  </a:moveTo>
                  <a:lnTo>
                    <a:pt x="1886148" y="0"/>
                  </a:lnTo>
                  <a:cubicBezTo>
                    <a:pt x="1942774" y="0"/>
                    <a:pt x="1988679" y="45905"/>
                    <a:pt x="1988679" y="102532"/>
                  </a:cubicBezTo>
                  <a:lnTo>
                    <a:pt x="1988679" y="123239"/>
                  </a:lnTo>
                  <a:cubicBezTo>
                    <a:pt x="1988679" y="150432"/>
                    <a:pt x="1977877" y="176512"/>
                    <a:pt x="1958648" y="195740"/>
                  </a:cubicBezTo>
                  <a:cubicBezTo>
                    <a:pt x="1939420" y="214968"/>
                    <a:pt x="1913341" y="225771"/>
                    <a:pt x="1886148" y="225771"/>
                  </a:cubicBezTo>
                  <a:lnTo>
                    <a:pt x="102532" y="225771"/>
                  </a:lnTo>
                  <a:cubicBezTo>
                    <a:pt x="75339" y="225771"/>
                    <a:pt x="49259" y="214968"/>
                    <a:pt x="30031" y="195740"/>
                  </a:cubicBezTo>
                  <a:cubicBezTo>
                    <a:pt x="10802" y="176512"/>
                    <a:pt x="0" y="150432"/>
                    <a:pt x="0" y="123239"/>
                  </a:cubicBezTo>
                  <a:lnTo>
                    <a:pt x="0" y="102532"/>
                  </a:lnTo>
                  <a:cubicBezTo>
                    <a:pt x="0" y="75339"/>
                    <a:pt x="10802" y="49259"/>
                    <a:pt x="30031" y="30031"/>
                  </a:cubicBezTo>
                  <a:cubicBezTo>
                    <a:pt x="49259" y="10802"/>
                    <a:pt x="75339" y="0"/>
                    <a:pt x="102532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88679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{{s17_label_1}}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1885469"/>
            <a:ext cx="7234285" cy="2276504"/>
            <a:chOff x="0" y="0"/>
            <a:chExt cx="1905326" cy="5995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326" cy="599573"/>
            </a:xfrm>
            <a:custGeom>
              <a:avLst/>
              <a:gdLst/>
              <a:ahLst/>
              <a:cxnLst/>
              <a:rect r="r" b="b" t="t" l="l"/>
              <a:pathLst>
                <a:path h="599573" w="1905326">
                  <a:moveTo>
                    <a:pt x="0" y="0"/>
                  </a:moveTo>
                  <a:lnTo>
                    <a:pt x="1905326" y="0"/>
                  </a:lnTo>
                  <a:lnTo>
                    <a:pt x="1905326" y="599573"/>
                  </a:lnTo>
                  <a:lnTo>
                    <a:pt x="0" y="599573"/>
                  </a:lnTo>
                  <a:close/>
                </a:path>
              </a:pathLst>
            </a:custGeom>
            <a:ln w="19050" cap="sq">
              <a:solidFill>
                <a:srgbClr val="F2C84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05326" cy="64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690865" y="2668628"/>
            <a:ext cx="906270" cy="710186"/>
          </a:xfrm>
          <a:custGeom>
            <a:avLst/>
            <a:gdLst/>
            <a:ahLst/>
            <a:cxnLst/>
            <a:rect r="r" b="b" t="t" l="l"/>
            <a:pathLst>
              <a:path h="710186" w="906270">
                <a:moveTo>
                  <a:pt x="0" y="0"/>
                </a:moveTo>
                <a:lnTo>
                  <a:pt x="906270" y="0"/>
                </a:lnTo>
                <a:lnTo>
                  <a:pt x="906270" y="710186"/>
                </a:lnTo>
                <a:lnTo>
                  <a:pt x="0" y="7101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925149" y="2712691"/>
            <a:ext cx="906270" cy="710186"/>
          </a:xfrm>
          <a:custGeom>
            <a:avLst/>
            <a:gdLst/>
            <a:ahLst/>
            <a:cxnLst/>
            <a:rect r="r" b="b" t="t" l="l"/>
            <a:pathLst>
              <a:path h="710186" w="906270">
                <a:moveTo>
                  <a:pt x="0" y="0"/>
                </a:moveTo>
                <a:lnTo>
                  <a:pt x="906271" y="0"/>
                </a:lnTo>
                <a:lnTo>
                  <a:pt x="906271" y="710187"/>
                </a:lnTo>
                <a:lnTo>
                  <a:pt x="0" y="7101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11513" y="6860060"/>
            <a:ext cx="1566772" cy="1566772"/>
          </a:xfrm>
          <a:custGeom>
            <a:avLst/>
            <a:gdLst/>
            <a:ahLst/>
            <a:cxnLst/>
            <a:rect r="r" b="b" t="t" l="l"/>
            <a:pathLst>
              <a:path h="1566772" w="1566772">
                <a:moveTo>
                  <a:pt x="0" y="0"/>
                </a:moveTo>
                <a:lnTo>
                  <a:pt x="1566772" y="0"/>
                </a:lnTo>
                <a:lnTo>
                  <a:pt x="1566772" y="1566772"/>
                </a:lnTo>
                <a:lnTo>
                  <a:pt x="0" y="1566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10766" y="7177152"/>
            <a:ext cx="7945456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{{s17_text_1}}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10766" y="2100358"/>
            <a:ext cx="5534782" cy="228362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{{s17_title}}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9865" y="2586465"/>
            <a:ext cx="6262555" cy="83641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97"/>
              </a:lnSpc>
              <a:spcBef>
                <a:spcPct val="0"/>
              </a:spcBef>
            </a:pPr>
            <a:r>
              <a:rPr lang="en-US" sz="2427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{{s17_label_2}}</a:t>
            </a:r>
          </a:p>
        </p:txBody>
      </p:sp>
      <p:sp>
        <p:nvSpPr>
          <p:cNvPr name="Freeform 24" id="24"/>
          <p:cNvSpPr/>
          <p:nvPr/>
        </p:nvSpPr>
        <p:spPr>
          <a:xfrm flipH="true" flipV="true" rot="0">
            <a:off x="10291756" y="4491086"/>
            <a:ext cx="1566772" cy="1566772"/>
          </a:xfrm>
          <a:custGeom>
            <a:avLst/>
            <a:gdLst/>
            <a:ahLst/>
            <a:cxnLst/>
            <a:rect r="r" b="b" t="t" l="l"/>
            <a:pathLst>
              <a:path h="1566772" w="1566772">
                <a:moveTo>
                  <a:pt x="1566772" y="1566772"/>
                </a:moveTo>
                <a:lnTo>
                  <a:pt x="0" y="1566772"/>
                </a:lnTo>
                <a:lnTo>
                  <a:pt x="0" y="0"/>
                </a:lnTo>
                <a:lnTo>
                  <a:pt x="1566772" y="0"/>
                </a:lnTo>
                <a:lnTo>
                  <a:pt x="1566772" y="1566772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10766" y="6240515"/>
            <a:ext cx="5906609" cy="769218"/>
            <a:chOff x="0" y="0"/>
            <a:chExt cx="1555650" cy="202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5650" cy="202592"/>
            </a:xfrm>
            <a:custGeom>
              <a:avLst/>
              <a:gdLst/>
              <a:ahLst/>
              <a:cxnLst/>
              <a:rect r="r" b="b" t="t" l="l"/>
              <a:pathLst>
                <a:path h="202592" w="1555650">
                  <a:moveTo>
                    <a:pt x="101296" y="0"/>
                  </a:moveTo>
                  <a:lnTo>
                    <a:pt x="1454354" y="0"/>
                  </a:lnTo>
                  <a:cubicBezTo>
                    <a:pt x="1510298" y="0"/>
                    <a:pt x="1555650" y="45352"/>
                    <a:pt x="1555650" y="101296"/>
                  </a:cubicBezTo>
                  <a:lnTo>
                    <a:pt x="1555650" y="101296"/>
                  </a:lnTo>
                  <a:cubicBezTo>
                    <a:pt x="1555650" y="157240"/>
                    <a:pt x="1510298" y="202592"/>
                    <a:pt x="1454354" y="202592"/>
                  </a:cubicBezTo>
                  <a:lnTo>
                    <a:pt x="101296" y="202592"/>
                  </a:lnTo>
                  <a:cubicBezTo>
                    <a:pt x="45352" y="202592"/>
                    <a:pt x="0" y="157240"/>
                    <a:pt x="0" y="101296"/>
                  </a:cubicBezTo>
                  <a:lnTo>
                    <a:pt x="0" y="101296"/>
                  </a:lnTo>
                  <a:cubicBezTo>
                    <a:pt x="0" y="45352"/>
                    <a:pt x="45352" y="0"/>
                    <a:pt x="101296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55650" cy="250217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>{{s18_label_1}}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56456" y="1885469"/>
            <a:ext cx="14421829" cy="3913429"/>
            <a:chOff x="0" y="0"/>
            <a:chExt cx="2234319" cy="606293"/>
          </a:xfrm>
        </p:grpSpPr>
        <p:sp>
          <p:nvSpPr>
            <p:cNvPr name="{{image_3}}" id="14" descr="{{image_3}}"/>
            <p:cNvSpPr/>
            <p:nvPr/>
          </p:nvSpPr>
          <p:spPr>
            <a:xfrm flipH="false" flipV="false" rot="0">
              <a:off x="0" y="0"/>
              <a:ext cx="2234319" cy="606293"/>
            </a:xfrm>
            <a:custGeom>
              <a:avLst/>
              <a:gdLst/>
              <a:ahLst/>
              <a:cxnLst/>
              <a:rect r="r" b="b" t="t" l="l"/>
              <a:pathLst>
                <a:path h="606293" w="2234319">
                  <a:moveTo>
                    <a:pt x="0" y="0"/>
                  </a:moveTo>
                  <a:lnTo>
                    <a:pt x="2234319" y="0"/>
                  </a:lnTo>
                  <a:lnTo>
                    <a:pt x="2234319" y="606293"/>
                  </a:lnTo>
                  <a:lnTo>
                    <a:pt x="0" y="606293"/>
                  </a:lnTo>
                  <a:close/>
                </a:path>
              </a:pathLst>
            </a:custGeom>
            <a:blipFill>
              <a:blip r:embed="rId6">
                <a:alphaModFix amt="43999"/>
              </a:blip>
              <a:stretch>
                <a:fillRect l="0" t="-72994" r="0" b="-72994"/>
              </a:stretch>
            </a:blipFill>
            <a:ln w="19050" cap="sq">
              <a:solidFill>
                <a:srgbClr val="F2C846">
                  <a:alpha val="43922"/>
                </a:srgbClr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5400000">
            <a:off x="1284618" y="2511618"/>
            <a:ext cx="3913429" cy="2661132"/>
          </a:xfrm>
          <a:custGeom>
            <a:avLst/>
            <a:gdLst/>
            <a:ahLst/>
            <a:cxnLst/>
            <a:rect r="r" b="b" t="t" l="l"/>
            <a:pathLst>
              <a:path h="2661132" w="3913429">
                <a:moveTo>
                  <a:pt x="0" y="0"/>
                </a:moveTo>
                <a:lnTo>
                  <a:pt x="3913429" y="0"/>
                </a:lnTo>
                <a:lnTo>
                  <a:pt x="3913429" y="2661132"/>
                </a:lnTo>
                <a:lnTo>
                  <a:pt x="0" y="26611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5400000">
            <a:off x="13085340" y="2511618"/>
            <a:ext cx="3913429" cy="2661132"/>
          </a:xfrm>
          <a:custGeom>
            <a:avLst/>
            <a:gdLst/>
            <a:ahLst/>
            <a:cxnLst/>
            <a:rect r="r" b="b" t="t" l="l"/>
            <a:pathLst>
              <a:path h="2661132" w="3913429">
                <a:moveTo>
                  <a:pt x="3913429" y="2661132"/>
                </a:moveTo>
                <a:lnTo>
                  <a:pt x="0" y="2661132"/>
                </a:lnTo>
                <a:lnTo>
                  <a:pt x="0" y="0"/>
                </a:lnTo>
                <a:lnTo>
                  <a:pt x="3913429" y="0"/>
                </a:lnTo>
                <a:lnTo>
                  <a:pt x="3913429" y="266113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31994" y="1060738"/>
            <a:ext cx="4024013" cy="973079"/>
          </a:xfrm>
          <a:custGeom>
            <a:avLst/>
            <a:gdLst/>
            <a:ahLst/>
            <a:cxnLst/>
            <a:rect r="r" b="b" t="t" l="l"/>
            <a:pathLst>
              <a:path h="973079" w="4024013">
                <a:moveTo>
                  <a:pt x="0" y="0"/>
                </a:moveTo>
                <a:lnTo>
                  <a:pt x="4024012" y="0"/>
                </a:lnTo>
                <a:lnTo>
                  <a:pt x="4024012" y="973080"/>
                </a:lnTo>
                <a:lnTo>
                  <a:pt x="0" y="9730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262311" y="3296766"/>
            <a:ext cx="7763377" cy="15512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{{s18_title}}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56456" y="7159051"/>
            <a:ext cx="7027969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{{s18_text_1}}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50316" y="7159051"/>
            <a:ext cx="7027969" cy="1249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956456" y="5669331"/>
            <a:ext cx="4936207" cy="857224"/>
            <a:chOff x="0" y="0"/>
            <a:chExt cx="1300071" cy="225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0071" cy="225771"/>
            </a:xfrm>
            <a:custGeom>
              <a:avLst/>
              <a:gdLst/>
              <a:ahLst/>
              <a:cxnLst/>
              <a:rect r="r" b="b" t="t" l="l"/>
              <a:pathLst>
                <a:path h="225771" w="1300071">
                  <a:moveTo>
                    <a:pt x="112885" y="0"/>
                  </a:moveTo>
                  <a:lnTo>
                    <a:pt x="1187186" y="0"/>
                  </a:lnTo>
                  <a:cubicBezTo>
                    <a:pt x="1217125" y="0"/>
                    <a:pt x="1245838" y="11893"/>
                    <a:pt x="1267008" y="33063"/>
                  </a:cubicBezTo>
                  <a:cubicBezTo>
                    <a:pt x="1288178" y="54233"/>
                    <a:pt x="1300071" y="82946"/>
                    <a:pt x="1300071" y="112885"/>
                  </a:cubicBezTo>
                  <a:lnTo>
                    <a:pt x="1300071" y="112885"/>
                  </a:lnTo>
                  <a:cubicBezTo>
                    <a:pt x="1300071" y="175230"/>
                    <a:pt x="1249531" y="225771"/>
                    <a:pt x="1187186" y="225771"/>
                  </a:cubicBezTo>
                  <a:lnTo>
                    <a:pt x="112885" y="225771"/>
                  </a:lnTo>
                  <a:cubicBezTo>
                    <a:pt x="82946" y="225771"/>
                    <a:pt x="54233" y="213878"/>
                    <a:pt x="33063" y="192707"/>
                  </a:cubicBezTo>
                  <a:cubicBezTo>
                    <a:pt x="11893" y="171537"/>
                    <a:pt x="0" y="142825"/>
                    <a:pt x="0" y="112885"/>
                  </a:cubicBezTo>
                  <a:lnTo>
                    <a:pt x="0" y="112885"/>
                  </a:lnTo>
                  <a:cubicBezTo>
                    <a:pt x="0" y="82946"/>
                    <a:pt x="11893" y="54233"/>
                    <a:pt x="33063" y="33063"/>
                  </a:cubicBezTo>
                  <a:cubicBezTo>
                    <a:pt x="54233" y="11893"/>
                    <a:pt x="82946" y="0"/>
                    <a:pt x="112885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00071" cy="273396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3316"/>
                </a:lnSpc>
              </a:pPr>
              <a:r>
                <a:rPr lang="en-US" sz="23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/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19833" y="1885469"/>
            <a:ext cx="6658452" cy="6524433"/>
            <a:chOff x="0" y="0"/>
            <a:chExt cx="1031568" cy="10108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568" cy="1010805"/>
            </a:xfrm>
            <a:custGeom>
              <a:avLst/>
              <a:gdLst/>
              <a:ahLst/>
              <a:cxnLst/>
              <a:rect r="r" b="b" t="t" l="l"/>
              <a:pathLst>
                <a:path h="1010805" w="1031568">
                  <a:moveTo>
                    <a:pt x="0" y="0"/>
                  </a:moveTo>
                  <a:lnTo>
                    <a:pt x="1031568" y="0"/>
                  </a:lnTo>
                  <a:lnTo>
                    <a:pt x="1031568" y="1010805"/>
                  </a:lnTo>
                  <a:lnTo>
                    <a:pt x="0" y="1010805"/>
                  </a:lnTo>
                  <a:close/>
                </a:path>
              </a:pathLst>
            </a:custGeom>
            <a:blipFill>
              <a:blip r:embed="rId6"/>
              <a:stretch>
                <a:fillRect l="-23398" t="0" r="-23398" b="0"/>
              </a:stretch>
            </a:blipFill>
            <a:ln w="19050" cap="sq">
              <a:solidFill>
                <a:srgbClr val="F2C846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38018" y="6907502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2"/>
                </a:lnTo>
                <a:lnTo>
                  <a:pt x="0" y="1005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56456" y="2104544"/>
            <a:ext cx="6669327" cy="155056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04"/>
              </a:lnSpc>
            </a:pPr>
            <a:r>
              <a:rPr lang="en-US" sz="682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{{adabiyotlar}}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6456" y="6845897"/>
            <a:ext cx="7187544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C846"/>
                </a:solidFill>
                <a:latin typeface="PT Serif"/>
                <a:ea typeface="PT Serif"/>
                <a:cs typeface="PT Serif"/>
                <a:sym typeface="PT Serif"/>
              </a:rPr>
              <a:t>{{adabiyotlar_ro_yxati}}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186996" y="2649797"/>
            <a:ext cx="764037" cy="1005312"/>
          </a:xfrm>
          <a:custGeom>
            <a:avLst/>
            <a:gdLst/>
            <a:ahLst/>
            <a:cxnLst/>
            <a:rect r="r" b="b" t="t" l="l"/>
            <a:pathLst>
              <a:path h="1005312" w="764037">
                <a:moveTo>
                  <a:pt x="0" y="0"/>
                </a:moveTo>
                <a:lnTo>
                  <a:pt x="764037" y="0"/>
                </a:lnTo>
                <a:lnTo>
                  <a:pt x="764037" y="1005313"/>
                </a:lnTo>
                <a:lnTo>
                  <a:pt x="0" y="10053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137363" y="0"/>
                  </a:moveTo>
                  <a:cubicBezTo>
                    <a:pt x="956930" y="0"/>
                    <a:pt x="0" y="485204"/>
                    <a:pt x="0" y="1083733"/>
                  </a:cubicBezTo>
                  <a:cubicBezTo>
                    <a:pt x="0" y="1682263"/>
                    <a:pt x="956930" y="2167467"/>
                    <a:pt x="2137363" y="2167467"/>
                  </a:cubicBezTo>
                  <a:cubicBezTo>
                    <a:pt x="3317796" y="2167467"/>
                    <a:pt x="4274726" y="1682263"/>
                    <a:pt x="4274726" y="1083733"/>
                  </a:cubicBezTo>
                  <a:cubicBezTo>
                    <a:pt x="4274726" y="485204"/>
                    <a:pt x="3317796" y="0"/>
                    <a:pt x="2137363" y="0"/>
                  </a:cubicBezTo>
                  <a:close/>
                </a:path>
              </a:pathLst>
            </a:custGeom>
            <a:ln w="19050" cap="sq">
              <a:solidFill>
                <a:srgbClr val="F2C84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400756" y="155575"/>
              <a:ext cx="3473215" cy="18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0" y="0"/>
                </a:moveTo>
                <a:lnTo>
                  <a:pt x="5838145" y="0"/>
                </a:lnTo>
                <a:lnTo>
                  <a:pt x="5838145" y="5838145"/>
                </a:lnTo>
                <a:lnTo>
                  <a:pt x="0" y="583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449855" y="4491086"/>
            <a:ext cx="5838145" cy="5838145"/>
          </a:xfrm>
          <a:custGeom>
            <a:avLst/>
            <a:gdLst/>
            <a:ahLst/>
            <a:cxnLst/>
            <a:rect r="r" b="b" t="t" l="l"/>
            <a:pathLst>
              <a:path h="5838145" w="5838145">
                <a:moveTo>
                  <a:pt x="5838145" y="5838144"/>
                </a:moveTo>
                <a:lnTo>
                  <a:pt x="0" y="5838144"/>
                </a:lnTo>
                <a:lnTo>
                  <a:pt x="0" y="0"/>
                </a:lnTo>
                <a:lnTo>
                  <a:pt x="5838145" y="0"/>
                </a:lnTo>
                <a:lnTo>
                  <a:pt x="5838145" y="58381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07212" y="537869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0"/>
                </a:moveTo>
                <a:lnTo>
                  <a:pt x="3476716" y="0"/>
                </a:lnTo>
                <a:lnTo>
                  <a:pt x="3476716" y="752235"/>
                </a:lnTo>
                <a:lnTo>
                  <a:pt x="0" y="75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700986" y="9037766"/>
            <a:ext cx="3476716" cy="752235"/>
          </a:xfrm>
          <a:custGeom>
            <a:avLst/>
            <a:gdLst/>
            <a:ahLst/>
            <a:cxnLst/>
            <a:rect r="r" b="b" t="t" l="l"/>
            <a:pathLst>
              <a:path h="752235" w="3476716">
                <a:moveTo>
                  <a:pt x="0" y="752235"/>
                </a:moveTo>
                <a:lnTo>
                  <a:pt x="3476716" y="752235"/>
                </a:lnTo>
                <a:lnTo>
                  <a:pt x="3476716" y="0"/>
                </a:lnTo>
                <a:lnTo>
                  <a:pt x="0" y="0"/>
                </a:lnTo>
                <a:lnTo>
                  <a:pt x="0" y="752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5780805" y="719073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077904" y="9610157"/>
            <a:ext cx="8371951" cy="0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7569015" y="719073"/>
            <a:ext cx="0" cy="3894745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20036" y="5798898"/>
            <a:ext cx="0" cy="3801734"/>
          </a:xfrm>
          <a:prstGeom prst="line">
            <a:avLst/>
          </a:prstGeom>
          <a:ln cap="flat" w="19050">
            <a:solidFill>
              <a:srgbClr val="F2C8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2183762" y="4114230"/>
            <a:ext cx="13920477" cy="277958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407"/>
              </a:lnSpc>
            </a:pPr>
            <a:r>
              <a:rPr lang="en-US" sz="10000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{{yakun}}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30929" y="7248675"/>
            <a:ext cx="3826143" cy="643959"/>
            <a:chOff x="0" y="0"/>
            <a:chExt cx="1007708" cy="1696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7708" cy="169602"/>
            </a:xfrm>
            <a:custGeom>
              <a:avLst/>
              <a:gdLst/>
              <a:ahLst/>
              <a:cxnLst/>
              <a:rect r="r" b="b" t="t" l="l"/>
              <a:pathLst>
                <a:path h="169602" w="1007708">
                  <a:moveTo>
                    <a:pt x="84801" y="0"/>
                  </a:moveTo>
                  <a:lnTo>
                    <a:pt x="922907" y="0"/>
                  </a:lnTo>
                  <a:cubicBezTo>
                    <a:pt x="969742" y="0"/>
                    <a:pt x="1007708" y="37967"/>
                    <a:pt x="1007708" y="84801"/>
                  </a:cubicBezTo>
                  <a:lnTo>
                    <a:pt x="1007708" y="84801"/>
                  </a:lnTo>
                  <a:cubicBezTo>
                    <a:pt x="1007708" y="131636"/>
                    <a:pt x="969742" y="169602"/>
                    <a:pt x="922907" y="169602"/>
                  </a:cubicBezTo>
                  <a:lnTo>
                    <a:pt x="84801" y="169602"/>
                  </a:lnTo>
                  <a:cubicBezTo>
                    <a:pt x="37967" y="169602"/>
                    <a:pt x="0" y="131636"/>
                    <a:pt x="0" y="84801"/>
                  </a:cubicBezTo>
                  <a:lnTo>
                    <a:pt x="0" y="84801"/>
                  </a:lnTo>
                  <a:cubicBezTo>
                    <a:pt x="0" y="37967"/>
                    <a:pt x="37967" y="0"/>
                    <a:pt x="84801" y="0"/>
                  </a:cubicBezTo>
                  <a:close/>
                </a:path>
              </a:pathLst>
            </a:custGeom>
            <a:ln w="19050" cap="rnd">
              <a:solidFill>
                <a:srgbClr val="F2C846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07708" cy="207702"/>
            </a:xfrm>
            <a:prstGeom prst="rect">
              <a:avLst/>
            </a:prstGeom>
          </p:spPr>
          <p:txBody>
            <a:bodyPr anchor="ctr" rtlCol="false" tIns="50800" lIns="50800" bIns="50800" rIns="50800" wrap="square">
              <a:normAutofit/>
            </a:bodyPr>
            <a:lstStyle/>
            <a:p>
              <a:pPr algn="ctr">
                <a:lnSpc>
                  <a:spcPts val="2896"/>
                </a:lnSpc>
              </a:pPr>
              <a:r>
                <a:rPr lang="en-US" sz="2068">
                  <a:solidFill>
                    <a:srgbClr val="F2C846"/>
                  </a:solidFill>
                  <a:latin typeface="Radley"/>
                  <a:ea typeface="Radley"/>
                  <a:cs typeface="Radley"/>
                  <a:sym typeface="Radley"/>
                </a:rPr>
                <a:t/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867539" y="2394367"/>
            <a:ext cx="552922" cy="552922"/>
          </a:xfrm>
          <a:custGeom>
            <a:avLst/>
            <a:gdLst/>
            <a:ahLst/>
            <a:cxnLst/>
            <a:rect r="r" b="b" t="t" l="l"/>
            <a:pathLst>
              <a:path h="552922" w="552922">
                <a:moveTo>
                  <a:pt x="0" y="0"/>
                </a:moveTo>
                <a:lnTo>
                  <a:pt x="552922" y="0"/>
                </a:lnTo>
                <a:lnTo>
                  <a:pt x="552922" y="552922"/>
                </a:lnTo>
                <a:lnTo>
                  <a:pt x="0" y="552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1589" y="7435141"/>
            <a:ext cx="1316894" cy="390280"/>
          </a:xfrm>
          <a:custGeom>
            <a:avLst/>
            <a:gdLst/>
            <a:ahLst/>
            <a:cxnLst/>
            <a:rect r="r" b="b" t="t" l="l"/>
            <a:pathLst>
              <a:path h="390280" w="1316894">
                <a:moveTo>
                  <a:pt x="0" y="0"/>
                </a:moveTo>
                <a:lnTo>
                  <a:pt x="1316894" y="0"/>
                </a:lnTo>
                <a:lnTo>
                  <a:pt x="1316894" y="390279"/>
                </a:lnTo>
                <a:lnTo>
                  <a:pt x="0" y="390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910567" y="2461580"/>
            <a:ext cx="1316894" cy="390280"/>
          </a:xfrm>
          <a:custGeom>
            <a:avLst/>
            <a:gdLst/>
            <a:ahLst/>
            <a:cxnLst/>
            <a:rect r="r" b="b" t="t" l="l"/>
            <a:pathLst>
              <a:path h="390280" w="1316894">
                <a:moveTo>
                  <a:pt x="0" y="0"/>
                </a:moveTo>
                <a:lnTo>
                  <a:pt x="1316895" y="0"/>
                </a:lnTo>
                <a:lnTo>
                  <a:pt x="1316895" y="390279"/>
                </a:lnTo>
                <a:lnTo>
                  <a:pt x="0" y="390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22273" y="3008843"/>
            <a:ext cx="3243454" cy="3529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sz="2068">
                <a:solidFill>
                  <a:srgbClr val="F2C846"/>
                </a:solidFill>
                <a:latin typeface="Radley"/>
                <a:ea typeface="Radley"/>
                <a:cs typeface="Radley"/>
                <a:sym typeface="Radley"/>
              </a:rPr>
              <a:t>{{muallif}}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DAHXZEVEnTA</dc:identifier>
  <dcterms:modified xsi:type="dcterms:W3CDTF">2011-08-01T06:04:30Z</dcterms:modified>
  <cp:revision>1</cp:revision>
  <dc:title>Black Gold Art Deco Legal Consulting Presentation</dc:title>
</cp:coreProperties>
</file>