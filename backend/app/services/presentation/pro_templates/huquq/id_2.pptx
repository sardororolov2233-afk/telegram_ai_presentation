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arget="ppt/presentation.xml" Type="http://schemas.openxmlformats.org/officeDocument/2006/relationships/officeDocument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SubjectSlide1"/>
    <p:sldId id="257" r:id="rIdSubjectSlide2"/>
    <p:sldId id="258" r:id="rIdSubjectSlide3"/>
    <p:sldId id="259" r:id="rIdSubjectSlide4"/>
    <p:sldId id="260" r:id="rIdSubjectSlide5"/>
    <p:sldId id="261" r:id="rIdSubjectSlide6"/>
    <p:sldId id="262" r:id="rIdSubjectSlide7"/>
    <p:sldId id="263" r:id="rIdSubjectSlide8"/>
    <p:sldId id="264" r:id="rIdSubjectSlide9"/>
    <p:sldId id="265" r:id="rIdSubjectSlide10"/>
    <p:sldId id="266" r:id="rIdSubjectSlide11"/>
    <p:sldId id="267" r:id="rIdSubjectSlide12"/>
    <p:sldId id="268" r:id="rIdSubjectSlide13"/>
    <p:sldId id="269" r:id="rIdSubjectSlide14"/>
    <p:sldId id="270" r:id="rIdSubjectSlide15"/>
    <p:sldId id="271" r:id="rIdSubjectSlide16"/>
    <p:sldId id="272" r:id="rIdSubjectSlide17"/>
    <p:sldId id="273" r:id="rIdSubjectSlide18"/>
    <p:sldId id="274" r:id="rIdSubjectSlide19"/>
    <p:sldId id="275" r:id="rIdSubjectSlide20"/>
  </p:sldIdLst>
  <p:sldSz cx="18288000" cy="10287000"/>
  <p:notesSz cx="6858000" cy="9144000"/>
  <p:embeddedFontLst>
    <p:embeddedFont>
      <p:font typeface="Anton" charset="1" panose="00000500000000000000"/>
      <p:regular r:id="rId16"/>
    </p:embeddedFont>
    <p:embeddedFont>
      <p:font typeface="Raleway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arget="slideMasters/slideMaster1.xml" Type="http://schemas.openxmlformats.org/officeDocument/2006/relationships/slideMaster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SubjectSlide1" Type="http://schemas.openxmlformats.org/officeDocument/2006/relationships/slide" Target="slides/slide1.xml"/><Relationship Id="rIdSubjectSlide2" Type="http://schemas.openxmlformats.org/officeDocument/2006/relationships/slide" Target="slides/slide2.xml"/><Relationship Id="rIdSubjectSlide3" Type="http://schemas.openxmlformats.org/officeDocument/2006/relationships/slide" Target="slides/slide3.xml"/><Relationship Id="rIdSubjectSlide4" Type="http://schemas.openxmlformats.org/officeDocument/2006/relationships/slide" Target="slides/slide4.xml"/><Relationship Id="rIdSubjectSlide5" Type="http://schemas.openxmlformats.org/officeDocument/2006/relationships/slide" Target="slides/slide5.xml"/><Relationship Id="rIdSubjectSlide6" Type="http://schemas.openxmlformats.org/officeDocument/2006/relationships/slide" Target="slides/slide6.xml"/><Relationship Id="rIdSubjectSlide7" Type="http://schemas.openxmlformats.org/officeDocument/2006/relationships/slide" Target="slides/slide7.xml"/><Relationship Id="rIdSubjectSlide8" Type="http://schemas.openxmlformats.org/officeDocument/2006/relationships/slide" Target="slides/slide8.xml"/><Relationship Id="rIdSubjectSlide9" Type="http://schemas.openxmlformats.org/officeDocument/2006/relationships/slide" Target="slides/slide9.xml"/><Relationship Id="rIdSubjectSlide10" Type="http://schemas.openxmlformats.org/officeDocument/2006/relationships/slide" Target="slides/slide10.xml"/><Relationship Id="rIdSubjectSlide11" Type="http://schemas.openxmlformats.org/officeDocument/2006/relationships/slide" Target="slides/slide11.xml"/><Relationship Id="rIdSubjectSlide12" Type="http://schemas.openxmlformats.org/officeDocument/2006/relationships/slide" Target="slides/slide12.xml"/><Relationship Id="rIdSubjectSlide13" Type="http://schemas.openxmlformats.org/officeDocument/2006/relationships/slide" Target="slides/slide13.xml"/><Relationship Id="rIdSubjectSlide14" Type="http://schemas.openxmlformats.org/officeDocument/2006/relationships/slide" Target="slides/slide14.xml"/><Relationship Id="rIdSubjectSlide15" Type="http://schemas.openxmlformats.org/officeDocument/2006/relationships/slide" Target="slides/slide15.xml"/><Relationship Id="rIdSubjectSlide16" Type="http://schemas.openxmlformats.org/officeDocument/2006/relationships/slide" Target="slides/slide16.xml"/><Relationship Id="rIdSubjectSlide17" Type="http://schemas.openxmlformats.org/officeDocument/2006/relationships/slide" Target="slides/slide17.xml"/><Relationship Id="rIdSubjectSlide18" Type="http://schemas.openxmlformats.org/officeDocument/2006/relationships/slide" Target="slides/slide18.xml"/><Relationship Id="rIdSubjectSlide19" Type="http://schemas.openxmlformats.org/officeDocument/2006/relationships/slide" Target="slides/slide19.xml"/><Relationship Id="rIdSubjectSlide20" Type="http://schemas.openxmlformats.org/officeDocument/2006/relationships/slide" Target="slides/slide20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/Relationships>
</file>

<file path=ppt/slides/_rels/slide3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5.jpe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4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2" Target="../media/image10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6.jpeg" Type="http://schemas.openxmlformats.org/officeDocument/2006/relationships/image"/><Relationship Id="rId8" Target="../media/image17.jpe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5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6.jpe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6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20.jpeg" Type="http://schemas.openxmlformats.org/officeDocument/2006/relationships/image"/></Relationships>
</file>

<file path=ppt/slides/_rels/slide7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21.jpeg" Type="http://schemas.openxmlformats.org/officeDocument/2006/relationships/image"/></Relationships>
</file>

<file path=ppt/slides/_rels/slide8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jpeg" Type="http://schemas.openxmlformats.org/officeDocument/2006/relationships/image"/><Relationship Id="rId2" Target="../media/image10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22.jpeg" Type="http://schemas.openxmlformats.org/officeDocument/2006/relationships/image"/></Relationships>
</file>

<file path=ppt/slides/_rels/slide9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/Relationships>
</file>

<file path=ppt/slides/_rels/slide10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15.jpeg" Type="http://schemas.openxmlformats.org/officeDocument/2006/relationships/image"/></Relationships>
</file>

<file path=ppt/slides/_rels/slide11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2" Target="../media/image10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6.jpeg" Type="http://schemas.openxmlformats.org/officeDocument/2006/relationships/image"/><Relationship Id="rId8" Target="../media/image17.jpe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12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6.jpe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13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20.jpeg" Type="http://schemas.openxmlformats.org/officeDocument/2006/relationships/image"/></Relationships>
</file>

<file path=ppt/slides/_rels/slide14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21.jpeg" Type="http://schemas.openxmlformats.org/officeDocument/2006/relationships/image"/></Relationships>
</file>

<file path=ppt/slides/_rels/slide15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jpeg" Type="http://schemas.openxmlformats.org/officeDocument/2006/relationships/image"/><Relationship Id="rId2" Target="../media/image10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22.jpeg" Type="http://schemas.openxmlformats.org/officeDocument/2006/relationships/image"/></Relationships>
</file>

<file path=ppt/slides/_rels/slide16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/Relationships>
</file>

<file path=ppt/slides/_rels/slide17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15.jpeg" Type="http://schemas.openxmlformats.org/officeDocument/2006/relationships/image"/></Relationships>
</file>

<file path=ppt/slides/_rels/slide18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21.jpeg" Type="http://schemas.openxmlformats.org/officeDocument/2006/relationships/image"/></Relationships>
</file>

<file path=ppt/slides/_rels/slide19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5.jpe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20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0989" t="0" r="-21753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585384" y="-3240527"/>
            <a:ext cx="8857621" cy="8857621"/>
          </a:xfrm>
          <a:custGeom>
            <a:avLst/>
            <a:gdLst/>
            <a:ahLst/>
            <a:cxnLst/>
            <a:rect r="r" b="b" t="t" l="l"/>
            <a:pathLst>
              <a:path h="8857621" w="8857621">
                <a:moveTo>
                  <a:pt x="0" y="0"/>
                </a:moveTo>
                <a:lnTo>
                  <a:pt x="8857621" y="0"/>
                </a:lnTo>
                <a:lnTo>
                  <a:pt x="8857621" y="8857620"/>
                </a:lnTo>
                <a:lnTo>
                  <a:pt x="0" y="88576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9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035321" y="-451491"/>
            <a:ext cx="10484931" cy="11078190"/>
            <a:chOff x="0" y="0"/>
            <a:chExt cx="2761463" cy="291771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61463" cy="2917713"/>
            </a:xfrm>
            <a:custGeom>
              <a:avLst/>
              <a:gdLst/>
              <a:ahLst/>
              <a:cxnLst/>
              <a:rect r="r" b="b" t="t" l="l"/>
              <a:pathLst>
                <a:path h="2917713" w="2761463">
                  <a:moveTo>
                    <a:pt x="0" y="0"/>
                  </a:moveTo>
                  <a:lnTo>
                    <a:pt x="2761463" y="0"/>
                  </a:lnTo>
                  <a:lnTo>
                    <a:pt x="2761463" y="2917713"/>
                  </a:lnTo>
                  <a:lnTo>
                    <a:pt x="0" y="2917713"/>
                  </a:lnTo>
                  <a:close/>
                </a:path>
              </a:pathLst>
            </a:custGeom>
            <a:gradFill rotWithShape="true">
              <a:gsLst>
                <a:gs pos="0">
                  <a:srgbClr val="180F0F">
                    <a:alpha val="0"/>
                  </a:srgbClr>
                </a:gs>
                <a:gs pos="100000">
                  <a:srgbClr val="43401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761463" cy="29653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3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9795840" y="1888552"/>
            <a:ext cx="630621" cy="606047"/>
          </a:xfrm>
          <a:custGeom>
            <a:avLst/>
            <a:gdLst/>
            <a:ahLst/>
            <a:cxnLst/>
            <a:rect r="r" b="b" t="t" l="l"/>
            <a:pathLst>
              <a:path h="606047" w="630621">
                <a:moveTo>
                  <a:pt x="0" y="0"/>
                </a:moveTo>
                <a:lnTo>
                  <a:pt x="630621" y="0"/>
                </a:lnTo>
                <a:lnTo>
                  <a:pt x="630621" y="606046"/>
                </a:lnTo>
                <a:lnTo>
                  <a:pt x="0" y="6060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9899239" y="8635786"/>
            <a:ext cx="5342316" cy="750440"/>
            <a:chOff x="0" y="0"/>
            <a:chExt cx="1407030" cy="19764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07030" cy="197647"/>
            </a:xfrm>
            <a:custGeom>
              <a:avLst/>
              <a:gdLst/>
              <a:ahLst/>
              <a:cxnLst/>
              <a:rect r="r" b="b" t="t" l="l"/>
              <a:pathLst>
                <a:path h="197647" w="1407030">
                  <a:moveTo>
                    <a:pt x="0" y="0"/>
                  </a:moveTo>
                  <a:lnTo>
                    <a:pt x="1407030" y="0"/>
                  </a:lnTo>
                  <a:lnTo>
                    <a:pt x="1407030" y="197647"/>
                  </a:lnTo>
                  <a:lnTo>
                    <a:pt x="0" y="197647"/>
                  </a:lnTo>
                  <a:close/>
                </a:path>
              </a:pathLst>
            </a:custGeom>
            <a:ln w="9525" cap="sq">
              <a:gradFill>
                <a:gsLst>
                  <a:gs pos="0">
                    <a:srgbClr val="C1AC8A">
                      <a:alpha val="100000"/>
                    </a:srgbClr>
                  </a:gs>
                  <a:gs pos="100000">
                    <a:srgbClr val="4B5835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407030" cy="245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3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4452650" y="8825831"/>
            <a:ext cx="384150" cy="384150"/>
          </a:xfrm>
          <a:custGeom>
            <a:avLst/>
            <a:gdLst/>
            <a:ahLst/>
            <a:cxnLst/>
            <a:rect r="r" b="b" t="t" l="l"/>
            <a:pathLst>
              <a:path h="384150" w="384150">
                <a:moveTo>
                  <a:pt x="0" y="0"/>
                </a:moveTo>
                <a:lnTo>
                  <a:pt x="384150" y="0"/>
                </a:lnTo>
                <a:lnTo>
                  <a:pt x="384150" y="384150"/>
                </a:lnTo>
                <a:lnTo>
                  <a:pt x="0" y="3841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795840" y="3275648"/>
            <a:ext cx="7308767" cy="305277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4982"/>
              </a:lnSpc>
              <a:spcBef>
                <a:spcPct val="0"/>
              </a:spcBef>
            </a:pPr>
            <a:r>
              <a:rPr lang="en-US" sz="10000">
                <a:solidFill>
                  <a:srgbClr val="F2D29F"/>
                </a:solidFill>
                <a:latin typeface="Anton"/>
                <a:ea typeface="Anton"/>
                <a:cs typeface="Anton"/>
                <a:sym typeface="Anton"/>
              </a:rPr>
              <a:t>{{topic}}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693125" y="6212023"/>
            <a:ext cx="8724411" cy="1306549"/>
            <a:chOff x="0" y="0"/>
            <a:chExt cx="2297787" cy="34411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97787" cy="344112"/>
            </a:xfrm>
            <a:custGeom>
              <a:avLst/>
              <a:gdLst/>
              <a:ahLst/>
              <a:cxnLst/>
              <a:rect r="r" b="b" t="t" l="l"/>
              <a:pathLst>
                <a:path h="344112" w="2297787">
                  <a:moveTo>
                    <a:pt x="0" y="0"/>
                  </a:moveTo>
                  <a:lnTo>
                    <a:pt x="2297787" y="0"/>
                  </a:lnTo>
                  <a:lnTo>
                    <a:pt x="2297787" y="344112"/>
                  </a:lnTo>
                  <a:lnTo>
                    <a:pt x="0" y="344112"/>
                  </a:lnTo>
                  <a:close/>
                </a:path>
              </a:pathLst>
            </a:custGeom>
            <a:gradFill rotWithShape="true">
              <a:gsLst>
                <a:gs pos="0">
                  <a:srgbClr val="180F0F">
                    <a:alpha val="0"/>
                  </a:srgbClr>
                </a:gs>
                <a:gs pos="100000">
                  <a:srgbClr val="CEC770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2297787" cy="3917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3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6633144" y="6629566"/>
            <a:ext cx="471463" cy="471463"/>
          </a:xfrm>
          <a:custGeom>
            <a:avLst/>
            <a:gdLst/>
            <a:ahLst/>
            <a:cxnLst/>
            <a:rect r="r" b="b" t="t" l="l"/>
            <a:pathLst>
              <a:path h="471463" w="471463">
                <a:moveTo>
                  <a:pt x="0" y="0"/>
                </a:moveTo>
                <a:lnTo>
                  <a:pt x="471463" y="0"/>
                </a:lnTo>
                <a:lnTo>
                  <a:pt x="471463" y="471463"/>
                </a:lnTo>
                <a:lnTo>
                  <a:pt x="0" y="47146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731947" y="1903185"/>
            <a:ext cx="2515343" cy="48238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859"/>
              </a:lnSpc>
              <a:spcBef>
                <a:spcPct val="0"/>
              </a:spcBef>
            </a:pPr>
            <a:r>
              <a:rPr lang="en-US" sz="2756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899239" y="6481864"/>
            <a:ext cx="5899667" cy="71924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sz="2056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{{muallif}}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9971" y="8768681"/>
            <a:ext cx="3765360" cy="39332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126"/>
              </a:lnSpc>
              <a:spcBef>
                <a:spcPct val="0"/>
              </a:spcBef>
            </a:pPr>
            <a:r>
              <a:rPr lang="en-US" sz="2232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0989" t="0" r="-21753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71973" y="1205331"/>
            <a:ext cx="630621" cy="606047"/>
          </a:xfrm>
          <a:custGeom>
            <a:avLst/>
            <a:gdLst/>
            <a:ahLst/>
            <a:cxnLst/>
            <a:rect r="r" b="b" t="t" l="l"/>
            <a:pathLst>
              <a:path h="606047" w="630621">
                <a:moveTo>
                  <a:pt x="0" y="0"/>
                </a:moveTo>
                <a:lnTo>
                  <a:pt x="630621" y="0"/>
                </a:lnTo>
                <a:lnTo>
                  <a:pt x="630621" y="606047"/>
                </a:lnTo>
                <a:lnTo>
                  <a:pt x="0" y="6060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71973" y="8762897"/>
            <a:ext cx="5342316" cy="750440"/>
            <a:chOff x="0" y="0"/>
            <a:chExt cx="1407030" cy="19764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07030" cy="197647"/>
            </a:xfrm>
            <a:custGeom>
              <a:avLst/>
              <a:gdLst/>
              <a:ahLst/>
              <a:cxnLst/>
              <a:rect r="r" b="b" t="t" l="l"/>
              <a:pathLst>
                <a:path h="197647" w="1407030">
                  <a:moveTo>
                    <a:pt x="0" y="0"/>
                  </a:moveTo>
                  <a:lnTo>
                    <a:pt x="1407030" y="0"/>
                  </a:lnTo>
                  <a:lnTo>
                    <a:pt x="1407030" y="197647"/>
                  </a:lnTo>
                  <a:lnTo>
                    <a:pt x="0" y="197647"/>
                  </a:lnTo>
                  <a:close/>
                </a:path>
              </a:pathLst>
            </a:custGeom>
            <a:ln w="9525" cap="sq">
              <a:gradFill>
                <a:gsLst>
                  <a:gs pos="0">
                    <a:srgbClr val="C1AC8A">
                      <a:alpha val="100000"/>
                    </a:srgbClr>
                  </a:gs>
                  <a:gs pos="100000">
                    <a:srgbClr val="4B5835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407030" cy="245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3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6325384" y="8952942"/>
            <a:ext cx="384150" cy="384150"/>
          </a:xfrm>
          <a:custGeom>
            <a:avLst/>
            <a:gdLst/>
            <a:ahLst/>
            <a:cxnLst/>
            <a:rect r="r" b="b" t="t" l="l"/>
            <a:pathLst>
              <a:path h="384150" w="384150">
                <a:moveTo>
                  <a:pt x="0" y="0"/>
                </a:moveTo>
                <a:lnTo>
                  <a:pt x="384150" y="0"/>
                </a:lnTo>
                <a:lnTo>
                  <a:pt x="384150" y="384150"/>
                </a:lnTo>
                <a:lnTo>
                  <a:pt x="0" y="3841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708080" y="1219965"/>
            <a:ext cx="2515343" cy="48238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859"/>
              </a:lnSpc>
              <a:spcBef>
                <a:spcPct val="0"/>
              </a:spcBef>
            </a:pPr>
            <a:r>
              <a:rPr lang="en-US" sz="2756">
                <a:solidFill>
                  <a:srgbClr val="010101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62705" y="8895792"/>
            <a:ext cx="3765360" cy="39332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126"/>
              </a:lnSpc>
              <a:spcBef>
                <a:spcPct val="0"/>
              </a:spcBef>
            </a:pPr>
            <a:r>
              <a:rPr lang="en-US" sz="2232">
                <a:solidFill>
                  <a:srgbClr val="747161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grpSp>
        <p:nvGrpSpPr>
          <p:cNvPr name="Group 10" id="10"/>
          <p:cNvGrpSpPr/>
          <p:nvPr/>
        </p:nvGrpSpPr>
        <p:grpSpPr>
          <a:xfrm rot="5400000">
            <a:off x="4055526" y="-1779187"/>
            <a:ext cx="19767159" cy="12205798"/>
            <a:chOff x="0" y="0"/>
            <a:chExt cx="5206165" cy="321469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206166" cy="3214696"/>
            </a:xfrm>
            <a:custGeom>
              <a:avLst/>
              <a:gdLst/>
              <a:ahLst/>
              <a:cxnLst/>
              <a:rect r="r" b="b" t="t" l="l"/>
              <a:pathLst>
                <a:path h="3214696" w="5206166">
                  <a:moveTo>
                    <a:pt x="0" y="0"/>
                  </a:moveTo>
                  <a:lnTo>
                    <a:pt x="5206166" y="0"/>
                  </a:lnTo>
                  <a:lnTo>
                    <a:pt x="5206166" y="3214696"/>
                  </a:lnTo>
                  <a:lnTo>
                    <a:pt x="0" y="3214696"/>
                  </a:lnTo>
                  <a:close/>
                </a:path>
              </a:pathLst>
            </a:custGeom>
            <a:gradFill rotWithShape="true">
              <a:gsLst>
                <a:gs pos="0">
                  <a:srgbClr val="180F0F">
                    <a:alpha val="0"/>
                  </a:srgbClr>
                </a:gs>
                <a:gs pos="100000">
                  <a:srgbClr val="43401E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5206165" cy="32623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3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6829011" y="1371370"/>
            <a:ext cx="471463" cy="471463"/>
          </a:xfrm>
          <a:custGeom>
            <a:avLst/>
            <a:gdLst/>
            <a:ahLst/>
            <a:cxnLst/>
            <a:rect r="r" b="b" t="t" l="l"/>
            <a:pathLst>
              <a:path h="471463" w="471463">
                <a:moveTo>
                  <a:pt x="0" y="0"/>
                </a:moveTo>
                <a:lnTo>
                  <a:pt x="471462" y="0"/>
                </a:lnTo>
                <a:lnTo>
                  <a:pt x="471462" y="471463"/>
                </a:lnTo>
                <a:lnTo>
                  <a:pt x="0" y="4714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924373" y="4116925"/>
            <a:ext cx="4401011" cy="194626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7531"/>
              </a:lnSpc>
            </a:pPr>
            <a:r>
              <a:rPr lang="en-US" sz="72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{{reja}}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430073" y="2050000"/>
            <a:ext cx="915349" cy="1065134"/>
            <a:chOff x="0" y="0"/>
            <a:chExt cx="6985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9B9B9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63250" y="1804733"/>
            <a:ext cx="5806192" cy="151756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459"/>
              </a:lnSpc>
              <a:spcBef>
                <a:spcPct val="0"/>
              </a:spcBef>
            </a:pPr>
            <a:r>
              <a:rPr lang="en-US" sz="1756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{{reja_1}}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430073" y="4012150"/>
            <a:ext cx="915349" cy="1065134"/>
            <a:chOff x="0" y="0"/>
            <a:chExt cx="6985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9B9B9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63250" y="3766883"/>
            <a:ext cx="5806192" cy="151756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459"/>
              </a:lnSpc>
              <a:spcBef>
                <a:spcPct val="0"/>
              </a:spcBef>
            </a:pPr>
            <a:r>
              <a:rPr lang="en-US" sz="1756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{{reja_2}}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430073" y="5914629"/>
            <a:ext cx="915349" cy="1065134"/>
            <a:chOff x="0" y="0"/>
            <a:chExt cx="6985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9B9B9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763250" y="5669363"/>
            <a:ext cx="5806192" cy="151756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459"/>
              </a:lnSpc>
              <a:spcBef>
                <a:spcPct val="0"/>
              </a:spcBef>
            </a:pPr>
            <a:r>
              <a:rPr lang="en-US" sz="1756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{{reja_3}}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430073" y="7817109"/>
            <a:ext cx="915349" cy="1065134"/>
            <a:chOff x="0" y="0"/>
            <a:chExt cx="6985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9B9B9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0763250" y="7571843"/>
            <a:ext cx="5806192" cy="151756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459"/>
              </a:lnSpc>
              <a:spcBef>
                <a:spcPct val="0"/>
              </a:spcBef>
            </a:pPr>
            <a:r>
              <a:rPr lang="en-US" sz="1756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{{reja_4}}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0989" t="0" r="-21753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71973" y="1205331"/>
            <a:ext cx="630621" cy="606047"/>
          </a:xfrm>
          <a:custGeom>
            <a:avLst/>
            <a:gdLst/>
            <a:ahLst/>
            <a:cxnLst/>
            <a:rect r="r" b="b" t="t" l="l"/>
            <a:pathLst>
              <a:path h="606047" w="630621">
                <a:moveTo>
                  <a:pt x="0" y="0"/>
                </a:moveTo>
                <a:lnTo>
                  <a:pt x="630621" y="0"/>
                </a:lnTo>
                <a:lnTo>
                  <a:pt x="630621" y="606047"/>
                </a:lnTo>
                <a:lnTo>
                  <a:pt x="0" y="6060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71973" y="8762897"/>
            <a:ext cx="5342316" cy="750440"/>
            <a:chOff x="0" y="0"/>
            <a:chExt cx="1407030" cy="19764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07030" cy="197647"/>
            </a:xfrm>
            <a:custGeom>
              <a:avLst/>
              <a:gdLst/>
              <a:ahLst/>
              <a:cxnLst/>
              <a:rect r="r" b="b" t="t" l="l"/>
              <a:pathLst>
                <a:path h="197647" w="1407030">
                  <a:moveTo>
                    <a:pt x="0" y="0"/>
                  </a:moveTo>
                  <a:lnTo>
                    <a:pt x="1407030" y="0"/>
                  </a:lnTo>
                  <a:lnTo>
                    <a:pt x="1407030" y="197647"/>
                  </a:lnTo>
                  <a:lnTo>
                    <a:pt x="0" y="197647"/>
                  </a:lnTo>
                  <a:close/>
                </a:path>
              </a:pathLst>
            </a:custGeom>
            <a:ln w="9525" cap="sq">
              <a:gradFill>
                <a:gsLst>
                  <a:gs pos="0">
                    <a:srgbClr val="C1AC8A">
                      <a:alpha val="100000"/>
                    </a:srgbClr>
                  </a:gs>
                  <a:gs pos="100000">
                    <a:srgbClr val="4B5835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407030" cy="245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3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6325384" y="8952942"/>
            <a:ext cx="384150" cy="384150"/>
          </a:xfrm>
          <a:custGeom>
            <a:avLst/>
            <a:gdLst/>
            <a:ahLst/>
            <a:cxnLst/>
            <a:rect r="r" b="b" t="t" l="l"/>
            <a:pathLst>
              <a:path h="384150" w="384150">
                <a:moveTo>
                  <a:pt x="0" y="0"/>
                </a:moveTo>
                <a:lnTo>
                  <a:pt x="384150" y="0"/>
                </a:lnTo>
                <a:lnTo>
                  <a:pt x="384150" y="384150"/>
                </a:lnTo>
                <a:lnTo>
                  <a:pt x="0" y="3841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2976782" y="-3811984"/>
            <a:ext cx="7704458" cy="11556686"/>
            <a:chOff x="0" y="0"/>
            <a:chExt cx="406400" cy="609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6400" cy="609600"/>
            </a:xfrm>
            <a:custGeom>
              <a:avLst/>
              <a:gdLst/>
              <a:ahLst/>
              <a:cxnLst/>
              <a:rect r="r" b="b" t="t" l="l"/>
              <a:pathLst>
                <a:path h="609600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80F0F">
                    <a:alpha val="0"/>
                  </a:srgbClr>
                </a:gs>
                <a:gs pos="100000">
                  <a:srgbClr val="43401E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744222" y="0"/>
            <a:ext cx="7704458" cy="11556686"/>
            <a:chOff x="0" y="0"/>
            <a:chExt cx="406400" cy="609600"/>
          </a:xfrm>
        </p:grpSpPr>
        <p:sp>
          <p:nvSpPr>
            <p:cNvPr name="{{image_1}}" id="11" descr="{{image_1}}"/>
            <p:cNvSpPr/>
            <p:nvPr/>
          </p:nvSpPr>
          <p:spPr>
            <a:xfrm flipH="false" flipV="false" rot="0">
              <a:off x="0" y="0"/>
              <a:ext cx="406400" cy="609600"/>
            </a:xfrm>
            <a:custGeom>
              <a:avLst/>
              <a:gdLst/>
              <a:ahLst/>
              <a:cxnLst/>
              <a:rect r="r" b="b" t="t" l="l"/>
              <a:pathLst>
                <a:path h="609600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7"/>
              <a:stretch>
                <a:fillRect l="-62" t="0" r="-62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2708080" y="1219965"/>
            <a:ext cx="2515343" cy="48238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859"/>
              </a:lnSpc>
              <a:spcBef>
                <a:spcPct val="0"/>
              </a:spcBef>
            </a:pPr>
            <a:r>
              <a:rPr lang="en-US" sz="2756">
                <a:solidFill>
                  <a:srgbClr val="010101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62705" y="8895792"/>
            <a:ext cx="3765360" cy="39332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126"/>
              </a:lnSpc>
              <a:spcBef>
                <a:spcPct val="0"/>
              </a:spcBef>
            </a:pPr>
            <a:r>
              <a:rPr lang="en-US" sz="2232">
                <a:solidFill>
                  <a:srgbClr val="747161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71973" y="2903467"/>
            <a:ext cx="5810128" cy="99432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7531"/>
              </a:lnSpc>
            </a:pPr>
            <a:r>
              <a:rPr lang="en-US" sz="72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{{s03_title}}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71973" y="4071642"/>
            <a:ext cx="10459766" cy="39561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459"/>
              </a:lnSpc>
              <a:spcBef>
                <a:spcPct val="0"/>
              </a:spcBef>
            </a:pPr>
            <a:r>
              <a:rPr lang="en-US" sz="1756">
                <a:solidFill>
                  <a:srgbClr val="010101"/>
                </a:solidFill>
                <a:latin typeface="Raleway"/>
                <a:ea typeface="Raleway"/>
                <a:cs typeface="Raleway"/>
                <a:sym typeface="Raleway"/>
              </a:rPr>
              <a:t>{{s03_text_1}}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6829011" y="1466620"/>
            <a:ext cx="471463" cy="471463"/>
          </a:xfrm>
          <a:custGeom>
            <a:avLst/>
            <a:gdLst/>
            <a:ahLst/>
            <a:cxnLst/>
            <a:rect r="r" b="b" t="t" l="l"/>
            <a:pathLst>
              <a:path h="471463" w="471463">
                <a:moveTo>
                  <a:pt x="0" y="0"/>
                </a:moveTo>
                <a:lnTo>
                  <a:pt x="471462" y="0"/>
                </a:lnTo>
                <a:lnTo>
                  <a:pt x="471462" y="471463"/>
                </a:lnTo>
                <a:lnTo>
                  <a:pt x="0" y="47146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0989" t="0" r="-21753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71973" y="1205331"/>
            <a:ext cx="630621" cy="606047"/>
          </a:xfrm>
          <a:custGeom>
            <a:avLst/>
            <a:gdLst/>
            <a:ahLst/>
            <a:cxnLst/>
            <a:rect r="r" b="b" t="t" l="l"/>
            <a:pathLst>
              <a:path h="606047" w="630621">
                <a:moveTo>
                  <a:pt x="0" y="0"/>
                </a:moveTo>
                <a:lnTo>
                  <a:pt x="630621" y="0"/>
                </a:lnTo>
                <a:lnTo>
                  <a:pt x="630621" y="606047"/>
                </a:lnTo>
                <a:lnTo>
                  <a:pt x="0" y="6060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212951" y="8762897"/>
            <a:ext cx="5342316" cy="750440"/>
            <a:chOff x="0" y="0"/>
            <a:chExt cx="1407030" cy="19764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07030" cy="197647"/>
            </a:xfrm>
            <a:custGeom>
              <a:avLst/>
              <a:gdLst/>
              <a:ahLst/>
              <a:cxnLst/>
              <a:rect r="r" b="b" t="t" l="l"/>
              <a:pathLst>
                <a:path h="197647" w="1407030">
                  <a:moveTo>
                    <a:pt x="0" y="0"/>
                  </a:moveTo>
                  <a:lnTo>
                    <a:pt x="1407030" y="0"/>
                  </a:lnTo>
                  <a:lnTo>
                    <a:pt x="1407030" y="197647"/>
                  </a:lnTo>
                  <a:lnTo>
                    <a:pt x="0" y="197647"/>
                  </a:lnTo>
                  <a:close/>
                </a:path>
              </a:pathLst>
            </a:custGeom>
            <a:ln w="9525" cap="sq">
              <a:gradFill>
                <a:gsLst>
                  <a:gs pos="0">
                    <a:srgbClr val="C1AC8A">
                      <a:alpha val="100000"/>
                    </a:srgbClr>
                  </a:gs>
                  <a:gs pos="100000">
                    <a:srgbClr val="4B5835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407030" cy="245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3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0766362" y="8952942"/>
            <a:ext cx="384150" cy="384150"/>
          </a:xfrm>
          <a:custGeom>
            <a:avLst/>
            <a:gdLst/>
            <a:ahLst/>
            <a:cxnLst/>
            <a:rect r="r" b="b" t="t" l="l"/>
            <a:pathLst>
              <a:path h="384150" w="384150">
                <a:moveTo>
                  <a:pt x="0" y="0"/>
                </a:moveTo>
                <a:lnTo>
                  <a:pt x="384150" y="0"/>
                </a:lnTo>
                <a:lnTo>
                  <a:pt x="384150" y="384150"/>
                </a:lnTo>
                <a:lnTo>
                  <a:pt x="0" y="3841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708080" y="1219965"/>
            <a:ext cx="2515343" cy="48238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859"/>
              </a:lnSpc>
              <a:spcBef>
                <a:spcPct val="0"/>
              </a:spcBef>
            </a:pPr>
            <a:r>
              <a:rPr lang="en-US" sz="2756">
                <a:solidFill>
                  <a:srgbClr val="010101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03684" y="8895792"/>
            <a:ext cx="3765360" cy="39332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126"/>
              </a:lnSpc>
              <a:spcBef>
                <a:spcPct val="0"/>
              </a:spcBef>
            </a:pPr>
            <a:r>
              <a:rPr lang="en-US" sz="2232">
                <a:solidFill>
                  <a:srgbClr val="747161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-220112" y="2248533"/>
            <a:ext cx="2622706" cy="3051877"/>
            <a:chOff x="0" y="0"/>
            <a:chExt cx="698500" cy="812800"/>
          </a:xfrm>
        </p:grpSpPr>
        <p:sp>
          <p:nvSpPr>
            <p:cNvPr name="{{image_2}}" id="11" descr="{{image_2}}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7"/>
              <a:stretch>
                <a:fillRect l="-37327" t="0" r="-37327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402594" y="2248533"/>
            <a:ext cx="2622706" cy="3051877"/>
            <a:chOff x="0" y="0"/>
            <a:chExt cx="6985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80F0F">
                    <a:alpha val="0"/>
                  </a:srgbClr>
                </a:gs>
                <a:gs pos="100000">
                  <a:srgbClr val="43401E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91241" y="4521647"/>
            <a:ext cx="2622706" cy="3051877"/>
            <a:chOff x="0" y="0"/>
            <a:chExt cx="6985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80F0F">
                    <a:alpha val="0"/>
                  </a:srgbClr>
                </a:gs>
                <a:gs pos="100000">
                  <a:srgbClr val="43401E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325384" y="2585690"/>
            <a:ext cx="9143878" cy="99432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7531"/>
              </a:lnSpc>
            </a:pPr>
            <a:r>
              <a:rPr lang="en-US" sz="72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{{s04_title}}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325384" y="3869606"/>
            <a:ext cx="10459766" cy="39561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459"/>
              </a:lnSpc>
              <a:spcBef>
                <a:spcPct val="0"/>
              </a:spcBef>
            </a:pPr>
            <a:r>
              <a:rPr lang="en-US" sz="1756">
                <a:solidFill>
                  <a:srgbClr val="010101"/>
                </a:solidFill>
                <a:latin typeface="Raleway"/>
                <a:ea typeface="Raleway"/>
                <a:cs typeface="Raleway"/>
                <a:sym typeface="Raleway"/>
              </a:rPr>
              <a:t>{{s04_text_1}}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2402594" y="6713842"/>
            <a:ext cx="2622706" cy="3051877"/>
            <a:chOff x="0" y="0"/>
            <a:chExt cx="698500" cy="812800"/>
          </a:xfrm>
        </p:grpSpPr>
        <p:sp>
          <p:nvSpPr>
            <p:cNvPr name="{{image_3}}" id="19" descr="{{image_3}}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8"/>
              <a:stretch>
                <a:fillRect l="-37163" t="0" r="-37163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-191716" y="6713842"/>
            <a:ext cx="2622706" cy="3051877"/>
            <a:chOff x="0" y="0"/>
            <a:chExt cx="6985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80F0F">
                    <a:alpha val="0"/>
                  </a:srgbClr>
                </a:gs>
                <a:gs pos="100000">
                  <a:srgbClr val="43401E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16829011" y="1466620"/>
            <a:ext cx="471463" cy="471463"/>
          </a:xfrm>
          <a:custGeom>
            <a:avLst/>
            <a:gdLst/>
            <a:ahLst/>
            <a:cxnLst/>
            <a:rect r="r" b="b" t="t" l="l"/>
            <a:pathLst>
              <a:path h="471463" w="471463">
                <a:moveTo>
                  <a:pt x="0" y="0"/>
                </a:moveTo>
                <a:lnTo>
                  <a:pt x="471462" y="0"/>
                </a:lnTo>
                <a:lnTo>
                  <a:pt x="471462" y="471463"/>
                </a:lnTo>
                <a:lnTo>
                  <a:pt x="0" y="47146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0989" t="0" r="-21753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71973" y="1205331"/>
            <a:ext cx="630621" cy="606047"/>
          </a:xfrm>
          <a:custGeom>
            <a:avLst/>
            <a:gdLst/>
            <a:ahLst/>
            <a:cxnLst/>
            <a:rect r="r" b="b" t="t" l="l"/>
            <a:pathLst>
              <a:path h="606047" w="630621">
                <a:moveTo>
                  <a:pt x="0" y="0"/>
                </a:moveTo>
                <a:lnTo>
                  <a:pt x="630621" y="0"/>
                </a:lnTo>
                <a:lnTo>
                  <a:pt x="630621" y="606047"/>
                </a:lnTo>
                <a:lnTo>
                  <a:pt x="0" y="6060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71973" y="8762897"/>
            <a:ext cx="5342316" cy="750440"/>
            <a:chOff x="0" y="0"/>
            <a:chExt cx="1407030" cy="19764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07030" cy="197647"/>
            </a:xfrm>
            <a:custGeom>
              <a:avLst/>
              <a:gdLst/>
              <a:ahLst/>
              <a:cxnLst/>
              <a:rect r="r" b="b" t="t" l="l"/>
              <a:pathLst>
                <a:path h="197647" w="1407030">
                  <a:moveTo>
                    <a:pt x="0" y="0"/>
                  </a:moveTo>
                  <a:lnTo>
                    <a:pt x="1407030" y="0"/>
                  </a:lnTo>
                  <a:lnTo>
                    <a:pt x="1407030" y="197647"/>
                  </a:lnTo>
                  <a:lnTo>
                    <a:pt x="0" y="197647"/>
                  </a:lnTo>
                  <a:close/>
                </a:path>
              </a:pathLst>
            </a:custGeom>
            <a:ln w="9525" cap="sq">
              <a:gradFill>
                <a:gsLst>
                  <a:gs pos="0">
                    <a:srgbClr val="C1AC8A">
                      <a:alpha val="100000"/>
                    </a:srgbClr>
                  </a:gs>
                  <a:gs pos="100000">
                    <a:srgbClr val="4B5835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407030" cy="245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3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6325384" y="8952942"/>
            <a:ext cx="384150" cy="384150"/>
          </a:xfrm>
          <a:custGeom>
            <a:avLst/>
            <a:gdLst/>
            <a:ahLst/>
            <a:cxnLst/>
            <a:rect r="r" b="b" t="t" l="l"/>
            <a:pathLst>
              <a:path h="384150" w="384150">
                <a:moveTo>
                  <a:pt x="0" y="0"/>
                </a:moveTo>
                <a:lnTo>
                  <a:pt x="384150" y="0"/>
                </a:lnTo>
                <a:lnTo>
                  <a:pt x="384150" y="384150"/>
                </a:lnTo>
                <a:lnTo>
                  <a:pt x="0" y="3841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708080" y="1219965"/>
            <a:ext cx="2515343" cy="48238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859"/>
              </a:lnSpc>
              <a:spcBef>
                <a:spcPct val="0"/>
              </a:spcBef>
            </a:pPr>
            <a:r>
              <a:rPr lang="en-US" sz="2756">
                <a:solidFill>
                  <a:srgbClr val="010101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62705" y="8895792"/>
            <a:ext cx="3765360" cy="39332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126"/>
              </a:lnSpc>
              <a:spcBef>
                <a:spcPct val="0"/>
              </a:spcBef>
            </a:pPr>
            <a:r>
              <a:rPr lang="en-US" sz="2232">
                <a:solidFill>
                  <a:srgbClr val="747161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458240" y="2191695"/>
            <a:ext cx="6140575" cy="7145396"/>
            <a:chOff x="0" y="0"/>
            <a:chExt cx="698500" cy="812800"/>
          </a:xfrm>
        </p:grpSpPr>
        <p:sp>
          <p:nvSpPr>
            <p:cNvPr name="{{image_2}}" id="11" descr="{{image_2}}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7"/>
              <a:stretch>
                <a:fillRect l="-37327" t="0" r="-37327" b="0"/>
              </a:stretch>
            </a:blipFill>
            <a:ln w="47625" cap="sq">
              <a:gradFill>
                <a:gsLst>
                  <a:gs pos="0">
                    <a:srgbClr val="180F0F">
                      <a:alpha val="0"/>
                    </a:srgbClr>
                  </a:gs>
                  <a:gs pos="100000">
                    <a:srgbClr val="43401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6829011" y="1466620"/>
            <a:ext cx="471463" cy="471463"/>
          </a:xfrm>
          <a:custGeom>
            <a:avLst/>
            <a:gdLst/>
            <a:ahLst/>
            <a:cxnLst/>
            <a:rect r="r" b="b" t="t" l="l"/>
            <a:pathLst>
              <a:path h="471463" w="471463">
                <a:moveTo>
                  <a:pt x="0" y="0"/>
                </a:moveTo>
                <a:lnTo>
                  <a:pt x="471462" y="0"/>
                </a:lnTo>
                <a:lnTo>
                  <a:pt x="471462" y="471463"/>
                </a:lnTo>
                <a:lnTo>
                  <a:pt x="0" y="47146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5211812" y="3204559"/>
            <a:ext cx="2088662" cy="2430443"/>
            <a:chOff x="0" y="0"/>
            <a:chExt cx="6985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80F0F">
                    <a:alpha val="0"/>
                  </a:srgbClr>
                </a:gs>
                <a:gs pos="100000">
                  <a:srgbClr val="43401E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966961" y="6785277"/>
            <a:ext cx="1280358" cy="1489871"/>
            <a:chOff x="0" y="0"/>
            <a:chExt cx="6985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80F0F">
                    <a:alpha val="0"/>
                  </a:srgbClr>
                </a:gs>
                <a:gs pos="100000">
                  <a:srgbClr val="43401E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771973" y="2751546"/>
            <a:ext cx="5810128" cy="194626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7531"/>
              </a:lnSpc>
            </a:pPr>
            <a:r>
              <a:rPr lang="en-US" sz="72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{{s05_title}}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71973" y="4996827"/>
            <a:ext cx="7907066" cy="3346478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459"/>
              </a:lnSpc>
              <a:spcBef>
                <a:spcPct val="0"/>
              </a:spcBef>
            </a:pPr>
            <a:r>
              <a:rPr lang="en-US" sz="1756">
                <a:solidFill>
                  <a:srgbClr val="010101"/>
                </a:solidFill>
                <a:latin typeface="Raleway"/>
                <a:ea typeface="Raleway"/>
                <a:cs typeface="Raleway"/>
                <a:sym typeface="Raleway"/>
              </a:rPr>
              <a:t>{{s05_text_1}}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0989" t="0" r="-21753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71973" y="1205331"/>
            <a:ext cx="630621" cy="606047"/>
          </a:xfrm>
          <a:custGeom>
            <a:avLst/>
            <a:gdLst/>
            <a:ahLst/>
            <a:cxnLst/>
            <a:rect r="r" b="b" t="t" l="l"/>
            <a:pathLst>
              <a:path h="606047" w="630621">
                <a:moveTo>
                  <a:pt x="0" y="0"/>
                </a:moveTo>
                <a:lnTo>
                  <a:pt x="630621" y="0"/>
                </a:lnTo>
                <a:lnTo>
                  <a:pt x="630621" y="606047"/>
                </a:lnTo>
                <a:lnTo>
                  <a:pt x="0" y="6060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858323" y="8762897"/>
            <a:ext cx="5342316" cy="750440"/>
            <a:chOff x="0" y="0"/>
            <a:chExt cx="1407030" cy="19764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07030" cy="197647"/>
            </a:xfrm>
            <a:custGeom>
              <a:avLst/>
              <a:gdLst/>
              <a:ahLst/>
              <a:cxnLst/>
              <a:rect r="r" b="b" t="t" l="l"/>
              <a:pathLst>
                <a:path h="197647" w="1407030">
                  <a:moveTo>
                    <a:pt x="0" y="0"/>
                  </a:moveTo>
                  <a:lnTo>
                    <a:pt x="1407030" y="0"/>
                  </a:lnTo>
                  <a:lnTo>
                    <a:pt x="1407030" y="197647"/>
                  </a:lnTo>
                  <a:lnTo>
                    <a:pt x="0" y="197647"/>
                  </a:lnTo>
                  <a:close/>
                </a:path>
              </a:pathLst>
            </a:custGeom>
            <a:ln w="9525" cap="sq">
              <a:gradFill>
                <a:gsLst>
                  <a:gs pos="0">
                    <a:srgbClr val="C1AC8A">
                      <a:alpha val="100000"/>
                    </a:srgbClr>
                  </a:gs>
                  <a:gs pos="100000">
                    <a:srgbClr val="4B5835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407030" cy="245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3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1411734" y="8952942"/>
            <a:ext cx="384150" cy="384150"/>
          </a:xfrm>
          <a:custGeom>
            <a:avLst/>
            <a:gdLst/>
            <a:ahLst/>
            <a:cxnLst/>
            <a:rect r="r" b="b" t="t" l="l"/>
            <a:pathLst>
              <a:path h="384150" w="384150">
                <a:moveTo>
                  <a:pt x="0" y="0"/>
                </a:moveTo>
                <a:lnTo>
                  <a:pt x="384150" y="0"/>
                </a:lnTo>
                <a:lnTo>
                  <a:pt x="384150" y="384150"/>
                </a:lnTo>
                <a:lnTo>
                  <a:pt x="0" y="3841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829011" y="1466620"/>
            <a:ext cx="471463" cy="471463"/>
          </a:xfrm>
          <a:custGeom>
            <a:avLst/>
            <a:gdLst/>
            <a:ahLst/>
            <a:cxnLst/>
            <a:rect r="r" b="b" t="t" l="l"/>
            <a:pathLst>
              <a:path h="471463" w="471463">
                <a:moveTo>
                  <a:pt x="0" y="0"/>
                </a:moveTo>
                <a:lnTo>
                  <a:pt x="471462" y="0"/>
                </a:lnTo>
                <a:lnTo>
                  <a:pt x="471462" y="471463"/>
                </a:lnTo>
                <a:lnTo>
                  <a:pt x="0" y="4714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234315" y="3275856"/>
            <a:ext cx="19591020" cy="2941320"/>
            <a:chOff x="0" y="0"/>
            <a:chExt cx="3035162" cy="455687"/>
          </a:xfrm>
        </p:grpSpPr>
        <p:sp>
          <p:nvSpPr>
            <p:cNvPr name="{{image_4}}" id="10" descr="{{image_4}}"/>
            <p:cNvSpPr/>
            <p:nvPr/>
          </p:nvSpPr>
          <p:spPr>
            <a:xfrm flipH="false" flipV="false" rot="0">
              <a:off x="0" y="0"/>
              <a:ext cx="3035162" cy="455687"/>
            </a:xfrm>
            <a:custGeom>
              <a:avLst/>
              <a:gdLst/>
              <a:ahLst/>
              <a:cxnLst/>
              <a:rect r="r" b="b" t="t" l="l"/>
              <a:pathLst>
                <a:path h="455687" w="3035162">
                  <a:moveTo>
                    <a:pt x="0" y="0"/>
                  </a:moveTo>
                  <a:lnTo>
                    <a:pt x="3035162" y="0"/>
                  </a:lnTo>
                  <a:lnTo>
                    <a:pt x="3035162" y="455687"/>
                  </a:lnTo>
                  <a:lnTo>
                    <a:pt x="0" y="455687"/>
                  </a:lnTo>
                  <a:close/>
                </a:path>
              </a:pathLst>
            </a:custGeom>
            <a:blipFill>
              <a:blip r:embed="rId9"/>
              <a:stretch>
                <a:fillRect l="0" t="-172020" r="0" b="-17202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2708080" y="1219965"/>
            <a:ext cx="2515343" cy="48238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859"/>
              </a:lnSpc>
              <a:spcBef>
                <a:spcPct val="0"/>
              </a:spcBef>
            </a:pPr>
            <a:r>
              <a:rPr lang="en-US" sz="2756">
                <a:solidFill>
                  <a:srgbClr val="010101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249055" y="8895792"/>
            <a:ext cx="3765360" cy="39332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126"/>
              </a:lnSpc>
              <a:spcBef>
                <a:spcPct val="0"/>
              </a:spcBef>
            </a:pPr>
            <a:r>
              <a:rPr lang="en-US" sz="2232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271681" y="2042858"/>
            <a:ext cx="10286878" cy="99487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7531"/>
              </a:lnSpc>
            </a:pPr>
            <a:r>
              <a:rPr lang="en-US" sz="72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{{s06_title}}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65534" y="6454226"/>
            <a:ext cx="15793766" cy="151756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459"/>
              </a:lnSpc>
              <a:spcBef>
                <a:spcPct val="0"/>
              </a:spcBef>
            </a:pPr>
            <a:r>
              <a:rPr lang="en-US" sz="1756">
                <a:solidFill>
                  <a:srgbClr val="010101"/>
                </a:solidFill>
                <a:latin typeface="Raleway"/>
                <a:ea typeface="Raleway"/>
                <a:cs typeface="Raleway"/>
                <a:sym typeface="Raleway"/>
              </a:rPr>
              <a:t>{{s06_text_1}}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0989" t="0" r="-21753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71973" y="1205331"/>
            <a:ext cx="630621" cy="606047"/>
          </a:xfrm>
          <a:custGeom>
            <a:avLst/>
            <a:gdLst/>
            <a:ahLst/>
            <a:cxnLst/>
            <a:rect r="r" b="b" t="t" l="l"/>
            <a:pathLst>
              <a:path h="606047" w="630621">
                <a:moveTo>
                  <a:pt x="0" y="0"/>
                </a:moveTo>
                <a:lnTo>
                  <a:pt x="630621" y="0"/>
                </a:lnTo>
                <a:lnTo>
                  <a:pt x="630621" y="606047"/>
                </a:lnTo>
                <a:lnTo>
                  <a:pt x="0" y="6060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020373" y="8762897"/>
            <a:ext cx="5342316" cy="750440"/>
            <a:chOff x="0" y="0"/>
            <a:chExt cx="1407030" cy="19764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07030" cy="197647"/>
            </a:xfrm>
            <a:custGeom>
              <a:avLst/>
              <a:gdLst/>
              <a:ahLst/>
              <a:cxnLst/>
              <a:rect r="r" b="b" t="t" l="l"/>
              <a:pathLst>
                <a:path h="197647" w="1407030">
                  <a:moveTo>
                    <a:pt x="0" y="0"/>
                  </a:moveTo>
                  <a:lnTo>
                    <a:pt x="1407030" y="0"/>
                  </a:lnTo>
                  <a:lnTo>
                    <a:pt x="1407030" y="197647"/>
                  </a:lnTo>
                  <a:lnTo>
                    <a:pt x="0" y="197647"/>
                  </a:lnTo>
                  <a:close/>
                </a:path>
              </a:pathLst>
            </a:custGeom>
            <a:ln w="9525" cap="sq">
              <a:gradFill>
                <a:gsLst>
                  <a:gs pos="0">
                    <a:srgbClr val="C1AC8A">
                      <a:alpha val="100000"/>
                    </a:srgbClr>
                  </a:gs>
                  <a:gs pos="100000">
                    <a:srgbClr val="4B5835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407030" cy="245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3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2573784" y="8952942"/>
            <a:ext cx="384150" cy="384150"/>
          </a:xfrm>
          <a:custGeom>
            <a:avLst/>
            <a:gdLst/>
            <a:ahLst/>
            <a:cxnLst/>
            <a:rect r="r" b="b" t="t" l="l"/>
            <a:pathLst>
              <a:path h="384150" w="384150">
                <a:moveTo>
                  <a:pt x="0" y="0"/>
                </a:moveTo>
                <a:lnTo>
                  <a:pt x="384150" y="0"/>
                </a:lnTo>
                <a:lnTo>
                  <a:pt x="384150" y="384150"/>
                </a:lnTo>
                <a:lnTo>
                  <a:pt x="0" y="3841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829011" y="1466620"/>
            <a:ext cx="471463" cy="471463"/>
          </a:xfrm>
          <a:custGeom>
            <a:avLst/>
            <a:gdLst/>
            <a:ahLst/>
            <a:cxnLst/>
            <a:rect r="r" b="b" t="t" l="l"/>
            <a:pathLst>
              <a:path h="471463" w="471463">
                <a:moveTo>
                  <a:pt x="0" y="0"/>
                </a:moveTo>
                <a:lnTo>
                  <a:pt x="471462" y="0"/>
                </a:lnTo>
                <a:lnTo>
                  <a:pt x="471462" y="471463"/>
                </a:lnTo>
                <a:lnTo>
                  <a:pt x="0" y="4714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8020373" y="4286323"/>
            <a:ext cx="915349" cy="1065134"/>
            <a:chOff x="0" y="0"/>
            <a:chExt cx="6985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80F0F">
                    <a:alpha val="0"/>
                  </a:srgbClr>
                </a:gs>
                <a:gs pos="100000">
                  <a:srgbClr val="43401E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020373" y="6308714"/>
            <a:ext cx="915349" cy="1065134"/>
            <a:chOff x="0" y="0"/>
            <a:chExt cx="6985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80F0F">
                    <a:alpha val="0"/>
                  </a:srgbClr>
                </a:gs>
                <a:gs pos="100000">
                  <a:srgbClr val="43401E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-130661" y="2016875"/>
            <a:ext cx="7320217" cy="7320217"/>
            <a:chOff x="0" y="0"/>
            <a:chExt cx="812800" cy="812800"/>
          </a:xfrm>
        </p:grpSpPr>
        <p:sp>
          <p:nvSpPr>
            <p:cNvPr name="{{image_5}}" id="14" descr="{{image_5}}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9"/>
              <a:stretch>
                <a:fillRect l="-38495" t="0" r="-38495" b="0"/>
              </a:stretch>
            </a:blipFill>
            <a:ln w="47625" cap="sq">
              <a:gradFill>
                <a:gsLst>
                  <a:gs pos="0">
                    <a:srgbClr val="180F0F">
                      <a:alpha val="0"/>
                    </a:srgbClr>
                  </a:gs>
                  <a:gs pos="100000">
                    <a:srgbClr val="43401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2708080" y="1219965"/>
            <a:ext cx="2515343" cy="48238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859"/>
              </a:lnSpc>
              <a:spcBef>
                <a:spcPct val="0"/>
              </a:spcBef>
            </a:pPr>
            <a:r>
              <a:rPr lang="en-US" sz="2756">
                <a:solidFill>
                  <a:srgbClr val="010101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411105" y="8895792"/>
            <a:ext cx="3765360" cy="39332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126"/>
              </a:lnSpc>
              <a:spcBef>
                <a:spcPct val="0"/>
              </a:spcBef>
            </a:pPr>
            <a:r>
              <a:rPr lang="en-US" sz="2232">
                <a:solidFill>
                  <a:srgbClr val="747161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020373" y="2751546"/>
            <a:ext cx="7772278" cy="99432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7531"/>
              </a:lnSpc>
            </a:pPr>
            <a:r>
              <a:rPr lang="en-US" sz="72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{{s07_title}}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53550" y="4041056"/>
            <a:ext cx="5806192" cy="151756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459"/>
              </a:lnSpc>
              <a:spcBef>
                <a:spcPct val="0"/>
              </a:spcBef>
            </a:pPr>
            <a:r>
              <a:rPr lang="en-US" sz="1756">
                <a:solidFill>
                  <a:srgbClr val="010101"/>
                </a:solidFill>
                <a:latin typeface="Raleway"/>
                <a:ea typeface="Raleway"/>
                <a:cs typeface="Raleway"/>
                <a:sym typeface="Raleway"/>
              </a:rPr>
              <a:t>{{s07_text_1}}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353550" y="6063448"/>
            <a:ext cx="5806192" cy="151756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459"/>
              </a:lnSpc>
              <a:spcBef>
                <a:spcPct val="0"/>
              </a:spcBef>
            </a:pPr>
            <a:r>
              <a:rPr lang="en-US" sz="1756">
                <a:solidFill>
                  <a:srgbClr val="010101"/>
                </a:solidFill>
                <a:latin typeface="Raleway"/>
                <a:ea typeface="Raleway"/>
                <a:cs typeface="Raleway"/>
                <a:sym typeface="Raleway"/>
              </a:rPr>
              <a:t>{{s07_text_2}}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0989" t="0" r="-21753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71973" y="1205331"/>
            <a:ext cx="630621" cy="606047"/>
          </a:xfrm>
          <a:custGeom>
            <a:avLst/>
            <a:gdLst/>
            <a:ahLst/>
            <a:cxnLst/>
            <a:rect r="r" b="b" t="t" l="l"/>
            <a:pathLst>
              <a:path h="606047" w="630621">
                <a:moveTo>
                  <a:pt x="0" y="0"/>
                </a:moveTo>
                <a:lnTo>
                  <a:pt x="630621" y="0"/>
                </a:lnTo>
                <a:lnTo>
                  <a:pt x="630621" y="606047"/>
                </a:lnTo>
                <a:lnTo>
                  <a:pt x="0" y="6060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71973" y="8762897"/>
            <a:ext cx="5342316" cy="750440"/>
            <a:chOff x="0" y="0"/>
            <a:chExt cx="1407030" cy="19764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07030" cy="197647"/>
            </a:xfrm>
            <a:custGeom>
              <a:avLst/>
              <a:gdLst/>
              <a:ahLst/>
              <a:cxnLst/>
              <a:rect r="r" b="b" t="t" l="l"/>
              <a:pathLst>
                <a:path h="197647" w="1407030">
                  <a:moveTo>
                    <a:pt x="0" y="0"/>
                  </a:moveTo>
                  <a:lnTo>
                    <a:pt x="1407030" y="0"/>
                  </a:lnTo>
                  <a:lnTo>
                    <a:pt x="1407030" y="197647"/>
                  </a:lnTo>
                  <a:lnTo>
                    <a:pt x="0" y="197647"/>
                  </a:lnTo>
                  <a:close/>
                </a:path>
              </a:pathLst>
            </a:custGeom>
            <a:ln w="9525" cap="sq">
              <a:gradFill>
                <a:gsLst>
                  <a:gs pos="0">
                    <a:srgbClr val="C1AC8A">
                      <a:alpha val="100000"/>
                    </a:srgbClr>
                  </a:gs>
                  <a:gs pos="100000">
                    <a:srgbClr val="4B5835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407030" cy="245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3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6325384" y="8952942"/>
            <a:ext cx="384150" cy="384150"/>
          </a:xfrm>
          <a:custGeom>
            <a:avLst/>
            <a:gdLst/>
            <a:ahLst/>
            <a:cxnLst/>
            <a:rect r="r" b="b" t="t" l="l"/>
            <a:pathLst>
              <a:path h="384150" w="384150">
                <a:moveTo>
                  <a:pt x="0" y="0"/>
                </a:moveTo>
                <a:lnTo>
                  <a:pt x="384150" y="0"/>
                </a:lnTo>
                <a:lnTo>
                  <a:pt x="384150" y="384150"/>
                </a:lnTo>
                <a:lnTo>
                  <a:pt x="0" y="3841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708080" y="1219965"/>
            <a:ext cx="2515343" cy="48238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859"/>
              </a:lnSpc>
              <a:spcBef>
                <a:spcPct val="0"/>
              </a:spcBef>
            </a:pPr>
            <a:r>
              <a:rPr lang="en-US" sz="2756">
                <a:solidFill>
                  <a:srgbClr val="010101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62705" y="8895792"/>
            <a:ext cx="3765360" cy="39332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126"/>
              </a:lnSpc>
              <a:spcBef>
                <a:spcPct val="0"/>
              </a:spcBef>
            </a:pPr>
            <a:r>
              <a:rPr lang="en-US" sz="2232">
                <a:solidFill>
                  <a:srgbClr val="747161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-658549" y="1938083"/>
            <a:ext cx="19767159" cy="1099648"/>
            <a:chOff x="0" y="0"/>
            <a:chExt cx="5206165" cy="28961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206166" cy="289619"/>
            </a:xfrm>
            <a:custGeom>
              <a:avLst/>
              <a:gdLst/>
              <a:ahLst/>
              <a:cxnLst/>
              <a:rect r="r" b="b" t="t" l="l"/>
              <a:pathLst>
                <a:path h="289619" w="5206166">
                  <a:moveTo>
                    <a:pt x="0" y="0"/>
                  </a:moveTo>
                  <a:lnTo>
                    <a:pt x="5206166" y="0"/>
                  </a:lnTo>
                  <a:lnTo>
                    <a:pt x="5206166" y="289619"/>
                  </a:lnTo>
                  <a:lnTo>
                    <a:pt x="0" y="289619"/>
                  </a:lnTo>
                  <a:close/>
                </a:path>
              </a:pathLst>
            </a:custGeom>
            <a:gradFill rotWithShape="true">
              <a:gsLst>
                <a:gs pos="0">
                  <a:srgbClr val="180F0F">
                    <a:alpha val="0"/>
                  </a:srgbClr>
                </a:gs>
                <a:gs pos="100000">
                  <a:srgbClr val="CEC770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5206165" cy="3372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3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6829011" y="1371370"/>
            <a:ext cx="471463" cy="471463"/>
          </a:xfrm>
          <a:custGeom>
            <a:avLst/>
            <a:gdLst/>
            <a:ahLst/>
            <a:cxnLst/>
            <a:rect r="r" b="b" t="t" l="l"/>
            <a:pathLst>
              <a:path h="471463" w="471463">
                <a:moveTo>
                  <a:pt x="0" y="0"/>
                </a:moveTo>
                <a:lnTo>
                  <a:pt x="471462" y="0"/>
                </a:lnTo>
                <a:lnTo>
                  <a:pt x="471462" y="471463"/>
                </a:lnTo>
                <a:lnTo>
                  <a:pt x="0" y="4714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051765" y="2042858"/>
            <a:ext cx="7772278" cy="99487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7531"/>
              </a:lnSpc>
            </a:pPr>
            <a:r>
              <a:rPr lang="en-US" sz="72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{{s08_title}}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94248" y="3661528"/>
            <a:ext cx="3343375" cy="3890472"/>
            <a:chOff x="0" y="0"/>
            <a:chExt cx="698500" cy="812800"/>
          </a:xfrm>
        </p:grpSpPr>
        <p:sp>
          <p:nvSpPr>
            <p:cNvPr name="{{image_6}}" id="16" descr="{{image_6}}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9"/>
              <a:stretch>
                <a:fillRect l="-37327" t="0" r="-37327" b="0"/>
              </a:stretch>
            </a:blipFill>
            <a:ln w="19050" cap="sq">
              <a:gradFill>
                <a:gsLst>
                  <a:gs pos="0">
                    <a:srgbClr val="C1AC8A">
                      <a:alpha val="100000"/>
                    </a:srgbClr>
                  </a:gs>
                  <a:gs pos="100000">
                    <a:srgbClr val="4B5835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927344" y="3661528"/>
            <a:ext cx="3343375" cy="3890472"/>
            <a:chOff x="0" y="0"/>
            <a:chExt cx="698500" cy="812800"/>
          </a:xfrm>
        </p:grpSpPr>
        <p:sp>
          <p:nvSpPr>
            <p:cNvPr name="{{image_3}}" id="18" descr="{{image_3}}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10"/>
              <a:stretch>
                <a:fillRect l="-37163" t="0" r="-37163" b="0"/>
              </a:stretch>
            </a:blipFill>
            <a:ln w="19050" cap="sq">
              <a:gradFill>
                <a:gsLst>
                  <a:gs pos="0">
                    <a:srgbClr val="C1AC8A">
                      <a:alpha val="100000"/>
                    </a:srgbClr>
                  </a:gs>
                  <a:gs pos="100000">
                    <a:srgbClr val="4B5835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5242265" y="3762066"/>
            <a:ext cx="3982766" cy="365129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459"/>
              </a:lnSpc>
              <a:spcBef>
                <a:spcPct val="0"/>
              </a:spcBef>
            </a:pPr>
            <a:r>
              <a:rPr lang="en-US" sz="1756">
                <a:solidFill>
                  <a:srgbClr val="010101"/>
                </a:solidFill>
                <a:latin typeface="Raleway"/>
                <a:ea typeface="Raleway"/>
                <a:cs typeface="Raleway"/>
                <a:sym typeface="Raleway"/>
              </a:rPr>
              <a:t>{{s08_text_1}}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19434" y="3762066"/>
            <a:ext cx="3982766" cy="365129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459"/>
              </a:lnSpc>
              <a:spcBef>
                <a:spcPct val="0"/>
              </a:spcBef>
            </a:pPr>
            <a:r>
              <a:rPr lang="en-US" sz="1756">
                <a:solidFill>
                  <a:srgbClr val="010101"/>
                </a:solidFill>
                <a:latin typeface="Raleway"/>
                <a:ea typeface="Raleway"/>
                <a:cs typeface="Raleway"/>
                <a:sym typeface="Raleway"/>
              </a:rPr>
              <a:t>{{s08_text_2}}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0989" t="0" r="-21753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71973" y="1205331"/>
            <a:ext cx="630621" cy="606047"/>
          </a:xfrm>
          <a:custGeom>
            <a:avLst/>
            <a:gdLst/>
            <a:ahLst/>
            <a:cxnLst/>
            <a:rect r="r" b="b" t="t" l="l"/>
            <a:pathLst>
              <a:path h="606047" w="630621">
                <a:moveTo>
                  <a:pt x="0" y="0"/>
                </a:moveTo>
                <a:lnTo>
                  <a:pt x="630621" y="0"/>
                </a:lnTo>
                <a:lnTo>
                  <a:pt x="630621" y="606047"/>
                </a:lnTo>
                <a:lnTo>
                  <a:pt x="0" y="6060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71973" y="8762897"/>
            <a:ext cx="5342316" cy="750440"/>
            <a:chOff x="0" y="0"/>
            <a:chExt cx="1407030" cy="19764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07030" cy="197647"/>
            </a:xfrm>
            <a:custGeom>
              <a:avLst/>
              <a:gdLst/>
              <a:ahLst/>
              <a:cxnLst/>
              <a:rect r="r" b="b" t="t" l="l"/>
              <a:pathLst>
                <a:path h="197647" w="1407030">
                  <a:moveTo>
                    <a:pt x="0" y="0"/>
                  </a:moveTo>
                  <a:lnTo>
                    <a:pt x="1407030" y="0"/>
                  </a:lnTo>
                  <a:lnTo>
                    <a:pt x="1407030" y="197647"/>
                  </a:lnTo>
                  <a:lnTo>
                    <a:pt x="0" y="197647"/>
                  </a:lnTo>
                  <a:close/>
                </a:path>
              </a:pathLst>
            </a:custGeom>
            <a:ln w="9525" cap="sq">
              <a:gradFill>
                <a:gsLst>
                  <a:gs pos="0">
                    <a:srgbClr val="C1AC8A">
                      <a:alpha val="100000"/>
                    </a:srgbClr>
                  </a:gs>
                  <a:gs pos="100000">
                    <a:srgbClr val="4B5835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407030" cy="245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3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6325384" y="8952942"/>
            <a:ext cx="384150" cy="384150"/>
          </a:xfrm>
          <a:custGeom>
            <a:avLst/>
            <a:gdLst/>
            <a:ahLst/>
            <a:cxnLst/>
            <a:rect r="r" b="b" t="t" l="l"/>
            <a:pathLst>
              <a:path h="384150" w="384150">
                <a:moveTo>
                  <a:pt x="0" y="0"/>
                </a:moveTo>
                <a:lnTo>
                  <a:pt x="384150" y="0"/>
                </a:lnTo>
                <a:lnTo>
                  <a:pt x="384150" y="384150"/>
                </a:lnTo>
                <a:lnTo>
                  <a:pt x="0" y="3841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708080" y="1219965"/>
            <a:ext cx="2515343" cy="48238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859"/>
              </a:lnSpc>
              <a:spcBef>
                <a:spcPct val="0"/>
              </a:spcBef>
            </a:pPr>
            <a:r>
              <a:rPr lang="en-US" sz="2756">
                <a:solidFill>
                  <a:srgbClr val="010101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62705" y="8895792"/>
            <a:ext cx="3765360" cy="39332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126"/>
              </a:lnSpc>
              <a:spcBef>
                <a:spcPct val="0"/>
              </a:spcBef>
            </a:pPr>
            <a:r>
              <a:rPr lang="en-US" sz="2232">
                <a:solidFill>
                  <a:srgbClr val="747161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grpSp>
        <p:nvGrpSpPr>
          <p:cNvPr name="Group 10" id="10"/>
          <p:cNvGrpSpPr/>
          <p:nvPr/>
        </p:nvGrpSpPr>
        <p:grpSpPr>
          <a:xfrm rot="5400000">
            <a:off x="4055526" y="-1779187"/>
            <a:ext cx="19767159" cy="12205798"/>
            <a:chOff x="0" y="0"/>
            <a:chExt cx="5206165" cy="321469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206166" cy="3214696"/>
            </a:xfrm>
            <a:custGeom>
              <a:avLst/>
              <a:gdLst/>
              <a:ahLst/>
              <a:cxnLst/>
              <a:rect r="r" b="b" t="t" l="l"/>
              <a:pathLst>
                <a:path h="3214696" w="5206166">
                  <a:moveTo>
                    <a:pt x="0" y="0"/>
                  </a:moveTo>
                  <a:lnTo>
                    <a:pt x="5206166" y="0"/>
                  </a:lnTo>
                  <a:lnTo>
                    <a:pt x="5206166" y="3214696"/>
                  </a:lnTo>
                  <a:lnTo>
                    <a:pt x="0" y="3214696"/>
                  </a:lnTo>
                  <a:close/>
                </a:path>
              </a:pathLst>
            </a:custGeom>
            <a:gradFill rotWithShape="true">
              <a:gsLst>
                <a:gs pos="0">
                  <a:srgbClr val="180F0F">
                    <a:alpha val="0"/>
                  </a:srgbClr>
                </a:gs>
                <a:gs pos="100000">
                  <a:srgbClr val="43401E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5206165" cy="32623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3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6829011" y="1371370"/>
            <a:ext cx="471463" cy="471463"/>
          </a:xfrm>
          <a:custGeom>
            <a:avLst/>
            <a:gdLst/>
            <a:ahLst/>
            <a:cxnLst/>
            <a:rect r="r" b="b" t="t" l="l"/>
            <a:pathLst>
              <a:path h="471463" w="471463">
                <a:moveTo>
                  <a:pt x="0" y="0"/>
                </a:moveTo>
                <a:lnTo>
                  <a:pt x="471462" y="0"/>
                </a:lnTo>
                <a:lnTo>
                  <a:pt x="471462" y="471463"/>
                </a:lnTo>
                <a:lnTo>
                  <a:pt x="0" y="4714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924373" y="4116925"/>
            <a:ext cx="4401011" cy="194626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7531"/>
              </a:lnSpc>
            </a:pPr>
            <a:r>
              <a:rPr lang="en-US" sz="72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{{s09_title}}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430073" y="2050000"/>
            <a:ext cx="915349" cy="1065134"/>
            <a:chOff x="0" y="0"/>
            <a:chExt cx="6985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9B9B9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63250" y="1804733"/>
            <a:ext cx="5806192" cy="151756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459"/>
              </a:lnSpc>
              <a:spcBef>
                <a:spcPct val="0"/>
              </a:spcBef>
            </a:pPr>
            <a:r>
              <a:rPr lang="en-US" sz="1756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{{s09_text_1}}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430073" y="4012150"/>
            <a:ext cx="915349" cy="1065134"/>
            <a:chOff x="0" y="0"/>
            <a:chExt cx="6985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9B9B9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63250" y="3766883"/>
            <a:ext cx="5806192" cy="151756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459"/>
              </a:lnSpc>
              <a:spcBef>
                <a:spcPct val="0"/>
              </a:spcBef>
            </a:pPr>
            <a:r>
              <a:rPr lang="en-US" sz="1756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{{s09_text_2}}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430073" y="5914629"/>
            <a:ext cx="915349" cy="1065134"/>
            <a:chOff x="0" y="0"/>
            <a:chExt cx="6985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9B9B9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763250" y="5669363"/>
            <a:ext cx="5806192" cy="151756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459"/>
              </a:lnSpc>
              <a:spcBef>
                <a:spcPct val="0"/>
              </a:spcBef>
            </a:pPr>
            <a:r>
              <a:rPr lang="en-US" sz="1756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{{s09_text_3}}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430073" y="7817109"/>
            <a:ext cx="915349" cy="1065134"/>
            <a:chOff x="0" y="0"/>
            <a:chExt cx="6985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9B9B9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0763250" y="7571843"/>
            <a:ext cx="5806192" cy="151756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459"/>
              </a:lnSpc>
              <a:spcBef>
                <a:spcPct val="0"/>
              </a:spcBef>
            </a:pPr>
            <a:r>
              <a:rPr lang="en-US" sz="1756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{{s09_text_4}}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0989" t="0" r="-21753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71973" y="1205331"/>
            <a:ext cx="630621" cy="606047"/>
          </a:xfrm>
          <a:custGeom>
            <a:avLst/>
            <a:gdLst/>
            <a:ahLst/>
            <a:cxnLst/>
            <a:rect r="r" b="b" t="t" l="l"/>
            <a:pathLst>
              <a:path h="606047" w="630621">
                <a:moveTo>
                  <a:pt x="0" y="0"/>
                </a:moveTo>
                <a:lnTo>
                  <a:pt x="630621" y="0"/>
                </a:lnTo>
                <a:lnTo>
                  <a:pt x="630621" y="606047"/>
                </a:lnTo>
                <a:lnTo>
                  <a:pt x="0" y="6060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020373" y="8762897"/>
            <a:ext cx="5342316" cy="750440"/>
            <a:chOff x="0" y="0"/>
            <a:chExt cx="1407030" cy="19764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07030" cy="197647"/>
            </a:xfrm>
            <a:custGeom>
              <a:avLst/>
              <a:gdLst/>
              <a:ahLst/>
              <a:cxnLst/>
              <a:rect r="r" b="b" t="t" l="l"/>
              <a:pathLst>
                <a:path h="197647" w="1407030">
                  <a:moveTo>
                    <a:pt x="0" y="0"/>
                  </a:moveTo>
                  <a:lnTo>
                    <a:pt x="1407030" y="0"/>
                  </a:lnTo>
                  <a:lnTo>
                    <a:pt x="1407030" y="197647"/>
                  </a:lnTo>
                  <a:lnTo>
                    <a:pt x="0" y="197647"/>
                  </a:lnTo>
                  <a:close/>
                </a:path>
              </a:pathLst>
            </a:custGeom>
            <a:ln w="9525" cap="sq">
              <a:gradFill>
                <a:gsLst>
                  <a:gs pos="0">
                    <a:srgbClr val="C1AC8A">
                      <a:alpha val="100000"/>
                    </a:srgbClr>
                  </a:gs>
                  <a:gs pos="100000">
                    <a:srgbClr val="4B5835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407030" cy="245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3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2573784" y="8952942"/>
            <a:ext cx="384150" cy="384150"/>
          </a:xfrm>
          <a:custGeom>
            <a:avLst/>
            <a:gdLst/>
            <a:ahLst/>
            <a:cxnLst/>
            <a:rect r="r" b="b" t="t" l="l"/>
            <a:pathLst>
              <a:path h="384150" w="384150">
                <a:moveTo>
                  <a:pt x="0" y="0"/>
                </a:moveTo>
                <a:lnTo>
                  <a:pt x="384150" y="0"/>
                </a:lnTo>
                <a:lnTo>
                  <a:pt x="384150" y="384150"/>
                </a:lnTo>
                <a:lnTo>
                  <a:pt x="0" y="3841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829011" y="1466620"/>
            <a:ext cx="471463" cy="471463"/>
          </a:xfrm>
          <a:custGeom>
            <a:avLst/>
            <a:gdLst/>
            <a:ahLst/>
            <a:cxnLst/>
            <a:rect r="r" b="b" t="t" l="l"/>
            <a:pathLst>
              <a:path h="471463" w="471463">
                <a:moveTo>
                  <a:pt x="0" y="0"/>
                </a:moveTo>
                <a:lnTo>
                  <a:pt x="471462" y="0"/>
                </a:lnTo>
                <a:lnTo>
                  <a:pt x="471462" y="471463"/>
                </a:lnTo>
                <a:lnTo>
                  <a:pt x="0" y="4714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708080" y="1219965"/>
            <a:ext cx="2515343" cy="48238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859"/>
              </a:lnSpc>
              <a:spcBef>
                <a:spcPct val="0"/>
              </a:spcBef>
            </a:pPr>
            <a:r>
              <a:rPr lang="en-US" sz="2756">
                <a:solidFill>
                  <a:srgbClr val="010101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411105" y="8895792"/>
            <a:ext cx="3765360" cy="39332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126"/>
              </a:lnSpc>
              <a:spcBef>
                <a:spcPct val="0"/>
              </a:spcBef>
            </a:pPr>
            <a:r>
              <a:rPr lang="en-US" sz="2232">
                <a:solidFill>
                  <a:srgbClr val="747161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020373" y="2561046"/>
            <a:ext cx="7772278" cy="99432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7531"/>
              </a:lnSpc>
            </a:pPr>
            <a:r>
              <a:rPr lang="en-US" sz="72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{{s10_title}}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28700" y="2650112"/>
            <a:ext cx="5898084" cy="6863225"/>
            <a:chOff x="0" y="0"/>
            <a:chExt cx="6985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80F0F">
                    <a:alpha val="0"/>
                  </a:srgbClr>
                </a:gs>
                <a:gs pos="100000">
                  <a:srgbClr val="43401E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28700" y="3277378"/>
            <a:ext cx="4877438" cy="5675564"/>
            <a:chOff x="0" y="0"/>
            <a:chExt cx="698500" cy="812800"/>
          </a:xfrm>
        </p:grpSpPr>
        <p:sp>
          <p:nvSpPr>
            <p:cNvPr name="{{image_1}}" id="15" descr="{{image_1}}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9"/>
              <a:stretch>
                <a:fillRect l="0" t="-14372" r="0" b="-14372"/>
              </a:stretch>
            </a:blipFill>
            <a:ln w="19050" cap="sq">
              <a:gradFill>
                <a:gsLst>
                  <a:gs pos="0">
                    <a:srgbClr val="C1AC8A">
                      <a:alpha val="100000"/>
                    </a:srgbClr>
                  </a:gs>
                  <a:gs pos="100000">
                    <a:srgbClr val="4B5835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8020373" y="3831506"/>
            <a:ext cx="9280101" cy="426093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459"/>
              </a:lnSpc>
              <a:spcBef>
                <a:spcPct val="0"/>
              </a:spcBef>
            </a:pPr>
            <a:r>
              <a:rPr lang="en-US" sz="1756">
                <a:solidFill>
                  <a:srgbClr val="010101"/>
                </a:solidFill>
                <a:latin typeface="Raleway"/>
                <a:ea typeface="Raleway"/>
                <a:cs typeface="Raleway"/>
                <a:sym typeface="Raleway"/>
              </a:rPr>
              <a:t>{{s10_text_1}}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0989" t="0" r="-21753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71973" y="1205331"/>
            <a:ext cx="630621" cy="606047"/>
          </a:xfrm>
          <a:custGeom>
            <a:avLst/>
            <a:gdLst/>
            <a:ahLst/>
            <a:cxnLst/>
            <a:rect r="r" b="b" t="t" l="l"/>
            <a:pathLst>
              <a:path h="606047" w="630621">
                <a:moveTo>
                  <a:pt x="0" y="0"/>
                </a:moveTo>
                <a:lnTo>
                  <a:pt x="630621" y="0"/>
                </a:lnTo>
                <a:lnTo>
                  <a:pt x="630621" y="606047"/>
                </a:lnTo>
                <a:lnTo>
                  <a:pt x="0" y="6060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212951" y="8762897"/>
            <a:ext cx="5342316" cy="750440"/>
            <a:chOff x="0" y="0"/>
            <a:chExt cx="1407030" cy="19764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07030" cy="197647"/>
            </a:xfrm>
            <a:custGeom>
              <a:avLst/>
              <a:gdLst/>
              <a:ahLst/>
              <a:cxnLst/>
              <a:rect r="r" b="b" t="t" l="l"/>
              <a:pathLst>
                <a:path h="197647" w="1407030">
                  <a:moveTo>
                    <a:pt x="0" y="0"/>
                  </a:moveTo>
                  <a:lnTo>
                    <a:pt x="1407030" y="0"/>
                  </a:lnTo>
                  <a:lnTo>
                    <a:pt x="1407030" y="197647"/>
                  </a:lnTo>
                  <a:lnTo>
                    <a:pt x="0" y="197647"/>
                  </a:lnTo>
                  <a:close/>
                </a:path>
              </a:pathLst>
            </a:custGeom>
            <a:ln w="9525" cap="sq">
              <a:gradFill>
                <a:gsLst>
                  <a:gs pos="0">
                    <a:srgbClr val="C1AC8A">
                      <a:alpha val="100000"/>
                    </a:srgbClr>
                  </a:gs>
                  <a:gs pos="100000">
                    <a:srgbClr val="4B5835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407030" cy="245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3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0766362" y="8952942"/>
            <a:ext cx="384150" cy="384150"/>
          </a:xfrm>
          <a:custGeom>
            <a:avLst/>
            <a:gdLst/>
            <a:ahLst/>
            <a:cxnLst/>
            <a:rect r="r" b="b" t="t" l="l"/>
            <a:pathLst>
              <a:path h="384150" w="384150">
                <a:moveTo>
                  <a:pt x="0" y="0"/>
                </a:moveTo>
                <a:lnTo>
                  <a:pt x="384150" y="0"/>
                </a:lnTo>
                <a:lnTo>
                  <a:pt x="384150" y="384150"/>
                </a:lnTo>
                <a:lnTo>
                  <a:pt x="0" y="3841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708080" y="1219965"/>
            <a:ext cx="2515343" cy="48238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859"/>
              </a:lnSpc>
              <a:spcBef>
                <a:spcPct val="0"/>
              </a:spcBef>
            </a:pPr>
            <a:r>
              <a:rPr lang="en-US" sz="2756">
                <a:solidFill>
                  <a:srgbClr val="010101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03684" y="8895792"/>
            <a:ext cx="3765360" cy="39332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126"/>
              </a:lnSpc>
              <a:spcBef>
                <a:spcPct val="0"/>
              </a:spcBef>
            </a:pPr>
            <a:r>
              <a:rPr lang="en-US" sz="2232">
                <a:solidFill>
                  <a:srgbClr val="747161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-220112" y="2248533"/>
            <a:ext cx="2622706" cy="3051877"/>
            <a:chOff x="0" y="0"/>
            <a:chExt cx="698500" cy="812800"/>
          </a:xfrm>
        </p:grpSpPr>
        <p:sp>
          <p:nvSpPr>
            <p:cNvPr name="{{image_2}}" id="11" descr="{{image_2}}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7"/>
              <a:stretch>
                <a:fillRect l="-37327" t="0" r="-37327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402594" y="2248533"/>
            <a:ext cx="2622706" cy="3051877"/>
            <a:chOff x="0" y="0"/>
            <a:chExt cx="6985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80F0F">
                    <a:alpha val="0"/>
                  </a:srgbClr>
                </a:gs>
                <a:gs pos="100000">
                  <a:srgbClr val="43401E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91241" y="4521647"/>
            <a:ext cx="2622706" cy="3051877"/>
            <a:chOff x="0" y="0"/>
            <a:chExt cx="6985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80F0F">
                    <a:alpha val="0"/>
                  </a:srgbClr>
                </a:gs>
                <a:gs pos="100000">
                  <a:srgbClr val="43401E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325384" y="2585690"/>
            <a:ext cx="9143878" cy="99432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7531"/>
              </a:lnSpc>
            </a:pPr>
            <a:r>
              <a:rPr lang="en-US" sz="72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{{s11_title}}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325384" y="3869606"/>
            <a:ext cx="10459766" cy="39561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459"/>
              </a:lnSpc>
              <a:spcBef>
                <a:spcPct val="0"/>
              </a:spcBef>
            </a:pPr>
            <a:r>
              <a:rPr lang="en-US" sz="1756">
                <a:solidFill>
                  <a:srgbClr val="010101"/>
                </a:solidFill>
                <a:latin typeface="Raleway"/>
                <a:ea typeface="Raleway"/>
                <a:cs typeface="Raleway"/>
                <a:sym typeface="Raleway"/>
              </a:rPr>
              <a:t>{{s11_text_1}}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2402594" y="6713842"/>
            <a:ext cx="2622706" cy="3051877"/>
            <a:chOff x="0" y="0"/>
            <a:chExt cx="698500" cy="812800"/>
          </a:xfrm>
        </p:grpSpPr>
        <p:sp>
          <p:nvSpPr>
            <p:cNvPr name="{{image_3}}" id="19" descr="{{image_3}}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8"/>
              <a:stretch>
                <a:fillRect l="-37163" t="0" r="-37163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-191716" y="6713842"/>
            <a:ext cx="2622706" cy="3051877"/>
            <a:chOff x="0" y="0"/>
            <a:chExt cx="6985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80F0F">
                    <a:alpha val="0"/>
                  </a:srgbClr>
                </a:gs>
                <a:gs pos="100000">
                  <a:srgbClr val="43401E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16829011" y="1466620"/>
            <a:ext cx="471463" cy="471463"/>
          </a:xfrm>
          <a:custGeom>
            <a:avLst/>
            <a:gdLst/>
            <a:ahLst/>
            <a:cxnLst/>
            <a:rect r="r" b="b" t="t" l="l"/>
            <a:pathLst>
              <a:path h="471463" w="471463">
                <a:moveTo>
                  <a:pt x="0" y="0"/>
                </a:moveTo>
                <a:lnTo>
                  <a:pt x="471462" y="0"/>
                </a:lnTo>
                <a:lnTo>
                  <a:pt x="471462" y="471463"/>
                </a:lnTo>
                <a:lnTo>
                  <a:pt x="0" y="47146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0989" t="0" r="-21753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71973" y="1205331"/>
            <a:ext cx="630621" cy="606047"/>
          </a:xfrm>
          <a:custGeom>
            <a:avLst/>
            <a:gdLst/>
            <a:ahLst/>
            <a:cxnLst/>
            <a:rect r="r" b="b" t="t" l="l"/>
            <a:pathLst>
              <a:path h="606047" w="630621">
                <a:moveTo>
                  <a:pt x="0" y="0"/>
                </a:moveTo>
                <a:lnTo>
                  <a:pt x="630621" y="0"/>
                </a:lnTo>
                <a:lnTo>
                  <a:pt x="630621" y="606047"/>
                </a:lnTo>
                <a:lnTo>
                  <a:pt x="0" y="6060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71973" y="8762897"/>
            <a:ext cx="5342316" cy="750440"/>
            <a:chOff x="0" y="0"/>
            <a:chExt cx="1407030" cy="19764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07030" cy="197647"/>
            </a:xfrm>
            <a:custGeom>
              <a:avLst/>
              <a:gdLst/>
              <a:ahLst/>
              <a:cxnLst/>
              <a:rect r="r" b="b" t="t" l="l"/>
              <a:pathLst>
                <a:path h="197647" w="1407030">
                  <a:moveTo>
                    <a:pt x="0" y="0"/>
                  </a:moveTo>
                  <a:lnTo>
                    <a:pt x="1407030" y="0"/>
                  </a:lnTo>
                  <a:lnTo>
                    <a:pt x="1407030" y="197647"/>
                  </a:lnTo>
                  <a:lnTo>
                    <a:pt x="0" y="197647"/>
                  </a:lnTo>
                  <a:close/>
                </a:path>
              </a:pathLst>
            </a:custGeom>
            <a:ln w="9525" cap="sq">
              <a:gradFill>
                <a:gsLst>
                  <a:gs pos="0">
                    <a:srgbClr val="C1AC8A">
                      <a:alpha val="100000"/>
                    </a:srgbClr>
                  </a:gs>
                  <a:gs pos="100000">
                    <a:srgbClr val="4B5835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407030" cy="245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3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6325384" y="8952942"/>
            <a:ext cx="384150" cy="384150"/>
          </a:xfrm>
          <a:custGeom>
            <a:avLst/>
            <a:gdLst/>
            <a:ahLst/>
            <a:cxnLst/>
            <a:rect r="r" b="b" t="t" l="l"/>
            <a:pathLst>
              <a:path h="384150" w="384150">
                <a:moveTo>
                  <a:pt x="0" y="0"/>
                </a:moveTo>
                <a:lnTo>
                  <a:pt x="384150" y="0"/>
                </a:lnTo>
                <a:lnTo>
                  <a:pt x="384150" y="384150"/>
                </a:lnTo>
                <a:lnTo>
                  <a:pt x="0" y="3841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708080" y="1219965"/>
            <a:ext cx="2515343" cy="48238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859"/>
              </a:lnSpc>
              <a:spcBef>
                <a:spcPct val="0"/>
              </a:spcBef>
            </a:pPr>
            <a:r>
              <a:rPr lang="en-US" sz="2756">
                <a:solidFill>
                  <a:srgbClr val="010101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62705" y="8895792"/>
            <a:ext cx="3765360" cy="39332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126"/>
              </a:lnSpc>
              <a:spcBef>
                <a:spcPct val="0"/>
              </a:spcBef>
            </a:pPr>
            <a:r>
              <a:rPr lang="en-US" sz="2232">
                <a:solidFill>
                  <a:srgbClr val="747161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458240" y="2191695"/>
            <a:ext cx="6140575" cy="7145396"/>
            <a:chOff x="0" y="0"/>
            <a:chExt cx="698500" cy="812800"/>
          </a:xfrm>
        </p:grpSpPr>
        <p:sp>
          <p:nvSpPr>
            <p:cNvPr name="{{image_2}}" id="11" descr="{{image_2}}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7"/>
              <a:stretch>
                <a:fillRect l="-37327" t="0" r="-37327" b="0"/>
              </a:stretch>
            </a:blipFill>
            <a:ln w="47625" cap="sq">
              <a:gradFill>
                <a:gsLst>
                  <a:gs pos="0">
                    <a:srgbClr val="180F0F">
                      <a:alpha val="0"/>
                    </a:srgbClr>
                  </a:gs>
                  <a:gs pos="100000">
                    <a:srgbClr val="43401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6829011" y="1466620"/>
            <a:ext cx="471463" cy="471463"/>
          </a:xfrm>
          <a:custGeom>
            <a:avLst/>
            <a:gdLst/>
            <a:ahLst/>
            <a:cxnLst/>
            <a:rect r="r" b="b" t="t" l="l"/>
            <a:pathLst>
              <a:path h="471463" w="471463">
                <a:moveTo>
                  <a:pt x="0" y="0"/>
                </a:moveTo>
                <a:lnTo>
                  <a:pt x="471462" y="0"/>
                </a:lnTo>
                <a:lnTo>
                  <a:pt x="471462" y="471463"/>
                </a:lnTo>
                <a:lnTo>
                  <a:pt x="0" y="47146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5211812" y="3204559"/>
            <a:ext cx="2088662" cy="2430443"/>
            <a:chOff x="0" y="0"/>
            <a:chExt cx="6985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80F0F">
                    <a:alpha val="0"/>
                  </a:srgbClr>
                </a:gs>
                <a:gs pos="100000">
                  <a:srgbClr val="43401E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966961" y="6785277"/>
            <a:ext cx="1280358" cy="1489871"/>
            <a:chOff x="0" y="0"/>
            <a:chExt cx="6985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80F0F">
                    <a:alpha val="0"/>
                  </a:srgbClr>
                </a:gs>
                <a:gs pos="100000">
                  <a:srgbClr val="43401E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771973" y="2751546"/>
            <a:ext cx="5810128" cy="194626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7531"/>
              </a:lnSpc>
            </a:pPr>
            <a:r>
              <a:rPr lang="en-US" sz="72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{{s12_title}}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71973" y="4996827"/>
            <a:ext cx="7907066" cy="3346478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459"/>
              </a:lnSpc>
              <a:spcBef>
                <a:spcPct val="0"/>
              </a:spcBef>
            </a:pPr>
            <a:r>
              <a:rPr lang="en-US" sz="1756">
                <a:solidFill>
                  <a:srgbClr val="010101"/>
                </a:solidFill>
                <a:latin typeface="Raleway"/>
                <a:ea typeface="Raleway"/>
                <a:cs typeface="Raleway"/>
                <a:sym typeface="Raleway"/>
              </a:rPr>
              <a:t>{{s12_text_1}}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0989" t="0" r="-21753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71973" y="1205331"/>
            <a:ext cx="630621" cy="606047"/>
          </a:xfrm>
          <a:custGeom>
            <a:avLst/>
            <a:gdLst/>
            <a:ahLst/>
            <a:cxnLst/>
            <a:rect r="r" b="b" t="t" l="l"/>
            <a:pathLst>
              <a:path h="606047" w="630621">
                <a:moveTo>
                  <a:pt x="0" y="0"/>
                </a:moveTo>
                <a:lnTo>
                  <a:pt x="630621" y="0"/>
                </a:lnTo>
                <a:lnTo>
                  <a:pt x="630621" y="606047"/>
                </a:lnTo>
                <a:lnTo>
                  <a:pt x="0" y="6060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858323" y="8762897"/>
            <a:ext cx="5342316" cy="750440"/>
            <a:chOff x="0" y="0"/>
            <a:chExt cx="1407030" cy="19764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07030" cy="197647"/>
            </a:xfrm>
            <a:custGeom>
              <a:avLst/>
              <a:gdLst/>
              <a:ahLst/>
              <a:cxnLst/>
              <a:rect r="r" b="b" t="t" l="l"/>
              <a:pathLst>
                <a:path h="197647" w="1407030">
                  <a:moveTo>
                    <a:pt x="0" y="0"/>
                  </a:moveTo>
                  <a:lnTo>
                    <a:pt x="1407030" y="0"/>
                  </a:lnTo>
                  <a:lnTo>
                    <a:pt x="1407030" y="197647"/>
                  </a:lnTo>
                  <a:lnTo>
                    <a:pt x="0" y="197647"/>
                  </a:lnTo>
                  <a:close/>
                </a:path>
              </a:pathLst>
            </a:custGeom>
            <a:ln w="9525" cap="sq">
              <a:gradFill>
                <a:gsLst>
                  <a:gs pos="0">
                    <a:srgbClr val="C1AC8A">
                      <a:alpha val="100000"/>
                    </a:srgbClr>
                  </a:gs>
                  <a:gs pos="100000">
                    <a:srgbClr val="4B5835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407030" cy="245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3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1411734" y="8952942"/>
            <a:ext cx="384150" cy="384150"/>
          </a:xfrm>
          <a:custGeom>
            <a:avLst/>
            <a:gdLst/>
            <a:ahLst/>
            <a:cxnLst/>
            <a:rect r="r" b="b" t="t" l="l"/>
            <a:pathLst>
              <a:path h="384150" w="384150">
                <a:moveTo>
                  <a:pt x="0" y="0"/>
                </a:moveTo>
                <a:lnTo>
                  <a:pt x="384150" y="0"/>
                </a:lnTo>
                <a:lnTo>
                  <a:pt x="384150" y="384150"/>
                </a:lnTo>
                <a:lnTo>
                  <a:pt x="0" y="3841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829011" y="1466620"/>
            <a:ext cx="471463" cy="471463"/>
          </a:xfrm>
          <a:custGeom>
            <a:avLst/>
            <a:gdLst/>
            <a:ahLst/>
            <a:cxnLst/>
            <a:rect r="r" b="b" t="t" l="l"/>
            <a:pathLst>
              <a:path h="471463" w="471463">
                <a:moveTo>
                  <a:pt x="0" y="0"/>
                </a:moveTo>
                <a:lnTo>
                  <a:pt x="471462" y="0"/>
                </a:lnTo>
                <a:lnTo>
                  <a:pt x="471462" y="471463"/>
                </a:lnTo>
                <a:lnTo>
                  <a:pt x="0" y="4714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234315" y="3275856"/>
            <a:ext cx="19591020" cy="2941320"/>
            <a:chOff x="0" y="0"/>
            <a:chExt cx="3035162" cy="455687"/>
          </a:xfrm>
        </p:grpSpPr>
        <p:sp>
          <p:nvSpPr>
            <p:cNvPr name="{{image_4}}" id="10" descr="{{image_4}}"/>
            <p:cNvSpPr/>
            <p:nvPr/>
          </p:nvSpPr>
          <p:spPr>
            <a:xfrm flipH="false" flipV="false" rot="0">
              <a:off x="0" y="0"/>
              <a:ext cx="3035162" cy="455687"/>
            </a:xfrm>
            <a:custGeom>
              <a:avLst/>
              <a:gdLst/>
              <a:ahLst/>
              <a:cxnLst/>
              <a:rect r="r" b="b" t="t" l="l"/>
              <a:pathLst>
                <a:path h="455687" w="3035162">
                  <a:moveTo>
                    <a:pt x="0" y="0"/>
                  </a:moveTo>
                  <a:lnTo>
                    <a:pt x="3035162" y="0"/>
                  </a:lnTo>
                  <a:lnTo>
                    <a:pt x="3035162" y="455687"/>
                  </a:lnTo>
                  <a:lnTo>
                    <a:pt x="0" y="455687"/>
                  </a:lnTo>
                  <a:close/>
                </a:path>
              </a:pathLst>
            </a:custGeom>
            <a:blipFill>
              <a:blip r:embed="rId9"/>
              <a:stretch>
                <a:fillRect l="0" t="-172020" r="0" b="-17202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2708080" y="1219965"/>
            <a:ext cx="2515343" cy="48238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859"/>
              </a:lnSpc>
              <a:spcBef>
                <a:spcPct val="0"/>
              </a:spcBef>
            </a:pPr>
            <a:r>
              <a:rPr lang="en-US" sz="2756">
                <a:solidFill>
                  <a:srgbClr val="010101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249055" y="8895792"/>
            <a:ext cx="3765360" cy="39332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126"/>
              </a:lnSpc>
              <a:spcBef>
                <a:spcPct val="0"/>
              </a:spcBef>
            </a:pPr>
            <a:r>
              <a:rPr lang="en-US" sz="2232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271681" y="2042858"/>
            <a:ext cx="10286878" cy="99487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7531"/>
              </a:lnSpc>
            </a:pPr>
            <a:r>
              <a:rPr lang="en-US" sz="72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{{s13_title}}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65534" y="6454226"/>
            <a:ext cx="15793766" cy="151756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459"/>
              </a:lnSpc>
              <a:spcBef>
                <a:spcPct val="0"/>
              </a:spcBef>
            </a:pPr>
            <a:r>
              <a:rPr lang="en-US" sz="1756">
                <a:solidFill>
                  <a:srgbClr val="010101"/>
                </a:solidFill>
                <a:latin typeface="Raleway"/>
                <a:ea typeface="Raleway"/>
                <a:cs typeface="Raleway"/>
                <a:sym typeface="Raleway"/>
              </a:rPr>
              <a:t>{{s13_text_1}}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0989" t="0" r="-21753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71973" y="1205331"/>
            <a:ext cx="630621" cy="606047"/>
          </a:xfrm>
          <a:custGeom>
            <a:avLst/>
            <a:gdLst/>
            <a:ahLst/>
            <a:cxnLst/>
            <a:rect r="r" b="b" t="t" l="l"/>
            <a:pathLst>
              <a:path h="606047" w="630621">
                <a:moveTo>
                  <a:pt x="0" y="0"/>
                </a:moveTo>
                <a:lnTo>
                  <a:pt x="630621" y="0"/>
                </a:lnTo>
                <a:lnTo>
                  <a:pt x="630621" y="606047"/>
                </a:lnTo>
                <a:lnTo>
                  <a:pt x="0" y="6060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020373" y="8762897"/>
            <a:ext cx="5342316" cy="750440"/>
            <a:chOff x="0" y="0"/>
            <a:chExt cx="1407030" cy="19764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07030" cy="197647"/>
            </a:xfrm>
            <a:custGeom>
              <a:avLst/>
              <a:gdLst/>
              <a:ahLst/>
              <a:cxnLst/>
              <a:rect r="r" b="b" t="t" l="l"/>
              <a:pathLst>
                <a:path h="197647" w="1407030">
                  <a:moveTo>
                    <a:pt x="0" y="0"/>
                  </a:moveTo>
                  <a:lnTo>
                    <a:pt x="1407030" y="0"/>
                  </a:lnTo>
                  <a:lnTo>
                    <a:pt x="1407030" y="197647"/>
                  </a:lnTo>
                  <a:lnTo>
                    <a:pt x="0" y="197647"/>
                  </a:lnTo>
                  <a:close/>
                </a:path>
              </a:pathLst>
            </a:custGeom>
            <a:ln w="9525" cap="sq">
              <a:gradFill>
                <a:gsLst>
                  <a:gs pos="0">
                    <a:srgbClr val="C1AC8A">
                      <a:alpha val="100000"/>
                    </a:srgbClr>
                  </a:gs>
                  <a:gs pos="100000">
                    <a:srgbClr val="4B5835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407030" cy="245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3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2573784" y="8952942"/>
            <a:ext cx="384150" cy="384150"/>
          </a:xfrm>
          <a:custGeom>
            <a:avLst/>
            <a:gdLst/>
            <a:ahLst/>
            <a:cxnLst/>
            <a:rect r="r" b="b" t="t" l="l"/>
            <a:pathLst>
              <a:path h="384150" w="384150">
                <a:moveTo>
                  <a:pt x="0" y="0"/>
                </a:moveTo>
                <a:lnTo>
                  <a:pt x="384150" y="0"/>
                </a:lnTo>
                <a:lnTo>
                  <a:pt x="384150" y="384150"/>
                </a:lnTo>
                <a:lnTo>
                  <a:pt x="0" y="3841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829011" y="1466620"/>
            <a:ext cx="471463" cy="471463"/>
          </a:xfrm>
          <a:custGeom>
            <a:avLst/>
            <a:gdLst/>
            <a:ahLst/>
            <a:cxnLst/>
            <a:rect r="r" b="b" t="t" l="l"/>
            <a:pathLst>
              <a:path h="471463" w="471463">
                <a:moveTo>
                  <a:pt x="0" y="0"/>
                </a:moveTo>
                <a:lnTo>
                  <a:pt x="471462" y="0"/>
                </a:lnTo>
                <a:lnTo>
                  <a:pt x="471462" y="471463"/>
                </a:lnTo>
                <a:lnTo>
                  <a:pt x="0" y="4714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8020373" y="4286323"/>
            <a:ext cx="915349" cy="1065134"/>
            <a:chOff x="0" y="0"/>
            <a:chExt cx="6985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80F0F">
                    <a:alpha val="0"/>
                  </a:srgbClr>
                </a:gs>
                <a:gs pos="100000">
                  <a:srgbClr val="43401E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020373" y="6308714"/>
            <a:ext cx="915349" cy="1065134"/>
            <a:chOff x="0" y="0"/>
            <a:chExt cx="6985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80F0F">
                    <a:alpha val="0"/>
                  </a:srgbClr>
                </a:gs>
                <a:gs pos="100000">
                  <a:srgbClr val="43401E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-130661" y="2016875"/>
            <a:ext cx="7320217" cy="7320217"/>
            <a:chOff x="0" y="0"/>
            <a:chExt cx="812800" cy="812800"/>
          </a:xfrm>
        </p:grpSpPr>
        <p:sp>
          <p:nvSpPr>
            <p:cNvPr name="{{image_5}}" id="14" descr="{{image_5}}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9"/>
              <a:stretch>
                <a:fillRect l="-38495" t="0" r="-38495" b="0"/>
              </a:stretch>
            </a:blipFill>
            <a:ln w="47625" cap="sq">
              <a:gradFill>
                <a:gsLst>
                  <a:gs pos="0">
                    <a:srgbClr val="180F0F">
                      <a:alpha val="0"/>
                    </a:srgbClr>
                  </a:gs>
                  <a:gs pos="100000">
                    <a:srgbClr val="43401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2708080" y="1219965"/>
            <a:ext cx="2515343" cy="48238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859"/>
              </a:lnSpc>
              <a:spcBef>
                <a:spcPct val="0"/>
              </a:spcBef>
            </a:pPr>
            <a:r>
              <a:rPr lang="en-US" sz="2756">
                <a:solidFill>
                  <a:srgbClr val="010101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411105" y="8895792"/>
            <a:ext cx="3765360" cy="39332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126"/>
              </a:lnSpc>
              <a:spcBef>
                <a:spcPct val="0"/>
              </a:spcBef>
            </a:pPr>
            <a:r>
              <a:rPr lang="en-US" sz="2232">
                <a:solidFill>
                  <a:srgbClr val="747161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020373" y="2751546"/>
            <a:ext cx="7772278" cy="99432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7531"/>
              </a:lnSpc>
            </a:pPr>
            <a:r>
              <a:rPr lang="en-US" sz="72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{{s14_title}}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53550" y="4041056"/>
            <a:ext cx="5806192" cy="151756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459"/>
              </a:lnSpc>
              <a:spcBef>
                <a:spcPct val="0"/>
              </a:spcBef>
            </a:pPr>
            <a:r>
              <a:rPr lang="en-US" sz="1756">
                <a:solidFill>
                  <a:srgbClr val="010101"/>
                </a:solidFill>
                <a:latin typeface="Raleway"/>
                <a:ea typeface="Raleway"/>
                <a:cs typeface="Raleway"/>
                <a:sym typeface="Raleway"/>
              </a:rPr>
              <a:t>{{s14_text_1}}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353550" y="6063448"/>
            <a:ext cx="5806192" cy="151756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459"/>
              </a:lnSpc>
              <a:spcBef>
                <a:spcPct val="0"/>
              </a:spcBef>
            </a:pPr>
            <a:r>
              <a:rPr lang="en-US" sz="1756">
                <a:solidFill>
                  <a:srgbClr val="010101"/>
                </a:solidFill>
                <a:latin typeface="Raleway"/>
                <a:ea typeface="Raleway"/>
                <a:cs typeface="Raleway"/>
                <a:sym typeface="Raleway"/>
              </a:rPr>
              <a:t>{{s14_text_2}}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0989" t="0" r="-21753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71973" y="1205331"/>
            <a:ext cx="630621" cy="606047"/>
          </a:xfrm>
          <a:custGeom>
            <a:avLst/>
            <a:gdLst/>
            <a:ahLst/>
            <a:cxnLst/>
            <a:rect r="r" b="b" t="t" l="l"/>
            <a:pathLst>
              <a:path h="606047" w="630621">
                <a:moveTo>
                  <a:pt x="0" y="0"/>
                </a:moveTo>
                <a:lnTo>
                  <a:pt x="630621" y="0"/>
                </a:lnTo>
                <a:lnTo>
                  <a:pt x="630621" y="606047"/>
                </a:lnTo>
                <a:lnTo>
                  <a:pt x="0" y="6060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71973" y="8762897"/>
            <a:ext cx="5342316" cy="750440"/>
            <a:chOff x="0" y="0"/>
            <a:chExt cx="1407030" cy="19764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07030" cy="197647"/>
            </a:xfrm>
            <a:custGeom>
              <a:avLst/>
              <a:gdLst/>
              <a:ahLst/>
              <a:cxnLst/>
              <a:rect r="r" b="b" t="t" l="l"/>
              <a:pathLst>
                <a:path h="197647" w="1407030">
                  <a:moveTo>
                    <a:pt x="0" y="0"/>
                  </a:moveTo>
                  <a:lnTo>
                    <a:pt x="1407030" y="0"/>
                  </a:lnTo>
                  <a:lnTo>
                    <a:pt x="1407030" y="197647"/>
                  </a:lnTo>
                  <a:lnTo>
                    <a:pt x="0" y="197647"/>
                  </a:lnTo>
                  <a:close/>
                </a:path>
              </a:pathLst>
            </a:custGeom>
            <a:ln w="9525" cap="sq">
              <a:gradFill>
                <a:gsLst>
                  <a:gs pos="0">
                    <a:srgbClr val="C1AC8A">
                      <a:alpha val="100000"/>
                    </a:srgbClr>
                  </a:gs>
                  <a:gs pos="100000">
                    <a:srgbClr val="4B5835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407030" cy="245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3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6325384" y="8952942"/>
            <a:ext cx="384150" cy="384150"/>
          </a:xfrm>
          <a:custGeom>
            <a:avLst/>
            <a:gdLst/>
            <a:ahLst/>
            <a:cxnLst/>
            <a:rect r="r" b="b" t="t" l="l"/>
            <a:pathLst>
              <a:path h="384150" w="384150">
                <a:moveTo>
                  <a:pt x="0" y="0"/>
                </a:moveTo>
                <a:lnTo>
                  <a:pt x="384150" y="0"/>
                </a:lnTo>
                <a:lnTo>
                  <a:pt x="384150" y="384150"/>
                </a:lnTo>
                <a:lnTo>
                  <a:pt x="0" y="3841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708080" y="1219965"/>
            <a:ext cx="2515343" cy="48238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859"/>
              </a:lnSpc>
              <a:spcBef>
                <a:spcPct val="0"/>
              </a:spcBef>
            </a:pPr>
            <a:r>
              <a:rPr lang="en-US" sz="2756">
                <a:solidFill>
                  <a:srgbClr val="010101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62705" y="8895792"/>
            <a:ext cx="3765360" cy="39332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126"/>
              </a:lnSpc>
              <a:spcBef>
                <a:spcPct val="0"/>
              </a:spcBef>
            </a:pPr>
            <a:r>
              <a:rPr lang="en-US" sz="2232">
                <a:solidFill>
                  <a:srgbClr val="747161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-658549" y="1938083"/>
            <a:ext cx="19767159" cy="1099648"/>
            <a:chOff x="0" y="0"/>
            <a:chExt cx="5206165" cy="28961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206166" cy="289619"/>
            </a:xfrm>
            <a:custGeom>
              <a:avLst/>
              <a:gdLst/>
              <a:ahLst/>
              <a:cxnLst/>
              <a:rect r="r" b="b" t="t" l="l"/>
              <a:pathLst>
                <a:path h="289619" w="5206166">
                  <a:moveTo>
                    <a:pt x="0" y="0"/>
                  </a:moveTo>
                  <a:lnTo>
                    <a:pt x="5206166" y="0"/>
                  </a:lnTo>
                  <a:lnTo>
                    <a:pt x="5206166" y="289619"/>
                  </a:lnTo>
                  <a:lnTo>
                    <a:pt x="0" y="289619"/>
                  </a:lnTo>
                  <a:close/>
                </a:path>
              </a:pathLst>
            </a:custGeom>
            <a:gradFill rotWithShape="true">
              <a:gsLst>
                <a:gs pos="0">
                  <a:srgbClr val="180F0F">
                    <a:alpha val="0"/>
                  </a:srgbClr>
                </a:gs>
                <a:gs pos="100000">
                  <a:srgbClr val="CEC770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5206165" cy="3372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3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6829011" y="1371370"/>
            <a:ext cx="471463" cy="471463"/>
          </a:xfrm>
          <a:custGeom>
            <a:avLst/>
            <a:gdLst/>
            <a:ahLst/>
            <a:cxnLst/>
            <a:rect r="r" b="b" t="t" l="l"/>
            <a:pathLst>
              <a:path h="471463" w="471463">
                <a:moveTo>
                  <a:pt x="0" y="0"/>
                </a:moveTo>
                <a:lnTo>
                  <a:pt x="471462" y="0"/>
                </a:lnTo>
                <a:lnTo>
                  <a:pt x="471462" y="471463"/>
                </a:lnTo>
                <a:lnTo>
                  <a:pt x="0" y="4714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051765" y="2042858"/>
            <a:ext cx="7772278" cy="99487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7531"/>
              </a:lnSpc>
            </a:pPr>
            <a:r>
              <a:rPr lang="en-US" sz="72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{{s15_title}}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94248" y="3661528"/>
            <a:ext cx="3343375" cy="3890472"/>
            <a:chOff x="0" y="0"/>
            <a:chExt cx="698500" cy="812800"/>
          </a:xfrm>
        </p:grpSpPr>
        <p:sp>
          <p:nvSpPr>
            <p:cNvPr name="{{image_6}}" id="16" descr="{{image_6}}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9"/>
              <a:stretch>
                <a:fillRect l="-37327" t="0" r="-37327" b="0"/>
              </a:stretch>
            </a:blipFill>
            <a:ln w="19050" cap="sq">
              <a:gradFill>
                <a:gsLst>
                  <a:gs pos="0">
                    <a:srgbClr val="C1AC8A">
                      <a:alpha val="100000"/>
                    </a:srgbClr>
                  </a:gs>
                  <a:gs pos="100000">
                    <a:srgbClr val="4B5835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927344" y="3661528"/>
            <a:ext cx="3343375" cy="3890472"/>
            <a:chOff x="0" y="0"/>
            <a:chExt cx="698500" cy="812800"/>
          </a:xfrm>
        </p:grpSpPr>
        <p:sp>
          <p:nvSpPr>
            <p:cNvPr name="{{image_3}}" id="18" descr="{{image_3}}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10"/>
              <a:stretch>
                <a:fillRect l="-37163" t="0" r="-37163" b="0"/>
              </a:stretch>
            </a:blipFill>
            <a:ln w="19050" cap="sq">
              <a:gradFill>
                <a:gsLst>
                  <a:gs pos="0">
                    <a:srgbClr val="C1AC8A">
                      <a:alpha val="100000"/>
                    </a:srgbClr>
                  </a:gs>
                  <a:gs pos="100000">
                    <a:srgbClr val="4B5835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5242265" y="3762066"/>
            <a:ext cx="3982766" cy="365129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459"/>
              </a:lnSpc>
              <a:spcBef>
                <a:spcPct val="0"/>
              </a:spcBef>
            </a:pPr>
            <a:r>
              <a:rPr lang="en-US" sz="1756">
                <a:solidFill>
                  <a:srgbClr val="010101"/>
                </a:solidFill>
                <a:latin typeface="Raleway"/>
                <a:ea typeface="Raleway"/>
                <a:cs typeface="Raleway"/>
                <a:sym typeface="Raleway"/>
              </a:rPr>
              <a:t>{{s15_text_1}}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19434" y="3762066"/>
            <a:ext cx="3982766" cy="365129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459"/>
              </a:lnSpc>
              <a:spcBef>
                <a:spcPct val="0"/>
              </a:spcBef>
            </a:pPr>
            <a:r>
              <a:rPr lang="en-US" sz="1756">
                <a:solidFill>
                  <a:srgbClr val="010101"/>
                </a:solidFill>
                <a:latin typeface="Raleway"/>
                <a:ea typeface="Raleway"/>
                <a:cs typeface="Raleway"/>
                <a:sym typeface="Raleway"/>
              </a:rPr>
              <a:t>{{s15_text_2}}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0989" t="0" r="-21753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71973" y="1205331"/>
            <a:ext cx="630621" cy="606047"/>
          </a:xfrm>
          <a:custGeom>
            <a:avLst/>
            <a:gdLst/>
            <a:ahLst/>
            <a:cxnLst/>
            <a:rect r="r" b="b" t="t" l="l"/>
            <a:pathLst>
              <a:path h="606047" w="630621">
                <a:moveTo>
                  <a:pt x="0" y="0"/>
                </a:moveTo>
                <a:lnTo>
                  <a:pt x="630621" y="0"/>
                </a:lnTo>
                <a:lnTo>
                  <a:pt x="630621" y="606047"/>
                </a:lnTo>
                <a:lnTo>
                  <a:pt x="0" y="6060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71973" y="8762897"/>
            <a:ext cx="5342316" cy="750440"/>
            <a:chOff x="0" y="0"/>
            <a:chExt cx="1407030" cy="19764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07030" cy="197647"/>
            </a:xfrm>
            <a:custGeom>
              <a:avLst/>
              <a:gdLst/>
              <a:ahLst/>
              <a:cxnLst/>
              <a:rect r="r" b="b" t="t" l="l"/>
              <a:pathLst>
                <a:path h="197647" w="1407030">
                  <a:moveTo>
                    <a:pt x="0" y="0"/>
                  </a:moveTo>
                  <a:lnTo>
                    <a:pt x="1407030" y="0"/>
                  </a:lnTo>
                  <a:lnTo>
                    <a:pt x="1407030" y="197647"/>
                  </a:lnTo>
                  <a:lnTo>
                    <a:pt x="0" y="197647"/>
                  </a:lnTo>
                  <a:close/>
                </a:path>
              </a:pathLst>
            </a:custGeom>
            <a:ln w="9525" cap="sq">
              <a:gradFill>
                <a:gsLst>
                  <a:gs pos="0">
                    <a:srgbClr val="C1AC8A">
                      <a:alpha val="100000"/>
                    </a:srgbClr>
                  </a:gs>
                  <a:gs pos="100000">
                    <a:srgbClr val="4B5835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407030" cy="245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3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6325384" y="8952942"/>
            <a:ext cx="384150" cy="384150"/>
          </a:xfrm>
          <a:custGeom>
            <a:avLst/>
            <a:gdLst/>
            <a:ahLst/>
            <a:cxnLst/>
            <a:rect r="r" b="b" t="t" l="l"/>
            <a:pathLst>
              <a:path h="384150" w="384150">
                <a:moveTo>
                  <a:pt x="0" y="0"/>
                </a:moveTo>
                <a:lnTo>
                  <a:pt x="384150" y="0"/>
                </a:lnTo>
                <a:lnTo>
                  <a:pt x="384150" y="384150"/>
                </a:lnTo>
                <a:lnTo>
                  <a:pt x="0" y="3841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708080" y="1219965"/>
            <a:ext cx="2515343" cy="48238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859"/>
              </a:lnSpc>
              <a:spcBef>
                <a:spcPct val="0"/>
              </a:spcBef>
            </a:pPr>
            <a:r>
              <a:rPr lang="en-US" sz="2756">
                <a:solidFill>
                  <a:srgbClr val="010101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62705" y="8895792"/>
            <a:ext cx="3765360" cy="39332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126"/>
              </a:lnSpc>
              <a:spcBef>
                <a:spcPct val="0"/>
              </a:spcBef>
            </a:pPr>
            <a:r>
              <a:rPr lang="en-US" sz="2232">
                <a:solidFill>
                  <a:srgbClr val="747161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grpSp>
        <p:nvGrpSpPr>
          <p:cNvPr name="Group 10" id="10"/>
          <p:cNvGrpSpPr/>
          <p:nvPr/>
        </p:nvGrpSpPr>
        <p:grpSpPr>
          <a:xfrm rot="5400000">
            <a:off x="4055526" y="-1779187"/>
            <a:ext cx="19767159" cy="12205798"/>
            <a:chOff x="0" y="0"/>
            <a:chExt cx="5206165" cy="321469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206166" cy="3214696"/>
            </a:xfrm>
            <a:custGeom>
              <a:avLst/>
              <a:gdLst/>
              <a:ahLst/>
              <a:cxnLst/>
              <a:rect r="r" b="b" t="t" l="l"/>
              <a:pathLst>
                <a:path h="3214696" w="5206166">
                  <a:moveTo>
                    <a:pt x="0" y="0"/>
                  </a:moveTo>
                  <a:lnTo>
                    <a:pt x="5206166" y="0"/>
                  </a:lnTo>
                  <a:lnTo>
                    <a:pt x="5206166" y="3214696"/>
                  </a:lnTo>
                  <a:lnTo>
                    <a:pt x="0" y="3214696"/>
                  </a:lnTo>
                  <a:close/>
                </a:path>
              </a:pathLst>
            </a:custGeom>
            <a:gradFill rotWithShape="true">
              <a:gsLst>
                <a:gs pos="0">
                  <a:srgbClr val="180F0F">
                    <a:alpha val="0"/>
                  </a:srgbClr>
                </a:gs>
                <a:gs pos="100000">
                  <a:srgbClr val="43401E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5206165" cy="32623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3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6829011" y="1371370"/>
            <a:ext cx="471463" cy="471463"/>
          </a:xfrm>
          <a:custGeom>
            <a:avLst/>
            <a:gdLst/>
            <a:ahLst/>
            <a:cxnLst/>
            <a:rect r="r" b="b" t="t" l="l"/>
            <a:pathLst>
              <a:path h="471463" w="471463">
                <a:moveTo>
                  <a:pt x="0" y="0"/>
                </a:moveTo>
                <a:lnTo>
                  <a:pt x="471462" y="0"/>
                </a:lnTo>
                <a:lnTo>
                  <a:pt x="471462" y="471463"/>
                </a:lnTo>
                <a:lnTo>
                  <a:pt x="0" y="4714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924373" y="4116925"/>
            <a:ext cx="4401011" cy="194626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7531"/>
              </a:lnSpc>
            </a:pPr>
            <a:r>
              <a:rPr lang="en-US" sz="72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{{s16_title}}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430073" y="2050000"/>
            <a:ext cx="915349" cy="1065134"/>
            <a:chOff x="0" y="0"/>
            <a:chExt cx="6985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9B9B9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63250" y="1804733"/>
            <a:ext cx="5806192" cy="151756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459"/>
              </a:lnSpc>
              <a:spcBef>
                <a:spcPct val="0"/>
              </a:spcBef>
            </a:pPr>
            <a:r>
              <a:rPr lang="en-US" sz="1756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{{s16_text_1}}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430073" y="4012150"/>
            <a:ext cx="915349" cy="1065134"/>
            <a:chOff x="0" y="0"/>
            <a:chExt cx="6985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9B9B9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63250" y="3766883"/>
            <a:ext cx="5806192" cy="151756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459"/>
              </a:lnSpc>
              <a:spcBef>
                <a:spcPct val="0"/>
              </a:spcBef>
            </a:pPr>
            <a:r>
              <a:rPr lang="en-US" sz="1756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{{s16_text_2}}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430073" y="5914629"/>
            <a:ext cx="915349" cy="1065134"/>
            <a:chOff x="0" y="0"/>
            <a:chExt cx="6985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9B9B9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763250" y="5669363"/>
            <a:ext cx="5806192" cy="151756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459"/>
              </a:lnSpc>
              <a:spcBef>
                <a:spcPct val="0"/>
              </a:spcBef>
            </a:pPr>
            <a:r>
              <a:rPr lang="en-US" sz="1756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{{s16_text_3}}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430073" y="7817109"/>
            <a:ext cx="915349" cy="1065134"/>
            <a:chOff x="0" y="0"/>
            <a:chExt cx="6985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9B9B9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0763250" y="7571843"/>
            <a:ext cx="5806192" cy="151756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459"/>
              </a:lnSpc>
              <a:spcBef>
                <a:spcPct val="0"/>
              </a:spcBef>
            </a:pPr>
            <a:r>
              <a:rPr lang="en-US" sz="1756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{{s16_text_4}}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0989" t="0" r="-21753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71973" y="1205331"/>
            <a:ext cx="630621" cy="606047"/>
          </a:xfrm>
          <a:custGeom>
            <a:avLst/>
            <a:gdLst/>
            <a:ahLst/>
            <a:cxnLst/>
            <a:rect r="r" b="b" t="t" l="l"/>
            <a:pathLst>
              <a:path h="606047" w="630621">
                <a:moveTo>
                  <a:pt x="0" y="0"/>
                </a:moveTo>
                <a:lnTo>
                  <a:pt x="630621" y="0"/>
                </a:lnTo>
                <a:lnTo>
                  <a:pt x="630621" y="606047"/>
                </a:lnTo>
                <a:lnTo>
                  <a:pt x="0" y="6060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020373" y="8762897"/>
            <a:ext cx="5342316" cy="750440"/>
            <a:chOff x="0" y="0"/>
            <a:chExt cx="1407030" cy="19764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07030" cy="197647"/>
            </a:xfrm>
            <a:custGeom>
              <a:avLst/>
              <a:gdLst/>
              <a:ahLst/>
              <a:cxnLst/>
              <a:rect r="r" b="b" t="t" l="l"/>
              <a:pathLst>
                <a:path h="197647" w="1407030">
                  <a:moveTo>
                    <a:pt x="0" y="0"/>
                  </a:moveTo>
                  <a:lnTo>
                    <a:pt x="1407030" y="0"/>
                  </a:lnTo>
                  <a:lnTo>
                    <a:pt x="1407030" y="197647"/>
                  </a:lnTo>
                  <a:lnTo>
                    <a:pt x="0" y="197647"/>
                  </a:lnTo>
                  <a:close/>
                </a:path>
              </a:pathLst>
            </a:custGeom>
            <a:ln w="9525" cap="sq">
              <a:gradFill>
                <a:gsLst>
                  <a:gs pos="0">
                    <a:srgbClr val="C1AC8A">
                      <a:alpha val="100000"/>
                    </a:srgbClr>
                  </a:gs>
                  <a:gs pos="100000">
                    <a:srgbClr val="4B5835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407030" cy="245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3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2573784" y="8952942"/>
            <a:ext cx="384150" cy="384150"/>
          </a:xfrm>
          <a:custGeom>
            <a:avLst/>
            <a:gdLst/>
            <a:ahLst/>
            <a:cxnLst/>
            <a:rect r="r" b="b" t="t" l="l"/>
            <a:pathLst>
              <a:path h="384150" w="384150">
                <a:moveTo>
                  <a:pt x="0" y="0"/>
                </a:moveTo>
                <a:lnTo>
                  <a:pt x="384150" y="0"/>
                </a:lnTo>
                <a:lnTo>
                  <a:pt x="384150" y="384150"/>
                </a:lnTo>
                <a:lnTo>
                  <a:pt x="0" y="3841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829011" y="1466620"/>
            <a:ext cx="471463" cy="471463"/>
          </a:xfrm>
          <a:custGeom>
            <a:avLst/>
            <a:gdLst/>
            <a:ahLst/>
            <a:cxnLst/>
            <a:rect r="r" b="b" t="t" l="l"/>
            <a:pathLst>
              <a:path h="471463" w="471463">
                <a:moveTo>
                  <a:pt x="0" y="0"/>
                </a:moveTo>
                <a:lnTo>
                  <a:pt x="471462" y="0"/>
                </a:lnTo>
                <a:lnTo>
                  <a:pt x="471462" y="471463"/>
                </a:lnTo>
                <a:lnTo>
                  <a:pt x="0" y="4714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708080" y="1219965"/>
            <a:ext cx="2515343" cy="48238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859"/>
              </a:lnSpc>
              <a:spcBef>
                <a:spcPct val="0"/>
              </a:spcBef>
            </a:pPr>
            <a:r>
              <a:rPr lang="en-US" sz="2756">
                <a:solidFill>
                  <a:srgbClr val="010101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411105" y="8895792"/>
            <a:ext cx="3765360" cy="39332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126"/>
              </a:lnSpc>
              <a:spcBef>
                <a:spcPct val="0"/>
              </a:spcBef>
            </a:pPr>
            <a:r>
              <a:rPr lang="en-US" sz="2232">
                <a:solidFill>
                  <a:srgbClr val="747161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020373" y="2561046"/>
            <a:ext cx="7772278" cy="99432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7531"/>
              </a:lnSpc>
            </a:pPr>
            <a:r>
              <a:rPr lang="en-US" sz="72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{{s17_title}}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28700" y="2650112"/>
            <a:ext cx="5898084" cy="6863225"/>
            <a:chOff x="0" y="0"/>
            <a:chExt cx="6985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80F0F">
                    <a:alpha val="0"/>
                  </a:srgbClr>
                </a:gs>
                <a:gs pos="100000">
                  <a:srgbClr val="43401E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28700" y="3277378"/>
            <a:ext cx="4877438" cy="5675564"/>
            <a:chOff x="0" y="0"/>
            <a:chExt cx="698500" cy="812800"/>
          </a:xfrm>
        </p:grpSpPr>
        <p:sp>
          <p:nvSpPr>
            <p:cNvPr name="{{image_1}}" id="15" descr="{{image_1}}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9"/>
              <a:stretch>
                <a:fillRect l="0" t="-14372" r="0" b="-14372"/>
              </a:stretch>
            </a:blipFill>
            <a:ln w="19050" cap="sq">
              <a:gradFill>
                <a:gsLst>
                  <a:gs pos="0">
                    <a:srgbClr val="C1AC8A">
                      <a:alpha val="100000"/>
                    </a:srgbClr>
                  </a:gs>
                  <a:gs pos="100000">
                    <a:srgbClr val="4B5835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8020373" y="3831506"/>
            <a:ext cx="9280101" cy="426093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459"/>
              </a:lnSpc>
              <a:spcBef>
                <a:spcPct val="0"/>
              </a:spcBef>
            </a:pPr>
            <a:r>
              <a:rPr lang="en-US" sz="1756">
                <a:solidFill>
                  <a:srgbClr val="010101"/>
                </a:solidFill>
                <a:latin typeface="Raleway"/>
                <a:ea typeface="Raleway"/>
                <a:cs typeface="Raleway"/>
                <a:sym typeface="Raleway"/>
              </a:rPr>
              <a:t>{{s17_text_1}}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0989" t="0" r="-21753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71973" y="1205331"/>
            <a:ext cx="630621" cy="606047"/>
          </a:xfrm>
          <a:custGeom>
            <a:avLst/>
            <a:gdLst/>
            <a:ahLst/>
            <a:cxnLst/>
            <a:rect r="r" b="b" t="t" l="l"/>
            <a:pathLst>
              <a:path h="606047" w="630621">
                <a:moveTo>
                  <a:pt x="0" y="0"/>
                </a:moveTo>
                <a:lnTo>
                  <a:pt x="630621" y="0"/>
                </a:lnTo>
                <a:lnTo>
                  <a:pt x="630621" y="606047"/>
                </a:lnTo>
                <a:lnTo>
                  <a:pt x="0" y="6060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020373" y="8762897"/>
            <a:ext cx="5342316" cy="750440"/>
            <a:chOff x="0" y="0"/>
            <a:chExt cx="1407030" cy="19764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07030" cy="197647"/>
            </a:xfrm>
            <a:custGeom>
              <a:avLst/>
              <a:gdLst/>
              <a:ahLst/>
              <a:cxnLst/>
              <a:rect r="r" b="b" t="t" l="l"/>
              <a:pathLst>
                <a:path h="197647" w="1407030">
                  <a:moveTo>
                    <a:pt x="0" y="0"/>
                  </a:moveTo>
                  <a:lnTo>
                    <a:pt x="1407030" y="0"/>
                  </a:lnTo>
                  <a:lnTo>
                    <a:pt x="1407030" y="197647"/>
                  </a:lnTo>
                  <a:lnTo>
                    <a:pt x="0" y="197647"/>
                  </a:lnTo>
                  <a:close/>
                </a:path>
              </a:pathLst>
            </a:custGeom>
            <a:ln w="9525" cap="sq">
              <a:gradFill>
                <a:gsLst>
                  <a:gs pos="0">
                    <a:srgbClr val="C1AC8A">
                      <a:alpha val="100000"/>
                    </a:srgbClr>
                  </a:gs>
                  <a:gs pos="100000">
                    <a:srgbClr val="4B5835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407030" cy="245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3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2573784" y="8952942"/>
            <a:ext cx="384150" cy="384150"/>
          </a:xfrm>
          <a:custGeom>
            <a:avLst/>
            <a:gdLst/>
            <a:ahLst/>
            <a:cxnLst/>
            <a:rect r="r" b="b" t="t" l="l"/>
            <a:pathLst>
              <a:path h="384150" w="384150">
                <a:moveTo>
                  <a:pt x="0" y="0"/>
                </a:moveTo>
                <a:lnTo>
                  <a:pt x="384150" y="0"/>
                </a:lnTo>
                <a:lnTo>
                  <a:pt x="384150" y="384150"/>
                </a:lnTo>
                <a:lnTo>
                  <a:pt x="0" y="3841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829011" y="1466620"/>
            <a:ext cx="471463" cy="471463"/>
          </a:xfrm>
          <a:custGeom>
            <a:avLst/>
            <a:gdLst/>
            <a:ahLst/>
            <a:cxnLst/>
            <a:rect r="r" b="b" t="t" l="l"/>
            <a:pathLst>
              <a:path h="471463" w="471463">
                <a:moveTo>
                  <a:pt x="0" y="0"/>
                </a:moveTo>
                <a:lnTo>
                  <a:pt x="471462" y="0"/>
                </a:lnTo>
                <a:lnTo>
                  <a:pt x="471462" y="471463"/>
                </a:lnTo>
                <a:lnTo>
                  <a:pt x="0" y="4714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8020373" y="4286323"/>
            <a:ext cx="915349" cy="1065134"/>
            <a:chOff x="0" y="0"/>
            <a:chExt cx="6985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80F0F">
                    <a:alpha val="0"/>
                  </a:srgbClr>
                </a:gs>
                <a:gs pos="100000">
                  <a:srgbClr val="43401E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020373" y="6308714"/>
            <a:ext cx="915349" cy="1065134"/>
            <a:chOff x="0" y="0"/>
            <a:chExt cx="6985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80F0F">
                    <a:alpha val="0"/>
                  </a:srgbClr>
                </a:gs>
                <a:gs pos="100000">
                  <a:srgbClr val="43401E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-130661" y="2016875"/>
            <a:ext cx="7320217" cy="7320217"/>
            <a:chOff x="0" y="0"/>
            <a:chExt cx="812800" cy="812800"/>
          </a:xfrm>
        </p:grpSpPr>
        <p:sp>
          <p:nvSpPr>
            <p:cNvPr name="{{image_5}}" id="14" descr="{{image_5}}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9"/>
              <a:stretch>
                <a:fillRect l="-38495" t="0" r="-38495" b="0"/>
              </a:stretch>
            </a:blipFill>
            <a:ln w="47625" cap="sq">
              <a:gradFill>
                <a:gsLst>
                  <a:gs pos="0">
                    <a:srgbClr val="180F0F">
                      <a:alpha val="0"/>
                    </a:srgbClr>
                  </a:gs>
                  <a:gs pos="100000">
                    <a:srgbClr val="43401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2708080" y="1219965"/>
            <a:ext cx="2515343" cy="48238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859"/>
              </a:lnSpc>
              <a:spcBef>
                <a:spcPct val="0"/>
              </a:spcBef>
            </a:pPr>
            <a:r>
              <a:rPr lang="en-US" sz="2756">
                <a:solidFill>
                  <a:srgbClr val="010101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411105" y="8895792"/>
            <a:ext cx="3765360" cy="39332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126"/>
              </a:lnSpc>
              <a:spcBef>
                <a:spcPct val="0"/>
              </a:spcBef>
            </a:pPr>
            <a:r>
              <a:rPr lang="en-US" sz="2232">
                <a:solidFill>
                  <a:srgbClr val="747161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020373" y="2751546"/>
            <a:ext cx="7772278" cy="99432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7531"/>
              </a:lnSpc>
            </a:pPr>
            <a:r>
              <a:rPr lang="en-US" sz="72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{{s18_title}}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53550" y="4041056"/>
            <a:ext cx="5806192" cy="151756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459"/>
              </a:lnSpc>
              <a:spcBef>
                <a:spcPct val="0"/>
              </a:spcBef>
            </a:pPr>
            <a:r>
              <a:rPr lang="en-US" sz="1756">
                <a:solidFill>
                  <a:srgbClr val="010101"/>
                </a:solidFill>
                <a:latin typeface="Raleway"/>
                <a:ea typeface="Raleway"/>
                <a:cs typeface="Raleway"/>
                <a:sym typeface="Raleway"/>
              </a:rPr>
              <a:t>{{s18_text_1}}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353550" y="6063448"/>
            <a:ext cx="5806192" cy="151756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459"/>
              </a:lnSpc>
              <a:spcBef>
                <a:spcPct val="0"/>
              </a:spcBef>
            </a:pPr>
            <a:r>
              <a:rPr lang="en-US" sz="1756">
                <a:solidFill>
                  <a:srgbClr val="010101"/>
                </a:solidFill>
                <a:latin typeface="Raleway"/>
                <a:ea typeface="Raleway"/>
                <a:cs typeface="Raleway"/>
                <a:sym typeface="Raleway"/>
              </a:rPr>
              <a:t>{{s18_text_2}}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0989" t="0" r="-21753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71973" y="1205331"/>
            <a:ext cx="630621" cy="606047"/>
          </a:xfrm>
          <a:custGeom>
            <a:avLst/>
            <a:gdLst/>
            <a:ahLst/>
            <a:cxnLst/>
            <a:rect r="r" b="b" t="t" l="l"/>
            <a:pathLst>
              <a:path h="606047" w="630621">
                <a:moveTo>
                  <a:pt x="0" y="0"/>
                </a:moveTo>
                <a:lnTo>
                  <a:pt x="630621" y="0"/>
                </a:lnTo>
                <a:lnTo>
                  <a:pt x="630621" y="606047"/>
                </a:lnTo>
                <a:lnTo>
                  <a:pt x="0" y="6060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71973" y="8762897"/>
            <a:ext cx="5342316" cy="750440"/>
            <a:chOff x="0" y="0"/>
            <a:chExt cx="1407030" cy="19764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07030" cy="197647"/>
            </a:xfrm>
            <a:custGeom>
              <a:avLst/>
              <a:gdLst/>
              <a:ahLst/>
              <a:cxnLst/>
              <a:rect r="r" b="b" t="t" l="l"/>
              <a:pathLst>
                <a:path h="197647" w="1407030">
                  <a:moveTo>
                    <a:pt x="0" y="0"/>
                  </a:moveTo>
                  <a:lnTo>
                    <a:pt x="1407030" y="0"/>
                  </a:lnTo>
                  <a:lnTo>
                    <a:pt x="1407030" y="197647"/>
                  </a:lnTo>
                  <a:lnTo>
                    <a:pt x="0" y="197647"/>
                  </a:lnTo>
                  <a:close/>
                </a:path>
              </a:pathLst>
            </a:custGeom>
            <a:ln w="9525" cap="sq">
              <a:gradFill>
                <a:gsLst>
                  <a:gs pos="0">
                    <a:srgbClr val="C1AC8A">
                      <a:alpha val="100000"/>
                    </a:srgbClr>
                  </a:gs>
                  <a:gs pos="100000">
                    <a:srgbClr val="4B5835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407030" cy="245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3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6325384" y="8952942"/>
            <a:ext cx="384150" cy="384150"/>
          </a:xfrm>
          <a:custGeom>
            <a:avLst/>
            <a:gdLst/>
            <a:ahLst/>
            <a:cxnLst/>
            <a:rect r="r" b="b" t="t" l="l"/>
            <a:pathLst>
              <a:path h="384150" w="384150">
                <a:moveTo>
                  <a:pt x="0" y="0"/>
                </a:moveTo>
                <a:lnTo>
                  <a:pt x="384150" y="0"/>
                </a:lnTo>
                <a:lnTo>
                  <a:pt x="384150" y="384150"/>
                </a:lnTo>
                <a:lnTo>
                  <a:pt x="0" y="3841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2976782" y="-3811984"/>
            <a:ext cx="7704458" cy="11556686"/>
            <a:chOff x="0" y="0"/>
            <a:chExt cx="406400" cy="609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6400" cy="609600"/>
            </a:xfrm>
            <a:custGeom>
              <a:avLst/>
              <a:gdLst/>
              <a:ahLst/>
              <a:cxnLst/>
              <a:rect r="r" b="b" t="t" l="l"/>
              <a:pathLst>
                <a:path h="609600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80F0F">
                    <a:alpha val="0"/>
                  </a:srgbClr>
                </a:gs>
                <a:gs pos="100000">
                  <a:srgbClr val="43401E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744222" y="0"/>
            <a:ext cx="7704458" cy="11556686"/>
            <a:chOff x="0" y="0"/>
            <a:chExt cx="406400" cy="609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6400" cy="609600"/>
            </a:xfrm>
            <a:custGeom>
              <a:avLst/>
              <a:gdLst/>
              <a:ahLst/>
              <a:cxnLst/>
              <a:rect r="r" b="b" t="t" l="l"/>
              <a:pathLst>
                <a:path h="609600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7"/>
              <a:stretch>
                <a:fillRect l="-62" t="0" r="-62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2708080" y="1219965"/>
            <a:ext cx="2515343" cy="48238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859"/>
              </a:lnSpc>
              <a:spcBef>
                <a:spcPct val="0"/>
              </a:spcBef>
            </a:pPr>
            <a:r>
              <a:rPr lang="en-US" sz="2756">
                <a:solidFill>
                  <a:srgbClr val="010101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62705" y="8895792"/>
            <a:ext cx="3765360" cy="39332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126"/>
              </a:lnSpc>
              <a:spcBef>
                <a:spcPct val="0"/>
              </a:spcBef>
            </a:pPr>
            <a:r>
              <a:rPr lang="en-US" sz="2232">
                <a:solidFill>
                  <a:srgbClr val="747161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71973" y="2903467"/>
            <a:ext cx="5810128" cy="99432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7531"/>
              </a:lnSpc>
            </a:pPr>
            <a:r>
              <a:rPr lang="en-US" sz="72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{{adabiyotlar}}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71973" y="4071642"/>
            <a:ext cx="10459766" cy="39561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459"/>
              </a:lnSpc>
              <a:spcBef>
                <a:spcPct val="0"/>
              </a:spcBef>
            </a:pPr>
            <a:r>
              <a:rPr lang="en-US" sz="1756">
                <a:solidFill>
                  <a:srgbClr val="010101"/>
                </a:solidFill>
                <a:latin typeface="Raleway"/>
                <a:ea typeface="Raleway"/>
                <a:cs typeface="Raleway"/>
                <a:sym typeface="Raleway"/>
              </a:rPr>
              <a:t>{{adabiyotlar_ro_yxati}}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6829011" y="1466620"/>
            <a:ext cx="471463" cy="471463"/>
          </a:xfrm>
          <a:custGeom>
            <a:avLst/>
            <a:gdLst/>
            <a:ahLst/>
            <a:cxnLst/>
            <a:rect r="r" b="b" t="t" l="l"/>
            <a:pathLst>
              <a:path h="471463" w="471463">
                <a:moveTo>
                  <a:pt x="0" y="0"/>
                </a:moveTo>
                <a:lnTo>
                  <a:pt x="471462" y="0"/>
                </a:lnTo>
                <a:lnTo>
                  <a:pt x="471462" y="471463"/>
                </a:lnTo>
                <a:lnTo>
                  <a:pt x="0" y="47146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585384" y="-3240527"/>
            <a:ext cx="8857621" cy="8857621"/>
          </a:xfrm>
          <a:custGeom>
            <a:avLst/>
            <a:gdLst/>
            <a:ahLst/>
            <a:cxnLst/>
            <a:rect r="r" b="b" t="t" l="l"/>
            <a:pathLst>
              <a:path h="8857621" w="8857621">
                <a:moveTo>
                  <a:pt x="0" y="0"/>
                </a:moveTo>
                <a:lnTo>
                  <a:pt x="8857621" y="0"/>
                </a:lnTo>
                <a:lnTo>
                  <a:pt x="8857621" y="8857620"/>
                </a:lnTo>
                <a:lnTo>
                  <a:pt x="0" y="88576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9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1349623" y="6212023"/>
            <a:ext cx="19767159" cy="1306549"/>
            <a:chOff x="0" y="0"/>
            <a:chExt cx="5206165" cy="34411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206166" cy="344112"/>
            </a:xfrm>
            <a:custGeom>
              <a:avLst/>
              <a:gdLst/>
              <a:ahLst/>
              <a:cxnLst/>
              <a:rect r="r" b="b" t="t" l="l"/>
              <a:pathLst>
                <a:path h="344112" w="5206166">
                  <a:moveTo>
                    <a:pt x="0" y="0"/>
                  </a:moveTo>
                  <a:lnTo>
                    <a:pt x="5206166" y="0"/>
                  </a:lnTo>
                  <a:lnTo>
                    <a:pt x="5206166" y="344112"/>
                  </a:lnTo>
                  <a:lnTo>
                    <a:pt x="0" y="344112"/>
                  </a:lnTo>
                  <a:close/>
                </a:path>
              </a:pathLst>
            </a:custGeom>
            <a:gradFill rotWithShape="true">
              <a:gsLst>
                <a:gs pos="0">
                  <a:srgbClr val="180F0F">
                    <a:alpha val="0"/>
                  </a:srgbClr>
                </a:gs>
                <a:gs pos="100000">
                  <a:srgbClr val="CEC770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206165" cy="3917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3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7047070" y="1698052"/>
            <a:ext cx="630621" cy="606047"/>
          </a:xfrm>
          <a:custGeom>
            <a:avLst/>
            <a:gdLst/>
            <a:ahLst/>
            <a:cxnLst/>
            <a:rect r="r" b="b" t="t" l="l"/>
            <a:pathLst>
              <a:path h="606047" w="630621">
                <a:moveTo>
                  <a:pt x="0" y="0"/>
                </a:moveTo>
                <a:lnTo>
                  <a:pt x="630621" y="0"/>
                </a:lnTo>
                <a:lnTo>
                  <a:pt x="630621" y="606046"/>
                </a:lnTo>
                <a:lnTo>
                  <a:pt x="0" y="6060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6363184" y="8507860"/>
            <a:ext cx="5342316" cy="750440"/>
            <a:chOff x="0" y="0"/>
            <a:chExt cx="1407030" cy="19764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07030" cy="197647"/>
            </a:xfrm>
            <a:custGeom>
              <a:avLst/>
              <a:gdLst/>
              <a:ahLst/>
              <a:cxnLst/>
              <a:rect r="r" b="b" t="t" l="l"/>
              <a:pathLst>
                <a:path h="197647" w="1407030">
                  <a:moveTo>
                    <a:pt x="0" y="0"/>
                  </a:moveTo>
                  <a:lnTo>
                    <a:pt x="1407030" y="0"/>
                  </a:lnTo>
                  <a:lnTo>
                    <a:pt x="1407030" y="197647"/>
                  </a:lnTo>
                  <a:lnTo>
                    <a:pt x="0" y="197647"/>
                  </a:lnTo>
                  <a:close/>
                </a:path>
              </a:pathLst>
            </a:custGeom>
            <a:ln w="9525" cap="sq">
              <a:gradFill>
                <a:gsLst>
                  <a:gs pos="0">
                    <a:srgbClr val="C1AC8A">
                      <a:alpha val="100000"/>
                    </a:srgbClr>
                  </a:gs>
                  <a:gs pos="100000">
                    <a:srgbClr val="4B5835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407030" cy="245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3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916595" y="8697906"/>
            <a:ext cx="384150" cy="384150"/>
          </a:xfrm>
          <a:custGeom>
            <a:avLst/>
            <a:gdLst/>
            <a:ahLst/>
            <a:cxnLst/>
            <a:rect r="r" b="b" t="t" l="l"/>
            <a:pathLst>
              <a:path h="384150" w="384150">
                <a:moveTo>
                  <a:pt x="0" y="0"/>
                </a:moveTo>
                <a:lnTo>
                  <a:pt x="384150" y="0"/>
                </a:lnTo>
                <a:lnTo>
                  <a:pt x="384150" y="384149"/>
                </a:lnTo>
                <a:lnTo>
                  <a:pt x="0" y="38414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844124" y="3032985"/>
            <a:ext cx="12091309" cy="305192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4982"/>
              </a:lnSpc>
              <a:spcBef>
                <a:spcPct val="0"/>
              </a:spcBef>
            </a:pPr>
            <a:r>
              <a:rPr lang="en-US" sz="10000">
                <a:solidFill>
                  <a:srgbClr val="F2D29F"/>
                </a:solidFill>
                <a:latin typeface="Anton"/>
                <a:ea typeface="Anton"/>
                <a:cs typeface="Anton"/>
                <a:sym typeface="Anton"/>
              </a:rPr>
              <a:t>{{yakun}}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983177" y="1712685"/>
            <a:ext cx="2515343" cy="48238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859"/>
              </a:lnSpc>
              <a:spcBef>
                <a:spcPct val="0"/>
              </a:spcBef>
            </a:pPr>
            <a:r>
              <a:rPr lang="en-US" sz="2756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844124" y="6662830"/>
            <a:ext cx="11872212" cy="35731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sz="2056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{{muallif}}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753917" y="8640756"/>
            <a:ext cx="3765360" cy="39332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126"/>
              </a:lnSpc>
              <a:spcBef>
                <a:spcPct val="0"/>
              </a:spcBef>
            </a:pPr>
            <a:r>
              <a:rPr lang="en-US" sz="2232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DAHXZCzDs_s</dc:identifier>
  <dcterms:modified xsi:type="dcterms:W3CDTF">2011-08-01T06:04:30Z</dcterms:modified>
  <cp:revision>1</cp:revision>
  <dc:title>Brown Minimalist Lawyer Legal Presentation</dc:title>
</cp:coreProperties>
</file>