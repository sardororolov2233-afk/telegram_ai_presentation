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  <p:sldId id="268" r:id="rId16"/>
  </p:sldIdLst>
  <p:sldSz cx="18288000" cy="10287000"/>
  <p:notesSz cx="6858000" cy="9144000"/>
  <p:embeddedFontLst>
    <p:embeddedFont>
      <p:font typeface="Arimo" panose="020B0604020202020204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Vesper Libre" panose="020B0604020202020204" charset="0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0FA7DD-B84E-4747-8120-0AD3F5BE056A}">
  <a:tblStyle styleId="{1F0FA7DD-B84E-4747-8120-0AD3F5BE05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2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3"/>
          <p:cNvGraphicFramePr/>
          <p:nvPr/>
        </p:nvGraphicFramePr>
        <p:xfrm>
          <a:off x="29" y="-23"/>
          <a:ext cx="18288000" cy="10287000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1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5" name="Google Shape;85;p13"/>
          <p:cNvSpPr/>
          <p:nvPr/>
        </p:nvSpPr>
        <p:spPr>
          <a:xfrm>
            <a:off x="9620307" y="2859074"/>
            <a:ext cx="2019300" cy="2582826"/>
          </a:xfrm>
          <a:custGeom>
            <a:avLst/>
            <a:gdLst/>
            <a:ahLst/>
            <a:cxnLst/>
            <a:rect l="l" t="t" r="r" b="b"/>
            <a:pathLst>
              <a:path w="2019300" h="2582826" extrusionOk="0">
                <a:moveTo>
                  <a:pt x="0" y="0"/>
                </a:moveTo>
                <a:lnTo>
                  <a:pt x="2019300" y="0"/>
                </a:lnTo>
                <a:lnTo>
                  <a:pt x="2019300" y="2582825"/>
                </a:lnTo>
                <a:lnTo>
                  <a:pt x="0" y="2582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6" name="Google Shape;86;p13"/>
          <p:cNvGrpSpPr/>
          <p:nvPr/>
        </p:nvGrpSpPr>
        <p:grpSpPr>
          <a:xfrm>
            <a:off x="0" y="4844046"/>
            <a:ext cx="18288000" cy="5442954"/>
            <a:chOff x="0" y="-47625"/>
            <a:chExt cx="4816593" cy="1433535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4816592" cy="1385910"/>
            </a:xfrm>
            <a:custGeom>
              <a:avLst/>
              <a:gdLst/>
              <a:ahLst/>
              <a:cxnLst/>
              <a:rect l="l" t="t" r="r" b="b"/>
              <a:pathLst>
                <a:path w="4816592" h="1385910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385910"/>
                  </a:lnTo>
                  <a:lnTo>
                    <a:pt x="0" y="1385910"/>
                  </a:lnTo>
                  <a:close/>
                </a:path>
              </a:pathLst>
            </a:custGeom>
            <a:solidFill>
              <a:srgbClr val="347175"/>
            </a:solidFill>
            <a:ln>
              <a:noFill/>
            </a:ln>
          </p:spPr>
        </p:sp>
        <p:sp>
          <p:nvSpPr>
            <p:cNvPr id="88" name="Google Shape;88;p13"/>
            <p:cNvSpPr txBox="1"/>
            <p:nvPr/>
          </p:nvSpPr>
          <p:spPr>
            <a:xfrm>
              <a:off x="0" y="-47625"/>
              <a:ext cx="4816593" cy="1433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3"/>
          <p:cNvSpPr/>
          <p:nvPr/>
        </p:nvSpPr>
        <p:spPr>
          <a:xfrm>
            <a:off x="3584425" y="2739999"/>
            <a:ext cx="2019300" cy="2068184"/>
          </a:xfrm>
          <a:custGeom>
            <a:avLst/>
            <a:gdLst/>
            <a:ahLst/>
            <a:cxnLst/>
            <a:rect l="l" t="t" r="r" b="b"/>
            <a:pathLst>
              <a:path w="2019300" h="2068184" extrusionOk="0">
                <a:moveTo>
                  <a:pt x="0" y="0"/>
                </a:moveTo>
                <a:lnTo>
                  <a:pt x="2019300" y="0"/>
                </a:lnTo>
                <a:lnTo>
                  <a:pt x="2019300" y="2068184"/>
                </a:lnTo>
                <a:lnTo>
                  <a:pt x="0" y="2068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>
            <a:off x="6739554" y="470928"/>
            <a:ext cx="1799123" cy="1696273"/>
          </a:xfrm>
          <a:custGeom>
            <a:avLst/>
            <a:gdLst/>
            <a:ahLst/>
            <a:cxnLst/>
            <a:rect l="l" t="t" r="r" b="b"/>
            <a:pathLst>
              <a:path w="1799123" h="1696273" extrusionOk="0">
                <a:moveTo>
                  <a:pt x="0" y="0"/>
                </a:moveTo>
                <a:lnTo>
                  <a:pt x="1799123" y="0"/>
                </a:lnTo>
                <a:lnTo>
                  <a:pt x="1799123" y="1696273"/>
                </a:lnTo>
                <a:lnTo>
                  <a:pt x="0" y="1696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39235" r="-155849" b="-329221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15625926" y="552675"/>
            <a:ext cx="2341721" cy="1532763"/>
          </a:xfrm>
          <a:custGeom>
            <a:avLst/>
            <a:gdLst/>
            <a:ahLst/>
            <a:cxnLst/>
            <a:rect l="l" t="t" r="r" b="b"/>
            <a:pathLst>
              <a:path w="3143250" h="2057400" extrusionOk="0">
                <a:moveTo>
                  <a:pt x="0" y="0"/>
                </a:moveTo>
                <a:lnTo>
                  <a:pt x="3143250" y="0"/>
                </a:lnTo>
                <a:lnTo>
                  <a:pt x="31432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>
            <a:off x="217517" y="2780074"/>
            <a:ext cx="2507833" cy="1988028"/>
          </a:xfrm>
          <a:custGeom>
            <a:avLst/>
            <a:gdLst/>
            <a:ahLst/>
            <a:cxnLst/>
            <a:rect l="l" t="t" r="r" b="b"/>
            <a:pathLst>
              <a:path w="2507833" h="1988028" extrusionOk="0">
                <a:moveTo>
                  <a:pt x="0" y="0"/>
                </a:moveTo>
                <a:lnTo>
                  <a:pt x="2507833" y="0"/>
                </a:lnTo>
                <a:lnTo>
                  <a:pt x="2507833" y="1988027"/>
                </a:lnTo>
                <a:lnTo>
                  <a:pt x="0" y="1988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13"/>
          <p:cNvSpPr txBox="1"/>
          <p:nvPr/>
        </p:nvSpPr>
        <p:spPr>
          <a:xfrm>
            <a:off x="1028700" y="6081907"/>
            <a:ext cx="162306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7200" b="1" dirty="0">
                <a:solidFill>
                  <a:srgbClr val="FFFFFF"/>
                </a:solidFill>
              </a:rPr>
              <a:t>{{topic}}</a:t>
            </a:r>
            <a:endParaRPr sz="72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1028700" y="8918248"/>
            <a:ext cx="162306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3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{{ism_sharif}}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4"/>
          <p:cNvGraphicFramePr/>
          <p:nvPr/>
        </p:nvGraphicFramePr>
        <p:xfrm>
          <a:off x="0" y="2584974"/>
          <a:ext cx="18288000" cy="8106975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41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193950" marR="193950" marT="193950" marB="193950" anchor="ctr">
                    <a:lnL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41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3950" marR="193950" marT="193950" marB="193950" anchor="ctr">
                    <a:lnL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41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3950" marR="193950" marT="193950" marB="193950" anchor="ctr">
                    <a:lnL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41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3950" marR="193950" marT="193950" marB="193950" anchor="ctr">
                    <a:lnL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2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41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193950" marR="193950" marT="193950" marB="193950" anchor="ctr">
                    <a:lnL w="39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9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9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0" name="Google Shape;100;p14"/>
          <p:cNvSpPr/>
          <p:nvPr/>
        </p:nvSpPr>
        <p:spPr>
          <a:xfrm>
            <a:off x="5682610" y="3331701"/>
            <a:ext cx="2275262" cy="1977410"/>
          </a:xfrm>
          <a:custGeom>
            <a:avLst/>
            <a:gdLst/>
            <a:ahLst/>
            <a:cxnLst/>
            <a:rect l="l" t="t" r="r" b="b"/>
            <a:pathLst>
              <a:path w="2275262" h="1977410" extrusionOk="0">
                <a:moveTo>
                  <a:pt x="0" y="0"/>
                </a:moveTo>
                <a:lnTo>
                  <a:pt x="2275262" y="0"/>
                </a:lnTo>
                <a:lnTo>
                  <a:pt x="2275262" y="1977410"/>
                </a:lnTo>
                <a:lnTo>
                  <a:pt x="0" y="1977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14"/>
          <p:cNvSpPr/>
          <p:nvPr/>
        </p:nvSpPr>
        <p:spPr>
          <a:xfrm>
            <a:off x="14787999" y="3199299"/>
            <a:ext cx="2561582" cy="2109812"/>
          </a:xfrm>
          <a:custGeom>
            <a:avLst/>
            <a:gdLst/>
            <a:ahLst/>
            <a:cxnLst/>
            <a:rect l="l" t="t" r="r" b="b"/>
            <a:pathLst>
              <a:path w="2561582" h="2109812" extrusionOk="0">
                <a:moveTo>
                  <a:pt x="0" y="0"/>
                </a:moveTo>
                <a:lnTo>
                  <a:pt x="2561582" y="0"/>
                </a:lnTo>
                <a:lnTo>
                  <a:pt x="2561582" y="2109812"/>
                </a:lnTo>
                <a:lnTo>
                  <a:pt x="0" y="2109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p14"/>
          <p:cNvSpPr/>
          <p:nvPr/>
        </p:nvSpPr>
        <p:spPr>
          <a:xfrm>
            <a:off x="1154617" y="3421060"/>
            <a:ext cx="2338965" cy="1888183"/>
          </a:xfrm>
          <a:custGeom>
            <a:avLst/>
            <a:gdLst/>
            <a:ahLst/>
            <a:cxnLst/>
            <a:rect l="l" t="t" r="r" b="b"/>
            <a:pathLst>
              <a:path w="2338965" h="1888183" extrusionOk="0">
                <a:moveTo>
                  <a:pt x="0" y="0"/>
                </a:moveTo>
                <a:lnTo>
                  <a:pt x="2338966" y="0"/>
                </a:lnTo>
                <a:lnTo>
                  <a:pt x="2338966" y="1888183"/>
                </a:lnTo>
                <a:lnTo>
                  <a:pt x="0" y="1888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3" name="Google Shape;103;p14"/>
          <p:cNvGrpSpPr/>
          <p:nvPr/>
        </p:nvGrpSpPr>
        <p:grpSpPr>
          <a:xfrm>
            <a:off x="0" y="-471043"/>
            <a:ext cx="18288000" cy="3055992"/>
            <a:chOff x="0" y="-47625"/>
            <a:chExt cx="4816593" cy="804870"/>
          </a:xfrm>
        </p:grpSpPr>
        <p:sp>
          <p:nvSpPr>
            <p:cNvPr id="104" name="Google Shape;104;p14"/>
            <p:cNvSpPr/>
            <p:nvPr/>
          </p:nvSpPr>
          <p:spPr>
            <a:xfrm>
              <a:off x="0" y="0"/>
              <a:ext cx="4816592" cy="757245"/>
            </a:xfrm>
            <a:custGeom>
              <a:avLst/>
              <a:gdLst/>
              <a:ahLst/>
              <a:cxnLst/>
              <a:rect l="l" t="t" r="r" b="b"/>
              <a:pathLst>
                <a:path w="4816592" h="75724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57245"/>
                  </a:lnTo>
                  <a:lnTo>
                    <a:pt x="0" y="757245"/>
                  </a:lnTo>
                  <a:close/>
                </a:path>
              </a:pathLst>
            </a:custGeom>
            <a:solidFill>
              <a:srgbClr val="347175"/>
            </a:solidFill>
            <a:ln>
              <a:noFill/>
            </a:ln>
          </p:spPr>
        </p:sp>
        <p:sp>
          <p:nvSpPr>
            <p:cNvPr id="105" name="Google Shape;105;p14"/>
            <p:cNvSpPr txBox="1"/>
            <p:nvPr/>
          </p:nvSpPr>
          <p:spPr>
            <a:xfrm>
              <a:off x="0" y="-47625"/>
              <a:ext cx="4816593" cy="804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4"/>
          <p:cNvSpPr/>
          <p:nvPr/>
        </p:nvSpPr>
        <p:spPr>
          <a:xfrm>
            <a:off x="10523974" y="2999647"/>
            <a:ext cx="1697923" cy="2530779"/>
          </a:xfrm>
          <a:custGeom>
            <a:avLst/>
            <a:gdLst/>
            <a:ahLst/>
            <a:cxnLst/>
            <a:rect l="l" t="t" r="r" b="b"/>
            <a:pathLst>
              <a:path w="1697923" h="2530779" extrusionOk="0">
                <a:moveTo>
                  <a:pt x="0" y="0"/>
                </a:moveTo>
                <a:lnTo>
                  <a:pt x="1697923" y="0"/>
                </a:lnTo>
                <a:lnTo>
                  <a:pt x="1697923" y="2530779"/>
                </a:lnTo>
                <a:lnTo>
                  <a:pt x="0" y="2530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7" name="Google Shape;107;p14"/>
          <p:cNvSpPr txBox="1"/>
          <p:nvPr/>
        </p:nvSpPr>
        <p:spPr>
          <a:xfrm>
            <a:off x="1028700" y="798871"/>
            <a:ext cx="162306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8000" b="1" dirty="0">
                <a:solidFill>
                  <a:srgbClr val="BBEED6"/>
                </a:solidFill>
              </a:rPr>
              <a:t>{{reja}}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9964023" y="6076481"/>
            <a:ext cx="33061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uz-Latn-UZ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{{reja_3}}</a:t>
            </a:r>
          </a:p>
        </p:txBody>
      </p:sp>
      <p:sp>
        <p:nvSpPr>
          <p:cNvPr id="113" name="Google Shape;113;p14"/>
          <p:cNvSpPr txBox="1"/>
          <p:nvPr/>
        </p:nvSpPr>
        <p:spPr>
          <a:xfrm>
            <a:off x="671024" y="6076481"/>
            <a:ext cx="33061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{{reja_1}}</a:t>
            </a:r>
            <a:endParaRPr sz="240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5617220" y="6076481"/>
            <a:ext cx="33061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uz-Latn-UZ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{{reja_2}}</a:t>
            </a:r>
          </a:p>
        </p:txBody>
      </p:sp>
      <p:sp>
        <p:nvSpPr>
          <p:cNvPr id="119" name="Google Shape;119;p14"/>
          <p:cNvSpPr txBox="1"/>
          <p:nvPr/>
        </p:nvSpPr>
        <p:spPr>
          <a:xfrm>
            <a:off x="14310826" y="6076481"/>
            <a:ext cx="33061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uz-Latn-UZ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ED6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Google Shape;124;p15"/>
          <p:cNvGraphicFramePr/>
          <p:nvPr>
            <p:extLst>
              <p:ext uri="{D42A27DB-BD31-4B8C-83A1-F6EECF244321}">
                <p14:modId xmlns:p14="http://schemas.microsoft.com/office/powerpoint/2010/main" val="2795332626"/>
              </p:ext>
            </p:extLst>
          </p:nvPr>
        </p:nvGraphicFramePr>
        <p:xfrm>
          <a:off x="0" y="0"/>
          <a:ext cx="23030650" cy="10287000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1091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4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5" name="Google Shape;125;p15"/>
          <p:cNvSpPr/>
          <p:nvPr/>
        </p:nvSpPr>
        <p:spPr>
          <a:xfrm>
            <a:off x="11916215" y="487581"/>
            <a:ext cx="5343085" cy="3594439"/>
          </a:xfrm>
          <a:custGeom>
            <a:avLst/>
            <a:gdLst/>
            <a:ahLst/>
            <a:cxnLst/>
            <a:rect l="l" t="t" r="r" b="b"/>
            <a:pathLst>
              <a:path w="5343085" h="3594439" extrusionOk="0">
                <a:moveTo>
                  <a:pt x="0" y="0"/>
                </a:moveTo>
                <a:lnTo>
                  <a:pt x="5343085" y="0"/>
                </a:lnTo>
                <a:lnTo>
                  <a:pt x="5343085" y="3594439"/>
                </a:lnTo>
                <a:lnTo>
                  <a:pt x="0" y="3594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6" name="Google Shape;126;p15"/>
          <p:cNvSpPr txBox="1"/>
          <p:nvPr/>
        </p:nvSpPr>
        <p:spPr>
          <a:xfrm>
            <a:off x="448129" y="5143500"/>
            <a:ext cx="9328138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800" dirty="0">
                <a:latin typeface="Open Sans"/>
                <a:ea typeface="Open Sans"/>
                <a:cs typeface="Open Sans"/>
                <a:sym typeface="Open Sans"/>
              </a:rPr>
              <a:t>{{kirish_matni}}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1300358" y="1730802"/>
            <a:ext cx="93282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9000" b="1" dirty="0">
                <a:solidFill>
                  <a:srgbClr val="347175"/>
                </a:solidFill>
              </a:rPr>
              <a:t>{{kirish}}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6"/>
          <p:cNvGrpSpPr/>
          <p:nvPr/>
        </p:nvGrpSpPr>
        <p:grpSpPr>
          <a:xfrm>
            <a:off x="0" y="-180826"/>
            <a:ext cx="6902375" cy="10467826"/>
            <a:chOff x="0" y="-47625"/>
            <a:chExt cx="1817909" cy="2756958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1817909" cy="2709333"/>
            </a:xfrm>
            <a:custGeom>
              <a:avLst/>
              <a:gdLst/>
              <a:ahLst/>
              <a:cxnLst/>
              <a:rect l="l" t="t" r="r" b="b"/>
              <a:pathLst>
                <a:path w="1817909" h="2709333" extrusionOk="0">
                  <a:moveTo>
                    <a:pt x="0" y="0"/>
                  </a:moveTo>
                  <a:lnTo>
                    <a:pt x="1817909" y="0"/>
                  </a:lnTo>
                  <a:lnTo>
                    <a:pt x="181790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7175"/>
            </a:solidFill>
            <a:ln>
              <a:noFill/>
            </a:ln>
          </p:spPr>
        </p:sp>
        <p:sp>
          <p:nvSpPr>
            <p:cNvPr id="134" name="Google Shape;134;p16"/>
            <p:cNvSpPr txBox="1"/>
            <p:nvPr/>
          </p:nvSpPr>
          <p:spPr>
            <a:xfrm>
              <a:off x="0" y="-47625"/>
              <a:ext cx="1817909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PHOTO_1"/>
          <p:cNvSpPr/>
          <p:nvPr/>
        </p:nvSpPr>
        <p:spPr>
          <a:xfrm>
            <a:off x="6902375" y="0"/>
            <a:ext cx="11385625" cy="7322416"/>
          </a:xfrm>
          <a:custGeom>
            <a:avLst/>
            <a:gdLst/>
            <a:ahLst/>
            <a:cxnLst/>
            <a:rect l="l" t="t" r="r" b="b"/>
            <a:pathLst>
              <a:path w="812800" h="1045469" extrusionOk="0">
                <a:moveTo>
                  <a:pt x="0" y="0"/>
                </a:moveTo>
                <a:lnTo>
                  <a:pt x="812800" y="0"/>
                </a:lnTo>
                <a:lnTo>
                  <a:pt x="812800" y="1045469"/>
                </a:lnTo>
                <a:lnTo>
                  <a:pt x="0" y="104546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9393" r="-53541"/>
            </a:stretch>
          </a:blipFill>
          <a:ln>
            <a:noFill/>
          </a:ln>
        </p:spPr>
        <p:txBody>
          <a:bodyPr/>
          <a:lstStyle/>
          <a:p>
            <a:endParaRPr lang="ru-RU" dirty="0"/>
          </a:p>
        </p:txBody>
      </p:sp>
      <p:cxnSp>
        <p:nvCxnSpPr>
          <p:cNvPr id="137" name="Google Shape;137;p16"/>
          <p:cNvCxnSpPr/>
          <p:nvPr/>
        </p:nvCxnSpPr>
        <p:spPr>
          <a:xfrm>
            <a:off x="6902375" y="7322416"/>
            <a:ext cx="11385625" cy="0"/>
          </a:xfrm>
          <a:prstGeom prst="straightConnector1">
            <a:avLst/>
          </a:prstGeom>
          <a:noFill/>
          <a:ln w="19050" cap="flat" cmpd="sng">
            <a:solidFill>
              <a:srgbClr val="3471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" name="Google Shape;144;p16"/>
          <p:cNvSpPr txBox="1"/>
          <p:nvPr/>
        </p:nvSpPr>
        <p:spPr>
          <a:xfrm>
            <a:off x="7329488" y="7800989"/>
            <a:ext cx="103165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uz-Latn-UZ" sz="24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{{reja_1_matni}}</a:t>
            </a:r>
          </a:p>
        </p:txBody>
      </p:sp>
      <p:sp>
        <p:nvSpPr>
          <p:cNvPr id="145" name="Google Shape;145;p16"/>
          <p:cNvSpPr txBox="1"/>
          <p:nvPr/>
        </p:nvSpPr>
        <p:spPr>
          <a:xfrm>
            <a:off x="1028700" y="909890"/>
            <a:ext cx="53796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uz-Latn-UZ" sz="4400" dirty="0">
                <a:solidFill>
                  <a:schemeClr val="accent3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{{reja_1}}</a:t>
            </a:r>
          </a:p>
        </p:txBody>
      </p:sp>
      <p:sp>
        <p:nvSpPr>
          <p:cNvPr id="146" name="Google Shape;146;p16"/>
          <p:cNvSpPr txBox="1"/>
          <p:nvPr/>
        </p:nvSpPr>
        <p:spPr>
          <a:xfrm>
            <a:off x="316350" y="3632633"/>
            <a:ext cx="60919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uz-Latn-UZ" sz="3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{{reja_1_matni}}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ED6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/>
        </p:nvSpPr>
        <p:spPr>
          <a:xfrm>
            <a:off x="1028700" y="1095375"/>
            <a:ext cx="10355586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uz-Latn-UZ" sz="8000" dirty="0">
                <a:solidFill>
                  <a:schemeClr val="accent3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{{reja_1}}</a:t>
            </a:r>
          </a:p>
        </p:txBody>
      </p:sp>
      <p:graphicFrame>
        <p:nvGraphicFramePr>
          <p:cNvPr id="152" name="Google Shape;152;p17"/>
          <p:cNvGraphicFramePr/>
          <p:nvPr>
            <p:extLst>
              <p:ext uri="{D42A27DB-BD31-4B8C-83A1-F6EECF244321}">
                <p14:modId xmlns:p14="http://schemas.microsoft.com/office/powerpoint/2010/main" val="672838678"/>
              </p:ext>
            </p:extLst>
          </p:nvPr>
        </p:nvGraphicFramePr>
        <p:xfrm>
          <a:off x="1028700" y="3003638"/>
          <a:ext cx="16192500" cy="6254650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343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56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71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799" b="1" u="none" strike="noStrike" cap="none" dirty="0">
                          <a:solidFill>
                            <a:srgbClr val="FFFFFF"/>
                          </a:solidFill>
                          <a:latin typeface="Vesper Libre"/>
                          <a:cs typeface="Vesper Libre"/>
                          <a:sym typeface="Vesper Libre"/>
                        </a:rPr>
                        <a:t>{{qator_1}}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71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799" b="1" u="none" strike="noStrike" cap="none" dirty="0">
                          <a:solidFill>
                            <a:srgbClr val="FFFFFF"/>
                          </a:solidFill>
                          <a:latin typeface="Vesper Libre"/>
                          <a:cs typeface="Vesper Libre"/>
                          <a:sym typeface="Vesper Libre"/>
                        </a:rPr>
                        <a:t>{{qator_2}}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71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300" b="1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{{ustun_1}}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{{ustun_1_matni}}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{{ustun_1_matni}}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300" b="1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{{ustun2}}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{{ustun_2_matni}}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{{ustun_2_matni}}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300" b="1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{{ustun_3}}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{{ustun_2_matni}}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{{ustun_5_matni}}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8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300" b="1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{{ustun_4}}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{{ustun_4_matni}}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1499" u="none" strike="noStrike" cap="none" dirty="0">
                          <a:solidFill>
                            <a:srgbClr val="000000"/>
                          </a:solidFill>
                          <a:latin typeface="Vesper Libre"/>
                          <a:ea typeface="Vesper Libre"/>
                          <a:cs typeface="Vesper Libre"/>
                          <a:sym typeface="Vesper Libre"/>
                        </a:rPr>
                        <a:t>{{ustun_4_matni}}</a:t>
                      </a:r>
                      <a:endParaRPr lang="uz-Latn-UZ" sz="1100" u="none" strike="noStrike" cap="none" dirty="0"/>
                    </a:p>
                  </a:txBody>
                  <a:tcPr marL="190500" marR="190500" marT="190500" marB="190500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7175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Google Shape;157;p18"/>
          <p:cNvGraphicFramePr/>
          <p:nvPr>
            <p:extLst>
              <p:ext uri="{D42A27DB-BD31-4B8C-83A1-F6EECF244321}">
                <p14:modId xmlns:p14="http://schemas.microsoft.com/office/powerpoint/2010/main" val="3361122512"/>
              </p:ext>
            </p:extLst>
          </p:nvPr>
        </p:nvGraphicFramePr>
        <p:xfrm>
          <a:off x="0" y="-10"/>
          <a:ext cx="18440825" cy="12334723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1040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0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559175" marR="559175" marT="559175" marB="559175" anchor="ctr">
                    <a:lnL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559175" marR="559175" marT="559175" marB="559175" anchor="ctr">
                    <a:lnL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34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559175" marR="559175" marT="559175" marB="559175" anchor="ctr">
                    <a:lnL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0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559175" marR="559175" marT="559175" marB="559175" anchor="ctr">
                    <a:lnL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8" name="Google Shape;158;p18"/>
          <p:cNvSpPr txBox="1"/>
          <p:nvPr/>
        </p:nvSpPr>
        <p:spPr>
          <a:xfrm>
            <a:off x="1028700" y="3043200"/>
            <a:ext cx="8892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uz-Latn-UZ" sz="9600" dirty="0">
                <a:solidFill>
                  <a:schemeClr val="accent3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{{reja_1}}</a:t>
            </a:r>
          </a:p>
        </p:txBody>
      </p:sp>
      <p:sp>
        <p:nvSpPr>
          <p:cNvPr id="160" name="Google Shape;160;p18"/>
          <p:cNvSpPr txBox="1"/>
          <p:nvPr/>
        </p:nvSpPr>
        <p:spPr>
          <a:xfrm>
            <a:off x="10949400" y="2796978"/>
            <a:ext cx="708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uz-Latn-UZ" sz="32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{{reja_1_matni}}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" name="Google Shape;165;p19"/>
          <p:cNvGraphicFramePr/>
          <p:nvPr>
            <p:extLst>
              <p:ext uri="{D42A27DB-BD31-4B8C-83A1-F6EECF244321}">
                <p14:modId xmlns:p14="http://schemas.microsoft.com/office/powerpoint/2010/main" val="2591855974"/>
              </p:ext>
            </p:extLst>
          </p:nvPr>
        </p:nvGraphicFramePr>
        <p:xfrm>
          <a:off x="-42863" y="3679046"/>
          <a:ext cx="18321338" cy="6532475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917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2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427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1023975" marR="1023975" marT="1023975" marB="1023975" anchor="ctr">
                    <a:lnL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10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10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427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1023975" marR="1023975" marT="1023975" marB="1023975" anchor="ctr">
                    <a:lnL w="210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10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6" name="Google Shape;166;p19"/>
          <p:cNvGrpSpPr/>
          <p:nvPr/>
        </p:nvGrpSpPr>
        <p:grpSpPr>
          <a:xfrm>
            <a:off x="2251285" y="5037320"/>
            <a:ext cx="2146171" cy="2146171"/>
            <a:chOff x="0" y="0"/>
            <a:chExt cx="812800" cy="812800"/>
          </a:xfrm>
        </p:grpSpPr>
        <p:sp>
          <p:nvSpPr>
            <p:cNvPr id="167" name="Google Shape;16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7175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uz-Latn-UZ" sz="2000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rPr>
                <a:t>{{positiv_1}}</a:t>
              </a:r>
              <a:endParaRPr lang="uz-Latn-UZ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9" name="Google Shape;169;p19"/>
          <p:cNvSpPr txBox="1"/>
          <p:nvPr/>
        </p:nvSpPr>
        <p:spPr>
          <a:xfrm>
            <a:off x="3668999" y="4032678"/>
            <a:ext cx="3248667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uz-Latn-UZ" sz="3200" dirty="0">
                <a:latin typeface="Open Sans"/>
                <a:ea typeface="Open Sans"/>
                <a:cs typeface="Open Sans"/>
                <a:sym typeface="Open Sans"/>
              </a:rPr>
              <a:t>{{positiv}}</a:t>
            </a:r>
            <a:endParaRPr lang="uz-Latn-UZ" sz="3200"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1028700" y="603117"/>
            <a:ext cx="162306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uz-Latn-UZ" sz="8800" dirty="0">
                <a:solidFill>
                  <a:schemeClr val="accent3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{{reja_2}}</a:t>
            </a:r>
          </a:p>
        </p:txBody>
      </p:sp>
      <p:sp>
        <p:nvSpPr>
          <p:cNvPr id="171" name="Google Shape;171;p19"/>
          <p:cNvSpPr txBox="1"/>
          <p:nvPr/>
        </p:nvSpPr>
        <p:spPr>
          <a:xfrm>
            <a:off x="12410109" y="4032678"/>
            <a:ext cx="25166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3000" dirty="0">
                <a:latin typeface="Open Sans"/>
                <a:ea typeface="Open Sans"/>
                <a:cs typeface="Open Sans"/>
                <a:sym typeface="Open Sans"/>
              </a:rPr>
              <a:t>{{negative}}</a:t>
            </a:r>
            <a:endParaRPr dirty="0"/>
          </a:p>
        </p:txBody>
      </p:sp>
      <p:grpSp>
        <p:nvGrpSpPr>
          <p:cNvPr id="172" name="Google Shape;172;p19"/>
          <p:cNvGrpSpPr/>
          <p:nvPr/>
        </p:nvGrpSpPr>
        <p:grpSpPr>
          <a:xfrm>
            <a:off x="4991499" y="5037320"/>
            <a:ext cx="2146171" cy="2146171"/>
            <a:chOff x="0" y="0"/>
            <a:chExt cx="812800" cy="812800"/>
          </a:xfrm>
        </p:grpSpPr>
        <p:sp>
          <p:nvSpPr>
            <p:cNvPr id="173" name="Google Shape;17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C57E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uz-Latn-UZ" sz="2000" dirty="0">
                  <a:solidFill>
                    <a:schemeClr val="tx1"/>
                  </a:solidFill>
                  <a:latin typeface="Open Sans"/>
                  <a:ea typeface="Open Sans"/>
                  <a:cs typeface="Open Sans"/>
                  <a:sym typeface="Open Sans"/>
                </a:rPr>
                <a:t>{{positiv_2}}</a:t>
              </a:r>
              <a:endParaRPr lang="uz-Latn-UZ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5" name="Google Shape;175;p19"/>
          <p:cNvGrpSpPr/>
          <p:nvPr/>
        </p:nvGrpSpPr>
        <p:grpSpPr>
          <a:xfrm>
            <a:off x="990782" y="7348204"/>
            <a:ext cx="2146171" cy="2146171"/>
            <a:chOff x="0" y="0"/>
            <a:chExt cx="812800" cy="812800"/>
          </a:xfrm>
        </p:grpSpPr>
        <p:sp>
          <p:nvSpPr>
            <p:cNvPr id="176" name="Google Shape;17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EED6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0000"/>
                </a:lnSpc>
              </a:pPr>
              <a:r>
                <a:rPr lang="uz-Latn-UZ" sz="2000" dirty="0">
                  <a:solidFill>
                    <a:schemeClr val="tx1"/>
                  </a:solidFill>
                  <a:latin typeface="Open Sans"/>
                  <a:ea typeface="Open Sans"/>
                  <a:cs typeface="Open Sans"/>
                  <a:sym typeface="Open Sans"/>
                </a:rPr>
                <a:t>{{positiv_3}}</a:t>
              </a:r>
              <a:endParaRPr lang="uz-Latn-UZ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8" name="Google Shape;178;p19"/>
          <p:cNvGrpSpPr/>
          <p:nvPr/>
        </p:nvGrpSpPr>
        <p:grpSpPr>
          <a:xfrm>
            <a:off x="3527775" y="7348204"/>
            <a:ext cx="2146284" cy="2146171"/>
            <a:chOff x="-43" y="0"/>
            <a:chExt cx="812843" cy="812800"/>
          </a:xfrm>
        </p:grpSpPr>
        <p:sp>
          <p:nvSpPr>
            <p:cNvPr id="179" name="Google Shape;17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-43" y="28573"/>
              <a:ext cx="8127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z-Latn-UZ" sz="2000" dirty="0">
                  <a:latin typeface="Open Sans"/>
                  <a:ea typeface="Open Sans"/>
                  <a:cs typeface="Open Sans"/>
                  <a:sym typeface="Open Sans"/>
                </a:rPr>
                <a:t>{{positiv_4}}</a:t>
              </a:r>
              <a:endParaRPr dirty="0"/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6064584" y="7348204"/>
            <a:ext cx="2146171" cy="2146171"/>
            <a:chOff x="0" y="0"/>
            <a:chExt cx="812800" cy="812800"/>
          </a:xfrm>
        </p:grpSpPr>
        <p:sp>
          <p:nvSpPr>
            <p:cNvPr id="182" name="Google Shape;18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7175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z-Latn-UZ" sz="2000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{{positive_5}}</a:t>
              </a:r>
              <a:endParaRPr dirty="0"/>
            </a:p>
          </p:txBody>
        </p:sp>
      </p:grpSp>
      <p:grpSp>
        <p:nvGrpSpPr>
          <p:cNvPr id="184" name="Google Shape;184;p19"/>
          <p:cNvGrpSpPr/>
          <p:nvPr/>
        </p:nvGrpSpPr>
        <p:grpSpPr>
          <a:xfrm>
            <a:off x="11232028" y="7348204"/>
            <a:ext cx="2146171" cy="2146171"/>
            <a:chOff x="0" y="0"/>
            <a:chExt cx="812800" cy="812800"/>
          </a:xfrm>
        </p:grpSpPr>
        <p:sp>
          <p:nvSpPr>
            <p:cNvPr id="185" name="Google Shape;18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C57E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76200" y="28575"/>
              <a:ext cx="7366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lang="uz-Latn-UZ" sz="2000" dirty="0">
                  <a:latin typeface="Open Sans"/>
                  <a:ea typeface="Open Sans"/>
                  <a:cs typeface="Open Sans"/>
                  <a:sym typeface="Open Sans"/>
                </a:rPr>
                <a:t>{{negative_4}}</a:t>
              </a:r>
              <a:endParaRPr lang="uz-Latn-UZ" sz="2000" dirty="0"/>
            </a:p>
          </p:txBody>
        </p:sp>
      </p:grpSp>
      <p:grpSp>
        <p:nvGrpSpPr>
          <p:cNvPr id="187" name="Google Shape;187;p19"/>
          <p:cNvGrpSpPr/>
          <p:nvPr/>
        </p:nvGrpSpPr>
        <p:grpSpPr>
          <a:xfrm>
            <a:off x="12604826" y="4925808"/>
            <a:ext cx="2146171" cy="2146171"/>
            <a:chOff x="0" y="0"/>
            <a:chExt cx="812800" cy="812800"/>
          </a:xfrm>
        </p:grpSpPr>
        <p:sp>
          <p:nvSpPr>
            <p:cNvPr id="188" name="Google Shape;18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76200" y="28575"/>
              <a:ext cx="7366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lang="uz-Latn-UZ" sz="2000" dirty="0">
                  <a:latin typeface="Open Sans"/>
                  <a:ea typeface="Open Sans"/>
                  <a:cs typeface="Open Sans"/>
                  <a:sym typeface="Open Sans"/>
                </a:rPr>
                <a:t>{{negative_2}}</a:t>
              </a:r>
              <a:endParaRPr lang="uz-Latn-UZ" sz="2000" dirty="0"/>
            </a:p>
          </p:txBody>
        </p:sp>
      </p:grpSp>
      <p:grpSp>
        <p:nvGrpSpPr>
          <p:cNvPr id="190" name="Google Shape;190;p19"/>
          <p:cNvGrpSpPr/>
          <p:nvPr/>
        </p:nvGrpSpPr>
        <p:grpSpPr>
          <a:xfrm>
            <a:off x="15141522" y="4925808"/>
            <a:ext cx="2146171" cy="2146171"/>
            <a:chOff x="0" y="0"/>
            <a:chExt cx="812800" cy="812800"/>
          </a:xfrm>
        </p:grpSpPr>
        <p:sp>
          <p:nvSpPr>
            <p:cNvPr id="191" name="Google Shape;19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C57E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9815" y="57960"/>
              <a:ext cx="712004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lang="uz-Latn-UZ" sz="2000" dirty="0">
                  <a:latin typeface="Open Sans"/>
                  <a:ea typeface="Open Sans"/>
                  <a:cs typeface="Open Sans"/>
                  <a:sym typeface="Open Sans"/>
                </a:rPr>
                <a:t>{{negative_3}}</a:t>
              </a:r>
              <a:endParaRPr lang="uz-Latn-UZ" sz="2000" dirty="0"/>
            </a:p>
          </p:txBody>
        </p:sp>
      </p:grpSp>
      <p:grpSp>
        <p:nvGrpSpPr>
          <p:cNvPr id="193" name="Google Shape;193;p19"/>
          <p:cNvGrpSpPr/>
          <p:nvPr/>
        </p:nvGrpSpPr>
        <p:grpSpPr>
          <a:xfrm>
            <a:off x="13843624" y="7348204"/>
            <a:ext cx="2146171" cy="2146171"/>
            <a:chOff x="0" y="0"/>
            <a:chExt cx="812800" cy="812800"/>
          </a:xfrm>
        </p:grpSpPr>
        <p:sp>
          <p:nvSpPr>
            <p:cNvPr id="194" name="Google Shape;19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7175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76200" y="28575"/>
              <a:ext cx="7366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lang="uz-Latn-UZ" sz="2000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rPr>
                <a:t>{{negative_5}}</a:t>
              </a:r>
              <a:endParaRPr lang="uz-Latn-UZ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6" name="Google Shape;196;p19"/>
          <p:cNvGrpSpPr/>
          <p:nvPr/>
        </p:nvGrpSpPr>
        <p:grpSpPr>
          <a:xfrm>
            <a:off x="10068130" y="4925808"/>
            <a:ext cx="2146171" cy="2146171"/>
            <a:chOff x="0" y="0"/>
            <a:chExt cx="812800" cy="812800"/>
          </a:xfrm>
        </p:grpSpPr>
        <p:sp>
          <p:nvSpPr>
            <p:cNvPr id="197" name="Google Shape;19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E28A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9"/>
            <p:cNvSpPr txBox="1"/>
            <p:nvPr/>
          </p:nvSpPr>
          <p:spPr>
            <a:xfrm>
              <a:off x="76200" y="28575"/>
              <a:ext cx="7366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lang="uz-Latn-UZ" sz="2000" dirty="0">
                  <a:latin typeface="Open Sans"/>
                  <a:ea typeface="Open Sans"/>
                  <a:cs typeface="Open Sans"/>
                  <a:sym typeface="Open Sans"/>
                </a:rPr>
                <a:t>{{negative_1}}</a:t>
              </a:r>
              <a:endParaRPr lang="uz-Latn-UZ" sz="20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Google Shape;203;p20"/>
          <p:cNvGraphicFramePr/>
          <p:nvPr>
            <p:extLst>
              <p:ext uri="{D42A27DB-BD31-4B8C-83A1-F6EECF244321}">
                <p14:modId xmlns:p14="http://schemas.microsoft.com/office/powerpoint/2010/main" val="174657475"/>
              </p:ext>
            </p:extLst>
          </p:nvPr>
        </p:nvGraphicFramePr>
        <p:xfrm>
          <a:off x="4" y="7"/>
          <a:ext cx="18288000" cy="12456649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822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89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559175" marR="559175" marT="559175" marB="559175" anchor="ctr">
                    <a:lnL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559175" marR="559175" marT="559175" marB="559175" anchor="ctr">
                    <a:lnL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236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99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" name="PHOTO_2"/>
          <p:cNvSpPr/>
          <p:nvPr/>
        </p:nvSpPr>
        <p:spPr>
          <a:xfrm>
            <a:off x="784584" y="2709201"/>
            <a:ext cx="6331982" cy="5353403"/>
          </a:xfrm>
          <a:custGeom>
            <a:avLst/>
            <a:gdLst/>
            <a:ahLst/>
            <a:cxnLst/>
            <a:rect l="l" t="t" r="r" b="b"/>
            <a:pathLst>
              <a:path w="6331982" h="5353403" extrusionOk="0">
                <a:moveTo>
                  <a:pt x="0" y="0"/>
                </a:moveTo>
                <a:lnTo>
                  <a:pt x="6331983" y="0"/>
                </a:lnTo>
                <a:lnTo>
                  <a:pt x="6331983" y="5353403"/>
                </a:lnTo>
                <a:lnTo>
                  <a:pt x="0" y="53534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5" name="Google Shape;205;p20"/>
          <p:cNvSpPr txBox="1"/>
          <p:nvPr/>
        </p:nvSpPr>
        <p:spPr>
          <a:xfrm>
            <a:off x="8872537" y="473695"/>
            <a:ext cx="927258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uz-Latn-UZ" sz="7200" dirty="0">
                <a:solidFill>
                  <a:schemeClr val="accent3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{{reja_2}}</a:t>
            </a:r>
          </a:p>
        </p:txBody>
      </p:sp>
      <p:sp>
        <p:nvSpPr>
          <p:cNvPr id="207" name="Google Shape;207;p20"/>
          <p:cNvSpPr txBox="1"/>
          <p:nvPr/>
        </p:nvSpPr>
        <p:spPr>
          <a:xfrm>
            <a:off x="9029700" y="4608585"/>
            <a:ext cx="8115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2385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</a:pPr>
            <a:r>
              <a:rPr lang="uz-Latn-UZ" sz="2400" dirty="0"/>
              <a:t>{{reja_2_matni}}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21"/>
          <p:cNvGrpSpPr/>
          <p:nvPr/>
        </p:nvGrpSpPr>
        <p:grpSpPr>
          <a:xfrm>
            <a:off x="0" y="-180826"/>
            <a:ext cx="18288000" cy="3563031"/>
            <a:chOff x="0" y="-47625"/>
            <a:chExt cx="4816593" cy="938412"/>
          </a:xfrm>
        </p:grpSpPr>
        <p:sp>
          <p:nvSpPr>
            <p:cNvPr id="213" name="Google Shape;213;p21"/>
            <p:cNvSpPr/>
            <p:nvPr/>
          </p:nvSpPr>
          <p:spPr>
            <a:xfrm>
              <a:off x="0" y="0"/>
              <a:ext cx="4816592" cy="890787"/>
            </a:xfrm>
            <a:custGeom>
              <a:avLst/>
              <a:gdLst/>
              <a:ahLst/>
              <a:cxnLst/>
              <a:rect l="l" t="t" r="r" b="b"/>
              <a:pathLst>
                <a:path w="4816592" h="890787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890787"/>
                  </a:lnTo>
                  <a:lnTo>
                    <a:pt x="0" y="890787"/>
                  </a:lnTo>
                  <a:close/>
                </a:path>
              </a:pathLst>
            </a:custGeom>
            <a:solidFill>
              <a:srgbClr val="347175"/>
            </a:solidFill>
            <a:ln>
              <a:noFill/>
            </a:ln>
          </p:spPr>
        </p:sp>
        <p:sp>
          <p:nvSpPr>
            <p:cNvPr id="214" name="Google Shape;214;p21"/>
            <p:cNvSpPr txBox="1"/>
            <p:nvPr/>
          </p:nvSpPr>
          <p:spPr>
            <a:xfrm>
              <a:off x="0" y="-47625"/>
              <a:ext cx="4816593" cy="938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15" name="Google Shape;215;p21"/>
          <p:cNvGraphicFramePr/>
          <p:nvPr/>
        </p:nvGraphicFramePr>
        <p:xfrm>
          <a:off x="-31" y="3382230"/>
          <a:ext cx="18288000" cy="8262008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93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64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451225" marR="451225" marT="451225" marB="451225" anchor="ctr">
                    <a:lnL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64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51225" marR="451225" marT="451225" marB="451225" anchor="ctr">
                    <a:lnL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15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64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51225" marR="451225" marT="451225" marB="451225" anchor="ctr">
                    <a:lnL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70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64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451225" marR="451225" marT="451225" marB="451225" anchor="ctr">
                    <a:lnL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51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16" name="Google Shape;216;p21"/>
          <p:cNvCxnSpPr/>
          <p:nvPr/>
        </p:nvCxnSpPr>
        <p:spPr>
          <a:xfrm rot="10800000">
            <a:off x="1291704" y="3935637"/>
            <a:ext cx="0" cy="4453872"/>
          </a:xfrm>
          <a:prstGeom prst="straightConnector1">
            <a:avLst/>
          </a:prstGeom>
          <a:noFill/>
          <a:ln w="19050" cap="flat" cmpd="sng">
            <a:solidFill>
              <a:srgbClr val="347175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7" name="Google Shape;217;p21"/>
          <p:cNvCxnSpPr/>
          <p:nvPr/>
        </p:nvCxnSpPr>
        <p:spPr>
          <a:xfrm>
            <a:off x="1291704" y="8370460"/>
            <a:ext cx="7246994" cy="0"/>
          </a:xfrm>
          <a:prstGeom prst="straightConnector1">
            <a:avLst/>
          </a:prstGeom>
          <a:noFill/>
          <a:ln w="19050" cap="flat" cmpd="sng">
            <a:solidFill>
              <a:srgbClr val="347175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8" name="Google Shape;218;p21"/>
          <p:cNvCxnSpPr/>
          <p:nvPr/>
        </p:nvCxnSpPr>
        <p:spPr>
          <a:xfrm rot="10800000" flipH="1">
            <a:off x="1296652" y="5664532"/>
            <a:ext cx="5993317" cy="1605904"/>
          </a:xfrm>
          <a:prstGeom prst="straightConnector1">
            <a:avLst/>
          </a:prstGeom>
          <a:noFill/>
          <a:ln w="19050" cap="flat" cmpd="sng">
            <a:solidFill>
              <a:srgbClr val="34717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9" name="Google Shape;219;p21"/>
          <p:cNvCxnSpPr/>
          <p:nvPr/>
        </p:nvCxnSpPr>
        <p:spPr>
          <a:xfrm>
            <a:off x="2539513" y="4710418"/>
            <a:ext cx="0" cy="77036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0" name="Google Shape;220;p21"/>
          <p:cNvCxnSpPr/>
          <p:nvPr/>
        </p:nvCxnSpPr>
        <p:spPr>
          <a:xfrm rot="10800000">
            <a:off x="5484634" y="6827100"/>
            <a:ext cx="0" cy="77036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22" name="Google Shape;222;p21"/>
          <p:cNvSpPr txBox="1"/>
          <p:nvPr/>
        </p:nvSpPr>
        <p:spPr>
          <a:xfrm>
            <a:off x="12224882" y="7493582"/>
            <a:ext cx="293525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3200" dirty="0">
                <a:latin typeface="Open Sans"/>
                <a:ea typeface="Open Sans"/>
                <a:cs typeface="Open Sans"/>
                <a:sym typeface="Open Sans"/>
              </a:rPr>
              <a:t>{{gorizantal}}</a:t>
            </a:r>
            <a:endParaRPr dirty="0"/>
          </a:p>
        </p:txBody>
      </p:sp>
      <p:sp>
        <p:nvSpPr>
          <p:cNvPr id="223" name="Google Shape;223;p21"/>
          <p:cNvSpPr txBox="1"/>
          <p:nvPr/>
        </p:nvSpPr>
        <p:spPr>
          <a:xfrm>
            <a:off x="10125721" y="8151191"/>
            <a:ext cx="713357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58"/>
              </a:lnSpc>
            </a:pPr>
            <a:r>
              <a:rPr lang="uz-Latn-UZ" sz="2400" dirty="0">
                <a:latin typeface="Open Sans"/>
                <a:ea typeface="Open Sans"/>
                <a:cs typeface="Open Sans"/>
                <a:sym typeface="Open Sans"/>
              </a:rPr>
              <a:t>{{gorizantal_reason}}</a:t>
            </a:r>
            <a:endParaRPr lang="uz-Latn-UZ" sz="2400" dirty="0"/>
          </a:p>
        </p:txBody>
      </p:sp>
      <p:sp>
        <p:nvSpPr>
          <p:cNvPr id="224" name="Google Shape;224;p21"/>
          <p:cNvSpPr txBox="1"/>
          <p:nvPr/>
        </p:nvSpPr>
        <p:spPr>
          <a:xfrm>
            <a:off x="10125721" y="4920847"/>
            <a:ext cx="71337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58"/>
              </a:lnSpc>
            </a:pPr>
            <a:r>
              <a:rPr lang="uz-Latn-UZ" sz="2400" dirty="0">
                <a:latin typeface="Open Sans"/>
                <a:ea typeface="Open Sans"/>
                <a:cs typeface="Open Sans"/>
                <a:sym typeface="Open Sans"/>
              </a:rPr>
              <a:t>{{vertikal_reason}}</a:t>
            </a:r>
            <a:endParaRPr lang="uz-Latn-UZ" sz="2400" dirty="0"/>
          </a:p>
        </p:txBody>
      </p:sp>
      <p:sp>
        <p:nvSpPr>
          <p:cNvPr id="225" name="Google Shape;225;p21"/>
          <p:cNvSpPr txBox="1"/>
          <p:nvPr/>
        </p:nvSpPr>
        <p:spPr>
          <a:xfrm>
            <a:off x="1028700" y="831525"/>
            <a:ext cx="162306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8000" b="1" dirty="0">
                <a:solidFill>
                  <a:srgbClr val="BBEED6"/>
                </a:solidFill>
              </a:rPr>
              <a:t>{{reja_3}}</a:t>
            </a:r>
            <a:endParaRPr dirty="0"/>
          </a:p>
        </p:txBody>
      </p:sp>
      <p:sp>
        <p:nvSpPr>
          <p:cNvPr id="227" name="Google Shape;227;p21"/>
          <p:cNvSpPr txBox="1"/>
          <p:nvPr/>
        </p:nvSpPr>
        <p:spPr>
          <a:xfrm>
            <a:off x="2157413" y="8570485"/>
            <a:ext cx="638128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400" dirty="0">
                <a:latin typeface="Open Sans"/>
                <a:ea typeface="Open Sans"/>
                <a:cs typeface="Open Sans"/>
                <a:sym typeface="Open Sans"/>
              </a:rPr>
              <a:t>{{vertikal}}</a:t>
            </a:r>
            <a:endParaRPr dirty="0"/>
          </a:p>
        </p:txBody>
      </p:sp>
      <p:sp>
        <p:nvSpPr>
          <p:cNvPr id="228" name="Google Shape;228;p21"/>
          <p:cNvSpPr txBox="1"/>
          <p:nvPr/>
        </p:nvSpPr>
        <p:spPr>
          <a:xfrm rot="-5400000">
            <a:off x="-1028807" y="5774238"/>
            <a:ext cx="3893096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400" dirty="0">
                <a:latin typeface="Open Sans"/>
                <a:ea typeface="Open Sans"/>
                <a:cs typeface="Open Sans"/>
                <a:sym typeface="Open Sans"/>
              </a:rPr>
              <a:t>{{gorizantal}}</a:t>
            </a:r>
            <a:endParaRPr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2686942" y="4710419"/>
            <a:ext cx="302699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400" dirty="0"/>
              <a:t>{{gorizantal_fakt}}</a:t>
            </a:r>
            <a:endParaRPr sz="2400" dirty="0"/>
          </a:p>
        </p:txBody>
      </p:sp>
      <p:sp>
        <p:nvSpPr>
          <p:cNvPr id="230" name="Google Shape;230;p21"/>
          <p:cNvSpPr txBox="1"/>
          <p:nvPr/>
        </p:nvSpPr>
        <p:spPr>
          <a:xfrm>
            <a:off x="5713935" y="6791870"/>
            <a:ext cx="282476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000" dirty="0">
                <a:latin typeface="Open Sans"/>
                <a:ea typeface="Open Sans"/>
                <a:cs typeface="Open Sans"/>
                <a:sym typeface="Open Sans"/>
              </a:rPr>
              <a:t>{{vertikal_fakt}}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483BC-1D2A-654C-9547-8EF07840FA52}"/>
              </a:ext>
            </a:extLst>
          </p:cNvPr>
          <p:cNvSpPr txBox="1"/>
          <p:nvPr/>
        </p:nvSpPr>
        <p:spPr>
          <a:xfrm>
            <a:off x="10541647" y="3935637"/>
            <a:ext cx="5688951" cy="557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2400" dirty="0">
                <a:latin typeface="Open Sans"/>
                <a:ea typeface="Open Sans"/>
                <a:cs typeface="Open Sans"/>
                <a:sym typeface="Open Sans"/>
              </a:rPr>
              <a:t>{{vertikal}}</a:t>
            </a:r>
            <a:endParaRPr lang="uz-Latn-UZ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22"/>
          <p:cNvGrpSpPr/>
          <p:nvPr/>
        </p:nvGrpSpPr>
        <p:grpSpPr>
          <a:xfrm>
            <a:off x="0" y="-180826"/>
            <a:ext cx="8000827" cy="10467826"/>
            <a:chOff x="0" y="-47625"/>
            <a:chExt cx="2107214" cy="2756958"/>
          </a:xfrm>
        </p:grpSpPr>
        <p:sp>
          <p:nvSpPr>
            <p:cNvPr id="236" name="Google Shape;236;p22"/>
            <p:cNvSpPr/>
            <p:nvPr/>
          </p:nvSpPr>
          <p:spPr>
            <a:xfrm>
              <a:off x="0" y="0"/>
              <a:ext cx="2107214" cy="2709333"/>
            </a:xfrm>
            <a:custGeom>
              <a:avLst/>
              <a:gdLst/>
              <a:ahLst/>
              <a:cxnLst/>
              <a:rect l="l" t="t" r="r" b="b"/>
              <a:pathLst>
                <a:path w="2107214" h="2709333" extrusionOk="0">
                  <a:moveTo>
                    <a:pt x="0" y="0"/>
                  </a:moveTo>
                  <a:lnTo>
                    <a:pt x="2107214" y="0"/>
                  </a:lnTo>
                  <a:lnTo>
                    <a:pt x="210721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7175"/>
            </a:solidFill>
            <a:ln>
              <a:noFill/>
            </a:ln>
          </p:spPr>
        </p:sp>
        <p:sp>
          <p:nvSpPr>
            <p:cNvPr id="237" name="Google Shape;237;p22"/>
            <p:cNvSpPr txBox="1"/>
            <p:nvPr/>
          </p:nvSpPr>
          <p:spPr>
            <a:xfrm>
              <a:off x="0" y="-47625"/>
              <a:ext cx="2107214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8" name="Google Shape;238;p22"/>
          <p:cNvCxnSpPr/>
          <p:nvPr/>
        </p:nvCxnSpPr>
        <p:spPr>
          <a:xfrm>
            <a:off x="8000827" y="3409950"/>
            <a:ext cx="10287173" cy="0"/>
          </a:xfrm>
          <a:prstGeom prst="straightConnector1">
            <a:avLst/>
          </a:prstGeom>
          <a:noFill/>
          <a:ln w="19050" cap="flat" cmpd="sng">
            <a:solidFill>
              <a:srgbClr val="34717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9" name="Google Shape;239;p22"/>
          <p:cNvCxnSpPr/>
          <p:nvPr/>
        </p:nvCxnSpPr>
        <p:spPr>
          <a:xfrm>
            <a:off x="8000827" y="6877050"/>
            <a:ext cx="10287173" cy="0"/>
          </a:xfrm>
          <a:prstGeom prst="straightConnector1">
            <a:avLst/>
          </a:prstGeom>
          <a:noFill/>
          <a:ln w="19050" cap="flat" cmpd="sng">
            <a:solidFill>
              <a:srgbClr val="3471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0" name="Google Shape;240;p22"/>
          <p:cNvSpPr/>
          <p:nvPr/>
        </p:nvSpPr>
        <p:spPr>
          <a:xfrm>
            <a:off x="1028700" y="6287986"/>
            <a:ext cx="3758494" cy="3116133"/>
          </a:xfrm>
          <a:custGeom>
            <a:avLst/>
            <a:gdLst/>
            <a:ahLst/>
            <a:cxnLst/>
            <a:rect l="l" t="t" r="r" b="b"/>
            <a:pathLst>
              <a:path w="3758494" h="3116133" extrusionOk="0">
                <a:moveTo>
                  <a:pt x="0" y="0"/>
                </a:moveTo>
                <a:lnTo>
                  <a:pt x="3758494" y="0"/>
                </a:lnTo>
                <a:lnTo>
                  <a:pt x="3758494" y="3116133"/>
                </a:lnTo>
                <a:lnTo>
                  <a:pt x="0" y="31161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1" name="Google Shape;241;p22"/>
          <p:cNvSpPr txBox="1"/>
          <p:nvPr/>
        </p:nvSpPr>
        <p:spPr>
          <a:xfrm>
            <a:off x="1028700" y="882881"/>
            <a:ext cx="6272213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uz-Latn-UZ" sz="6600" b="1" dirty="0">
                <a:solidFill>
                  <a:srgbClr val="BBEED6"/>
                </a:solidFill>
              </a:rPr>
              <a:t>{{reja_3}}</a:t>
            </a:r>
            <a:endParaRPr lang="uz-Latn-UZ" sz="6600" dirty="0"/>
          </a:p>
        </p:txBody>
      </p:sp>
      <p:sp>
        <p:nvSpPr>
          <p:cNvPr id="243" name="Google Shape;243;p22"/>
          <p:cNvSpPr txBox="1"/>
          <p:nvPr/>
        </p:nvSpPr>
        <p:spPr>
          <a:xfrm>
            <a:off x="8443913" y="300045"/>
            <a:ext cx="879936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uz-Latn-UZ" sz="2400" b="1" dirty="0">
                <a:solidFill>
                  <a:schemeClr val="tx1"/>
                </a:solidFill>
              </a:rPr>
              <a:t>{{reja_3_matni}}</a:t>
            </a:r>
            <a:endParaRPr lang="uz-Latn-UZ" sz="2400" dirty="0">
              <a:solidFill>
                <a:schemeClr val="tx1"/>
              </a:solidFill>
            </a:endParaRPr>
          </a:p>
        </p:txBody>
      </p:sp>
      <p:sp>
        <p:nvSpPr>
          <p:cNvPr id="2" name="Google Shape;243;p22">
            <a:extLst>
              <a:ext uri="{FF2B5EF4-FFF2-40B4-BE49-F238E27FC236}">
                <a16:creationId xmlns:a16="http://schemas.microsoft.com/office/drawing/2014/main" id="{5D7F133B-7DCB-1194-7980-05A4A1392E32}"/>
              </a:ext>
            </a:extLst>
          </p:cNvPr>
          <p:cNvSpPr txBox="1"/>
          <p:nvPr/>
        </p:nvSpPr>
        <p:spPr>
          <a:xfrm>
            <a:off x="8386763" y="3467101"/>
            <a:ext cx="879936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uz-Latn-UZ" sz="2400" b="1" dirty="0">
                <a:solidFill>
                  <a:schemeClr val="tx1"/>
                </a:solidFill>
              </a:rPr>
              <a:t>{{reja_3_matni}}</a:t>
            </a:r>
            <a:endParaRPr lang="uz-Latn-UZ" sz="2400" dirty="0">
              <a:solidFill>
                <a:schemeClr val="tx1"/>
              </a:solidFill>
            </a:endParaRPr>
          </a:p>
        </p:txBody>
      </p:sp>
      <p:sp>
        <p:nvSpPr>
          <p:cNvPr id="3" name="Google Shape;243;p22">
            <a:extLst>
              <a:ext uri="{FF2B5EF4-FFF2-40B4-BE49-F238E27FC236}">
                <a16:creationId xmlns:a16="http://schemas.microsoft.com/office/drawing/2014/main" id="{EB4D3A9B-89B4-35A2-A80E-7F3F2CDC3F06}"/>
              </a:ext>
            </a:extLst>
          </p:cNvPr>
          <p:cNvSpPr txBox="1"/>
          <p:nvPr/>
        </p:nvSpPr>
        <p:spPr>
          <a:xfrm>
            <a:off x="8239126" y="7000727"/>
            <a:ext cx="879936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uz-Latn-UZ" sz="2400" b="1" dirty="0">
                <a:solidFill>
                  <a:schemeClr val="tx1"/>
                </a:solidFill>
              </a:rPr>
              <a:t>{{reja_3_matni}}</a:t>
            </a:r>
            <a:endParaRPr lang="uz-Latn-UZ" sz="2400" dirty="0">
              <a:solidFill>
                <a:schemeClr val="tx1"/>
              </a:solidFill>
            </a:endParaRPr>
          </a:p>
        </p:txBody>
      </p:sp>
      <p:sp>
        <p:nvSpPr>
          <p:cNvPr id="4" name="Google Shape;243;p22">
            <a:extLst>
              <a:ext uri="{FF2B5EF4-FFF2-40B4-BE49-F238E27FC236}">
                <a16:creationId xmlns:a16="http://schemas.microsoft.com/office/drawing/2014/main" id="{352892DE-6B99-BCE8-8F03-7B47087603CC}"/>
              </a:ext>
            </a:extLst>
          </p:cNvPr>
          <p:cNvSpPr txBox="1"/>
          <p:nvPr/>
        </p:nvSpPr>
        <p:spPr>
          <a:xfrm>
            <a:off x="8596313" y="452445"/>
            <a:ext cx="879936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uz-Latn-UZ" sz="2400" b="1" dirty="0">
                <a:solidFill>
                  <a:schemeClr val="tx1"/>
                </a:solidFill>
              </a:rPr>
              <a:t>{{reja_3_matni}}</a:t>
            </a:r>
            <a:endParaRPr lang="uz-Latn-UZ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" name="Google Shape;252;p23"/>
          <p:cNvGraphicFramePr/>
          <p:nvPr>
            <p:extLst>
              <p:ext uri="{D42A27DB-BD31-4B8C-83A1-F6EECF244321}">
                <p14:modId xmlns:p14="http://schemas.microsoft.com/office/powerpoint/2010/main" val="1901449152"/>
              </p:ext>
            </p:extLst>
          </p:nvPr>
        </p:nvGraphicFramePr>
        <p:xfrm>
          <a:off x="0" y="3997315"/>
          <a:ext cx="18288000" cy="6276275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6275">
                <a:tc>
                  <a:txBody>
                    <a:bodyPr/>
                    <a:lstStyle/>
                    <a:p>
                      <a:pPr marL="323850" marR="0" lvl="1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</a:pPr>
                      <a:r>
                        <a:rPr lang="uz-Latn-UZ" sz="2400" dirty="0"/>
                        <a:t>{{reja_4_matni}}</a:t>
                      </a:r>
                    </a:p>
                  </a:txBody>
                  <a:tcPr marL="974625" marR="974625" marT="974625" marB="974625" anchor="ctr">
                    <a:lnL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323850"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</a:pPr>
                      <a:r>
                        <a:rPr lang="uz-Latn-UZ" sz="2400" dirty="0"/>
                        <a:t>{{reja_4_matni}}</a:t>
                      </a:r>
                    </a:p>
                  </a:txBody>
                  <a:tcPr marL="974625" marR="974625" marT="974625" marB="974625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323850"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</a:pPr>
                      <a:r>
                        <a:rPr lang="uz-Latn-UZ" sz="2400" dirty="0"/>
                        <a:t>{{reja_4_matni}}</a:t>
                      </a:r>
                    </a:p>
                  </a:txBody>
                  <a:tcPr marL="974625" marR="974625" marT="974625" marB="974625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5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3" name="Google Shape;253;p23"/>
          <p:cNvSpPr/>
          <p:nvPr/>
        </p:nvSpPr>
        <p:spPr>
          <a:xfrm rot="161485">
            <a:off x="15838977" y="572094"/>
            <a:ext cx="1539834" cy="2447713"/>
          </a:xfrm>
          <a:custGeom>
            <a:avLst/>
            <a:gdLst/>
            <a:ahLst/>
            <a:cxnLst/>
            <a:rect l="l" t="t" r="r" b="b"/>
            <a:pathLst>
              <a:path w="1539834" h="2447713" extrusionOk="0">
                <a:moveTo>
                  <a:pt x="0" y="0"/>
                </a:moveTo>
                <a:lnTo>
                  <a:pt x="1539834" y="0"/>
                </a:lnTo>
                <a:lnTo>
                  <a:pt x="1539834" y="2447713"/>
                </a:lnTo>
                <a:lnTo>
                  <a:pt x="0" y="244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4" name="Google Shape;254;p23"/>
          <p:cNvSpPr/>
          <p:nvPr/>
        </p:nvSpPr>
        <p:spPr>
          <a:xfrm rot="-117946">
            <a:off x="880900" y="958765"/>
            <a:ext cx="2276801" cy="2057400"/>
          </a:xfrm>
          <a:custGeom>
            <a:avLst/>
            <a:gdLst/>
            <a:ahLst/>
            <a:cxnLst/>
            <a:rect l="l" t="t" r="r" b="b"/>
            <a:pathLst>
              <a:path w="2276801" h="2057400" extrusionOk="0">
                <a:moveTo>
                  <a:pt x="0" y="0"/>
                </a:moveTo>
                <a:lnTo>
                  <a:pt x="2276800" y="0"/>
                </a:lnTo>
                <a:lnTo>
                  <a:pt x="22768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5" name="Google Shape;255;p23"/>
          <p:cNvSpPr txBox="1"/>
          <p:nvPr/>
        </p:nvSpPr>
        <p:spPr>
          <a:xfrm>
            <a:off x="4607126" y="1471184"/>
            <a:ext cx="9073748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9000" b="1" dirty="0">
                <a:solidFill>
                  <a:srgbClr val="347175"/>
                </a:solidFill>
              </a:rPr>
              <a:t>{{reja_4}}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7175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Google Shape;260;p24"/>
          <p:cNvGraphicFramePr/>
          <p:nvPr>
            <p:extLst>
              <p:ext uri="{D42A27DB-BD31-4B8C-83A1-F6EECF244321}">
                <p14:modId xmlns:p14="http://schemas.microsoft.com/office/powerpoint/2010/main" val="1254939547"/>
              </p:ext>
            </p:extLst>
          </p:nvPr>
        </p:nvGraphicFramePr>
        <p:xfrm>
          <a:off x="0" y="-10"/>
          <a:ext cx="18462950" cy="9503698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1035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91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559175" marR="559175" marT="559175" marB="559175" anchor="ctr">
                    <a:lnL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BBEE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1" name="Google Shape;261;p24"/>
          <p:cNvSpPr txBox="1"/>
          <p:nvPr/>
        </p:nvSpPr>
        <p:spPr>
          <a:xfrm>
            <a:off x="10729913" y="5510500"/>
            <a:ext cx="730091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uz-Latn-UZ" sz="3200" dirty="0">
                <a:solidFill>
                  <a:schemeClr val="bg1"/>
                </a:solidFill>
              </a:rPr>
              <a:t>{{reja_4_matni}}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1028700" y="1028600"/>
            <a:ext cx="88917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9000" b="1" dirty="0">
                <a:solidFill>
                  <a:srgbClr val="B8E28A"/>
                </a:solidFill>
              </a:rPr>
              <a:t>{{reja_4}}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ED6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" name="Google Shape;338;p27"/>
          <p:cNvGraphicFramePr/>
          <p:nvPr>
            <p:extLst>
              <p:ext uri="{D42A27DB-BD31-4B8C-83A1-F6EECF244321}">
                <p14:modId xmlns:p14="http://schemas.microsoft.com/office/powerpoint/2010/main" val="78742808"/>
              </p:ext>
            </p:extLst>
          </p:nvPr>
        </p:nvGraphicFramePr>
        <p:xfrm>
          <a:off x="0" y="-190285"/>
          <a:ext cx="18248550" cy="10680425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912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87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559175" marR="559175" marT="559175" marB="559175" anchor="ctr">
                    <a:lnL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3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3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27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z-Latn-UZ" sz="2800" dirty="0"/>
                        <a:t>{{xulosa_matni}}</a:t>
                      </a:r>
                    </a:p>
                    <a:p>
                      <a:pPr marL="0" marR="0" lvl="0" indent="0" algn="ctr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3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3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3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uz-Latn-UZ" sz="2800" dirty="0"/>
                        <a:t>{{xulosa_matni}}</a:t>
                      </a:r>
                    </a:p>
                    <a:p>
                      <a:pPr marL="0" marR="0" lvl="0" indent="0" algn="ctr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263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3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3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04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3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30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2" name="Google Shape;342;p27"/>
          <p:cNvSpPr txBox="1"/>
          <p:nvPr/>
        </p:nvSpPr>
        <p:spPr>
          <a:xfrm>
            <a:off x="3795240" y="811355"/>
            <a:ext cx="10658100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9000" b="1" dirty="0">
                <a:solidFill>
                  <a:srgbClr val="347175"/>
                </a:solidFill>
              </a:rPr>
              <a:t>{{xulosa}}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" name="PHOTO_4"/>
          <p:cNvGraphicFramePr/>
          <p:nvPr>
            <p:extLst>
              <p:ext uri="{D42A27DB-BD31-4B8C-83A1-F6EECF244321}">
                <p14:modId xmlns:p14="http://schemas.microsoft.com/office/powerpoint/2010/main" val="834256118"/>
              </p:ext>
            </p:extLst>
          </p:nvPr>
        </p:nvGraphicFramePr>
        <p:xfrm>
          <a:off x="0" y="87758"/>
          <a:ext cx="18288000" cy="11614631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696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80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7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559175" marR="559175" marT="559175" marB="559175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717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z-Latn-UZ" sz="2800" u="none" strike="noStrike" cap="none" dirty="0"/>
                        <a:t>{{adabiyotlar_ro’yxati}}</a:t>
                      </a:r>
                      <a:endParaRPr sz="2800" u="none" strike="noStrike" cap="none" dirty="0"/>
                    </a:p>
                  </a:txBody>
                  <a:tcPr marL="559175" marR="559175" marT="559175" marB="559175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1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559175" marR="559175" marT="559175" marB="559175" anchor="ctr">
                    <a:lnL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0" name="Google Shape;330;p26"/>
          <p:cNvSpPr txBox="1"/>
          <p:nvPr/>
        </p:nvSpPr>
        <p:spPr>
          <a:xfrm>
            <a:off x="1028700" y="521384"/>
            <a:ext cx="16230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6000" b="1" dirty="0">
                <a:solidFill>
                  <a:srgbClr val="BBEED6"/>
                </a:solidFill>
              </a:rPr>
              <a:t>{{adabiyotlar}}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" name="Google Shape;267;p25"/>
          <p:cNvGraphicFramePr/>
          <p:nvPr>
            <p:extLst>
              <p:ext uri="{D42A27DB-BD31-4B8C-83A1-F6EECF244321}">
                <p14:modId xmlns:p14="http://schemas.microsoft.com/office/powerpoint/2010/main" val="4084913548"/>
              </p:ext>
            </p:extLst>
          </p:nvPr>
        </p:nvGraphicFramePr>
        <p:xfrm>
          <a:off x="42" y="-21"/>
          <a:ext cx="18021400" cy="10287000"/>
        </p:xfrm>
        <a:graphic>
          <a:graphicData uri="http://schemas.openxmlformats.org/drawingml/2006/table">
            <a:tbl>
              <a:tblPr>
                <a:noFill/>
                <a:tableStyleId>{1F0FA7DD-B84E-4747-8120-0AD3F5BE056A}</a:tableStyleId>
              </a:tblPr>
              <a:tblGrid>
                <a:gridCol w="22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52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2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58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5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5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5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5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404800" marR="404800" marT="404800" marB="404800" anchor="ctr">
                    <a:lnL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E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2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404800" marR="404800" marT="404800" marB="404800" anchor="ctr">
                    <a:lnL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404800" marR="404800" marT="404800" marB="404800" anchor="ctr">
                    <a:lnL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3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404800" marR="404800" marT="404800" marB="404800" anchor="ctr">
                    <a:lnL w="47625" cap="flat" cmpd="sng">
                      <a:solidFill>
                        <a:srgbClr val="34717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34717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C5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8" name="Google Shape;268;p25"/>
          <p:cNvSpPr txBox="1"/>
          <p:nvPr/>
        </p:nvSpPr>
        <p:spPr>
          <a:xfrm>
            <a:off x="2252725" y="2058200"/>
            <a:ext cx="9010800" cy="2056500"/>
          </a:xfrm>
          <a:prstGeom prst="rect">
            <a:avLst/>
          </a:prstGeom>
          <a:noFill/>
          <a:ln w="38100" cap="flat" cmpd="sng">
            <a:solidFill>
              <a:srgbClr val="3471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z-Latn-UZ" sz="4400" b="1" dirty="0">
                <a:solidFill>
                  <a:srgbClr val="347175"/>
                </a:solidFill>
              </a:rPr>
              <a:t>{{yakun}}</a:t>
            </a:r>
            <a:endParaRPr sz="4400" dirty="0"/>
          </a:p>
        </p:txBody>
      </p:sp>
      <p:sp>
        <p:nvSpPr>
          <p:cNvPr id="275" name="Google Shape;275;p25"/>
          <p:cNvSpPr/>
          <p:nvPr/>
        </p:nvSpPr>
        <p:spPr>
          <a:xfrm>
            <a:off x="6729950" y="6183450"/>
            <a:ext cx="9010800" cy="4103700"/>
          </a:xfrm>
          <a:prstGeom prst="rect">
            <a:avLst/>
          </a:prstGeom>
          <a:noFill/>
          <a:ln w="38100" cap="flat" cmpd="sng">
            <a:solidFill>
              <a:srgbClr val="3471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Произвольный</PresentationFormat>
  <Paragraphs>70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Vesper Libre</vt:lpstr>
      <vt:lpstr>Calibri</vt:lpstr>
      <vt:lpstr>Arimo</vt:lpstr>
      <vt:lpstr>Arial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sardororolov2233@gmail.com</cp:lastModifiedBy>
  <cp:revision>1</cp:revision>
  <dcterms:modified xsi:type="dcterms:W3CDTF">2026-04-20T19:44:38Z</dcterms:modified>
</cp:coreProperties>
</file>