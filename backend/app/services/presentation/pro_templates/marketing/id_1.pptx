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Raleway Heavy" charset="1" panose="00000000000000000000"/>
      <p:regular r:id="rId21"/>
    </p:embeddedFont>
    <p:embeddedFont>
      <p:font typeface="Raleway Bold" charset="1" panose="00000000000000000000"/>
      <p:regular r:id="rId22"/>
    </p:embeddedFont>
    <p:embeddedFont>
      <p:font typeface="Raleway" charset="1" panose="00000000000000000000"/>
      <p:regular r:id="rId23"/>
    </p:embeddedFont>
    <p:embeddedFont>
      <p:font typeface="Montserrat" charset="1" panose="00000500000000000000"/>
      <p:regular r:id="rId24"/>
    </p:embeddedFont>
    <p:embeddedFont>
      <p:font typeface="Raleway Semi-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jpe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0.jpe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1.jpe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4.jpe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5.jpeg" Type="http://schemas.openxmlformats.org/officeDocument/2006/relationships/image"/><Relationship Id="rId8" Target="../media/image16.jpe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23.jpe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24.jpe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0.jpe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1.jpe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jpe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283244">
            <a:off x="-4759168" y="4375423"/>
            <a:ext cx="10358005" cy="10410055"/>
          </a:xfrm>
          <a:custGeom>
            <a:avLst/>
            <a:gdLst/>
            <a:ahLst/>
            <a:cxnLst/>
            <a:rect r="r" b="b" t="t" l="l"/>
            <a:pathLst>
              <a:path h="10410055" w="1035800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30741" y="-1090405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60585" y="5891263"/>
            <a:ext cx="912505" cy="912505"/>
          </a:xfrm>
          <a:custGeom>
            <a:avLst/>
            <a:gdLst/>
            <a:ahLst/>
            <a:cxnLst/>
            <a:rect r="r" b="b" t="t" l="l"/>
            <a:pathLst>
              <a:path h="912505" w="912505">
                <a:moveTo>
                  <a:pt x="0" y="0"/>
                </a:moveTo>
                <a:lnTo>
                  <a:pt x="912505" y="0"/>
                </a:lnTo>
                <a:lnTo>
                  <a:pt x="912505" y="912505"/>
                </a:lnTo>
                <a:lnTo>
                  <a:pt x="0" y="912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2455026" y="-917369"/>
            <a:ext cx="4220884" cy="422088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51607" y="3064684"/>
            <a:ext cx="11730461" cy="442433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390"/>
              </a:lnSpc>
              <a:spcBef>
                <a:spcPct val="0"/>
              </a:spcBef>
            </a:pPr>
            <a:r>
              <a:rPr lang="en-US" b="true" sz="100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{{topic}}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51607" y="5065814"/>
            <a:ext cx="5156017" cy="242320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390"/>
              </a:lnSpc>
              <a:spcBef>
                <a:spcPct val="0"/>
              </a:spcBef>
            </a:pPr>
            <a:r>
              <a:rPr lang="en-US" b="true" sz="17682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12262" y="8660591"/>
            <a:ext cx="3631063" cy="345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57"/>
              </a:lnSpc>
              <a:spcBef>
                <a:spcPct val="0"/>
              </a:spcBef>
            </a:pPr>
            <a:r>
              <a:rPr lang="en-US" sz="24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12262" y="9034401"/>
            <a:ext cx="3631063" cy="4220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6"/>
              </a:lnSpc>
              <a:spcBef>
                <a:spcPct val="0"/>
              </a:spcBef>
            </a:pPr>
            <a:r>
              <a:rPr lang="en-US" b="true" sz="2958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{{muallif}}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309115" y="9072819"/>
            <a:ext cx="1716617" cy="345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57"/>
              </a:lnSpc>
              <a:spcBef>
                <a:spcPct val="0"/>
              </a:spcBef>
            </a:pPr>
            <a:r>
              <a:rPr lang="en-US" sz="24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-5400000">
            <a:off x="129306" y="8871810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882414" y="6088611"/>
            <a:ext cx="5809652" cy="580965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9439" y="-1090405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61483" y="2951751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615674" y="3144340"/>
            <a:ext cx="6868477" cy="5514640"/>
            <a:chOff x="0" y="0"/>
            <a:chExt cx="7467600" cy="5995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gradFill rotWithShape="true">
              <a:gsLst>
                <a:gs pos="0">
                  <a:srgbClr val="1F1A1A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5"/>
              <a:stretch>
                <a:fillRect l="0" t="-9411" r="0" b="-941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09657" y="3207559"/>
            <a:ext cx="4959427" cy="193594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{{reja}}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09657" y="4111033"/>
            <a:ext cx="322300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09657" y="5327077"/>
            <a:ext cx="7477582" cy="22321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{{reja_1}}</a:t>
            </a:r>
          </a:p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{{reja_2}}</a:t>
            </a:r>
          </a:p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{{reja_3}}</a:t>
            </a:r>
          </a:p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{{reja_4}}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21" id="21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47191" y="-1107704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2769799" y="36048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664203" y="2137826"/>
            <a:ext cx="6322695" cy="6322695"/>
            <a:chOff x="0" y="0"/>
            <a:chExt cx="14840029" cy="14840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{{image_1}}" id="13" descr="{{image_1}}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-25134" t="0" r="-25134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47191" y="2689234"/>
            <a:ext cx="4959427" cy="193594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{{s03_title}}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47191" y="3592708"/>
            <a:ext cx="484225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47191" y="4737746"/>
            <a:ext cx="6848312" cy="26036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{{s03_text_1}}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649733" y="-97244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grpSp>
        <p:nvGrpSpPr>
          <p:cNvPr name="Group 9" id="9"/>
          <p:cNvGrpSpPr/>
          <p:nvPr/>
        </p:nvGrpSpPr>
        <p:grpSpPr>
          <a:xfrm rot="2087854">
            <a:off x="3677749" y="3604817"/>
            <a:ext cx="4676696" cy="467669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gradFill>
                <a:gsLst>
                  <a:gs pos="0">
                    <a:srgbClr val="F5DFF0">
                      <a:alpha val="3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12769799" y="36048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16" id="16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507462" y="2235813"/>
            <a:ext cx="8284041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{{s04_title}}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49248" y="2235813"/>
            <a:ext cx="484225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72310" y="4677945"/>
            <a:ext cx="2808603" cy="4241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184"/>
              </a:lnSpc>
              <a:spcBef>
                <a:spcPct val="0"/>
              </a:spcBef>
            </a:pPr>
            <a:r>
              <a:rPr lang="en-US" b="true" sz="3062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{{s04_label_1}}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88865" y="5076575"/>
            <a:ext cx="1454463" cy="4241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184"/>
              </a:lnSpc>
              <a:spcBef>
                <a:spcPct val="0"/>
              </a:spcBef>
            </a:pPr>
            <a:r>
              <a:rPr lang="en-US" b="true" sz="3062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{{s04_label_2}}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00918" y="5614437"/>
            <a:ext cx="3151388" cy="1641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620"/>
              </a:lnSpc>
            </a:pPr>
            <a:r>
              <a:rPr lang="en-US" sz="1872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{{s04_text_1}}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26051" y="4677945"/>
            <a:ext cx="3211644" cy="4241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184"/>
              </a:lnSpc>
              <a:spcBef>
                <a:spcPct val="0"/>
              </a:spcBef>
            </a:pPr>
            <a:r>
              <a:rPr lang="en-US" b="true" sz="3062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{{s04_label_3}}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76677" y="5076575"/>
            <a:ext cx="1454463" cy="4241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184"/>
              </a:lnSpc>
              <a:spcBef>
                <a:spcPct val="0"/>
              </a:spcBef>
            </a:pPr>
            <a:r>
              <a:rPr lang="en-US" b="true" sz="3062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{{s04_label_4}}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26051" y="5614437"/>
            <a:ext cx="3151388" cy="1641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620"/>
              </a:lnSpc>
            </a:pPr>
            <a:r>
              <a:rPr lang="en-US" sz="1872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{{s04_text_2}}</a:t>
            </a:r>
          </a:p>
        </p:txBody>
      </p:sp>
      <p:sp>
        <p:nvSpPr>
          <p:cNvPr name="AutoShape 25" id="25"/>
          <p:cNvSpPr/>
          <p:nvPr/>
        </p:nvSpPr>
        <p:spPr>
          <a:xfrm>
            <a:off x="8400115" y="5955623"/>
            <a:ext cx="130981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26" id="26"/>
          <p:cNvGrpSpPr/>
          <p:nvPr/>
        </p:nvGrpSpPr>
        <p:grpSpPr>
          <a:xfrm rot="-3870084">
            <a:off x="9716133" y="3748236"/>
            <a:ext cx="4676696" cy="467669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gradFill>
                <a:gsLst>
                  <a:gs pos="0">
                    <a:srgbClr val="F5DFF0">
                      <a:alpha val="3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4241101" y="2704951"/>
            <a:ext cx="2908805" cy="5755570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{{image_2}}" id="12" descr="{{image_2}}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112324" t="0" r="-112324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2706803" y="5514494"/>
            <a:ext cx="2920938" cy="2036567"/>
          </a:xfrm>
          <a:custGeom>
            <a:avLst/>
            <a:gdLst/>
            <a:ahLst/>
            <a:cxnLst/>
            <a:rect r="r" b="b" t="t" l="l"/>
            <a:pathLst>
              <a:path h="2036567" w="2920938">
                <a:moveTo>
                  <a:pt x="0" y="0"/>
                </a:moveTo>
                <a:lnTo>
                  <a:pt x="2920938" y="0"/>
                </a:lnTo>
                <a:lnTo>
                  <a:pt x="2920938" y="2036566"/>
                </a:lnTo>
                <a:lnTo>
                  <a:pt x="0" y="20365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51607" y="2961692"/>
            <a:ext cx="5816677" cy="193594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{{s05_title}}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51607" y="3865166"/>
            <a:ext cx="484225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33297" y="2819163"/>
            <a:ext cx="3131286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{{s05_label_1}}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33297" y="6232717"/>
            <a:ext cx="6262572" cy="490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{{s05_label_2}}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83017" y="4124437"/>
            <a:ext cx="4467682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{{s05_text_1}}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983017" y="6971278"/>
            <a:ext cx="4467682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{{s05_text_2}}</a:t>
            </a:r>
          </a:p>
        </p:txBody>
      </p:sp>
      <p:grpSp>
        <p:nvGrpSpPr>
          <p:cNvPr name="Group 31" id="31"/>
          <p:cNvGrpSpPr/>
          <p:nvPr/>
        </p:nvGrpSpPr>
        <p:grpSpPr>
          <a:xfrm rot="2087854">
            <a:off x="7988867" y="2977500"/>
            <a:ext cx="615450" cy="61545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gradFill>
                <a:gsLst>
                  <a:gs pos="0">
                    <a:srgbClr val="F5DFF0">
                      <a:alpha val="3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2087854">
            <a:off x="7988867" y="6203692"/>
            <a:ext cx="615450" cy="61545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gradFill>
                <a:gsLst>
                  <a:gs pos="0">
                    <a:srgbClr val="F5DFF0">
                      <a:alpha val="3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79691" y="4092205"/>
            <a:ext cx="5375655" cy="193594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{{s06_title}}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79691" y="4995679"/>
            <a:ext cx="537565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85707" y="2517994"/>
            <a:ext cx="456104" cy="456104"/>
            <a:chOff x="0" y="0"/>
            <a:chExt cx="120126" cy="1201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985807" y="2467346"/>
            <a:ext cx="2938691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{{s06_label_1}}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910107" y="2517994"/>
            <a:ext cx="456104" cy="456104"/>
            <a:chOff x="0" y="0"/>
            <a:chExt cx="120126" cy="1201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710207" y="2467346"/>
            <a:ext cx="2938691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{{s06_label_2}}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85707" y="5711007"/>
            <a:ext cx="456104" cy="456104"/>
            <a:chOff x="0" y="0"/>
            <a:chExt cx="120126" cy="12012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985807" y="5660360"/>
            <a:ext cx="2938691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{{s06_label_3}}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910107" y="5694980"/>
            <a:ext cx="456104" cy="456104"/>
            <a:chOff x="0" y="0"/>
            <a:chExt cx="120126" cy="12012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710207" y="5644332"/>
            <a:ext cx="2938691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{{s06_label_4}}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983017" y="3597114"/>
            <a:ext cx="3496132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{{s06_text_1}}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10207" y="3597114"/>
            <a:ext cx="3496132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{{s06_text_2}}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985807" y="6911814"/>
            <a:ext cx="3496132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{{s06_text_3}}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10706" y="6875277"/>
            <a:ext cx="3496132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{{s06_text_4}}</a:t>
            </a:r>
          </a:p>
        </p:txBody>
      </p:sp>
      <p:grpSp>
        <p:nvGrpSpPr>
          <p:cNvPr name="Group 36" id="36"/>
          <p:cNvGrpSpPr/>
          <p:nvPr/>
        </p:nvGrpSpPr>
        <p:grpSpPr>
          <a:xfrm rot="2087854">
            <a:off x="-2404070" y="2678097"/>
            <a:ext cx="4186641" cy="4186641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90575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7241479"/>
            <a:ext cx="17956749" cy="16232393"/>
          </a:xfrm>
          <a:custGeom>
            <a:avLst/>
            <a:gdLst/>
            <a:ahLst/>
            <a:cxnLst/>
            <a:rect r="r" b="b" t="t" l="l"/>
            <a:pathLst>
              <a:path h="16232393" w="17956749">
                <a:moveTo>
                  <a:pt x="0" y="0"/>
                </a:moveTo>
                <a:lnTo>
                  <a:pt x="17956749" y="0"/>
                </a:lnTo>
                <a:lnTo>
                  <a:pt x="17956749" y="16232393"/>
                </a:lnTo>
                <a:lnTo>
                  <a:pt x="0" y="1623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7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2029125" y="3473861"/>
            <a:ext cx="6809860" cy="3906053"/>
            <a:chOff x="0" y="0"/>
            <a:chExt cx="7981950" cy="4578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{{image_3}}" id="15" descr="{{image_3}}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7"/>
              <a:stretch>
                <a:fillRect l="-1193" t="0" r="-1193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46842" y="4812038"/>
            <a:ext cx="7230748" cy="22321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{{s07_text_1}}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63603" y="3639473"/>
            <a:ext cx="5931018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{{s07_title}}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62216" y="3639473"/>
            <a:ext cx="223240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grpSp>
        <p:nvGrpSpPr>
          <p:cNvPr name="Group 23" id="23"/>
          <p:cNvGrpSpPr/>
          <p:nvPr/>
        </p:nvGrpSpPr>
        <p:grpSpPr>
          <a:xfrm rot="2087854">
            <a:off x="1858663" y="2986396"/>
            <a:ext cx="1574338" cy="157433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23850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58350" y="3145163"/>
            <a:ext cx="2038350" cy="726222"/>
            <a:chOff x="0" y="0"/>
            <a:chExt cx="536849" cy="1912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6849" cy="191268"/>
            </a:xfrm>
            <a:custGeom>
              <a:avLst/>
              <a:gdLst/>
              <a:ahLst/>
              <a:cxnLst/>
              <a:rect r="r" b="b" t="t" l="l"/>
              <a:pathLst>
                <a:path h="191268" w="536849">
                  <a:moveTo>
                    <a:pt x="0" y="0"/>
                  </a:moveTo>
                  <a:lnTo>
                    <a:pt x="536849" y="0"/>
                  </a:lnTo>
                  <a:lnTo>
                    <a:pt x="536849" y="191268"/>
                  </a:lnTo>
                  <a:lnTo>
                    <a:pt x="0" y="191268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536849" cy="16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80644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51607" y="2960638"/>
            <a:ext cx="5816677" cy="193594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{{s08_title}}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7764780" y="2749615"/>
            <a:ext cx="2436495" cy="2436495"/>
            <a:chOff x="0" y="0"/>
            <a:chExt cx="14840029" cy="148400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{{image_4}}" id="17" descr="{{image_4}}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223" t="-25046" r="223" b="-2504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92300" y="5918913"/>
            <a:ext cx="3752850" cy="726222"/>
            <a:chOff x="0" y="0"/>
            <a:chExt cx="988405" cy="1912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8405" cy="191268"/>
            </a:xfrm>
            <a:custGeom>
              <a:avLst/>
              <a:gdLst/>
              <a:ahLst/>
              <a:cxnLst/>
              <a:rect r="r" b="b" t="t" l="l"/>
              <a:pathLst>
                <a:path h="191268" w="988405">
                  <a:moveTo>
                    <a:pt x="0" y="0"/>
                  </a:moveTo>
                  <a:lnTo>
                    <a:pt x="988405" y="0"/>
                  </a:lnTo>
                  <a:lnTo>
                    <a:pt x="988405" y="191268"/>
                  </a:lnTo>
                  <a:lnTo>
                    <a:pt x="0" y="191268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988405" cy="16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7764780" y="5426888"/>
            <a:ext cx="2436495" cy="2436495"/>
            <a:chOff x="0" y="0"/>
            <a:chExt cx="14840029" cy="148400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{{image_5}}" id="24" descr="{{image_5}}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8"/>
              <a:stretch>
                <a:fillRect l="-24712" t="0" r="-24712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2051607" y="5231048"/>
            <a:ext cx="3063151" cy="3074330"/>
          </a:xfrm>
          <a:custGeom>
            <a:avLst/>
            <a:gdLst/>
            <a:ahLst/>
            <a:cxnLst/>
            <a:rect r="r" b="b" t="t" l="l"/>
            <a:pathLst>
              <a:path h="3074330" w="3063151">
                <a:moveTo>
                  <a:pt x="0" y="0"/>
                </a:moveTo>
                <a:lnTo>
                  <a:pt x="3063151" y="0"/>
                </a:lnTo>
                <a:lnTo>
                  <a:pt x="3063151" y="3074330"/>
                </a:lnTo>
                <a:lnTo>
                  <a:pt x="0" y="30743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279745" y="3300602"/>
            <a:ext cx="1081310" cy="4343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227"/>
              </a:lnSpc>
              <a:spcBef>
                <a:spcPct val="0"/>
              </a:spcBef>
            </a:pPr>
            <a:r>
              <a:rPr lang="en-US" b="true" sz="3102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{{s08_label_1}}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51607" y="3864112"/>
            <a:ext cx="484225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96407" y="6129527"/>
            <a:ext cx="3462560" cy="43452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227"/>
              </a:lnSpc>
              <a:spcBef>
                <a:spcPct val="0"/>
              </a:spcBef>
            </a:pPr>
            <a:r>
              <a:rPr lang="en-US" b="true" sz="3102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{{s08_label_2}}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96407" y="4309121"/>
            <a:ext cx="5918773" cy="11177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{{s08_text_1}}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96407" y="7111113"/>
            <a:ext cx="5918773" cy="11177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{{s08_text_2}}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3202" y="-1263914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456832" y="4257665"/>
            <a:ext cx="3112607" cy="3754240"/>
          </a:xfrm>
          <a:custGeom>
            <a:avLst/>
            <a:gdLst/>
            <a:ahLst/>
            <a:cxnLst/>
            <a:rect r="r" b="b" t="t" l="l"/>
            <a:pathLst>
              <a:path h="3754240" w="3112607">
                <a:moveTo>
                  <a:pt x="0" y="0"/>
                </a:moveTo>
                <a:lnTo>
                  <a:pt x="3112606" y="0"/>
                </a:lnTo>
                <a:lnTo>
                  <a:pt x="3112606" y="3754240"/>
                </a:lnTo>
                <a:lnTo>
                  <a:pt x="0" y="37542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750220" y="4733406"/>
            <a:ext cx="1752990" cy="2279301"/>
          </a:xfrm>
          <a:custGeom>
            <a:avLst/>
            <a:gdLst/>
            <a:ahLst/>
            <a:cxnLst/>
            <a:rect r="r" b="b" t="t" l="l"/>
            <a:pathLst>
              <a:path h="2279301" w="1752990">
                <a:moveTo>
                  <a:pt x="0" y="0"/>
                </a:moveTo>
                <a:lnTo>
                  <a:pt x="1752990" y="0"/>
                </a:lnTo>
                <a:lnTo>
                  <a:pt x="1752990" y="2279301"/>
                </a:lnTo>
                <a:lnTo>
                  <a:pt x="0" y="22793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51607" y="2993210"/>
            <a:ext cx="6905296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{{s09_title}}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00498" y="2993210"/>
            <a:ext cx="375640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28857" y="3178357"/>
            <a:ext cx="3795941" cy="490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{{s09_label_1}}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28857" y="3968528"/>
            <a:ext cx="6469972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{{s09_text_1}}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28857" y="5939907"/>
            <a:ext cx="3795941" cy="490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{{s09_label_2}}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28857" y="6730078"/>
            <a:ext cx="6496875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{{s09_text_2}}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43057" y="3245032"/>
            <a:ext cx="456104" cy="456104"/>
            <a:chOff x="0" y="0"/>
            <a:chExt cx="120126" cy="12012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43057" y="5974527"/>
            <a:ext cx="456104" cy="456104"/>
            <a:chOff x="0" y="0"/>
            <a:chExt cx="120126" cy="12012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949675" y="5429205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2087854">
            <a:off x="7256483" y="4298310"/>
            <a:ext cx="3775035" cy="377503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00025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087854">
            <a:off x="2403831" y="4285380"/>
            <a:ext cx="3775035" cy="377503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00025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087854">
            <a:off x="12171327" y="4285380"/>
            <a:ext cx="3775035" cy="377503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00025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549843" y="2235813"/>
            <a:ext cx="9968902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{{s10_title}}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76490" y="2235813"/>
            <a:ext cx="484225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491447" y="3887405"/>
            <a:ext cx="1531575" cy="1537165"/>
          </a:xfrm>
          <a:custGeom>
            <a:avLst/>
            <a:gdLst/>
            <a:ahLst/>
            <a:cxnLst/>
            <a:rect r="r" b="b" t="t" l="l"/>
            <a:pathLst>
              <a:path h="1537165" w="1531575">
                <a:moveTo>
                  <a:pt x="0" y="0"/>
                </a:moveTo>
                <a:lnTo>
                  <a:pt x="1531575" y="0"/>
                </a:lnTo>
                <a:lnTo>
                  <a:pt x="1531575" y="1537165"/>
                </a:lnTo>
                <a:lnTo>
                  <a:pt x="0" y="15371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378212" y="3889723"/>
            <a:ext cx="1531575" cy="1537165"/>
          </a:xfrm>
          <a:custGeom>
            <a:avLst/>
            <a:gdLst/>
            <a:ahLst/>
            <a:cxnLst/>
            <a:rect r="r" b="b" t="t" l="l"/>
            <a:pathLst>
              <a:path h="1537165" w="1531575">
                <a:moveTo>
                  <a:pt x="0" y="0"/>
                </a:moveTo>
                <a:lnTo>
                  <a:pt x="1531576" y="0"/>
                </a:lnTo>
                <a:lnTo>
                  <a:pt x="1531576" y="1537165"/>
                </a:lnTo>
                <a:lnTo>
                  <a:pt x="0" y="15371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264978" y="3892040"/>
            <a:ext cx="1531575" cy="1537165"/>
          </a:xfrm>
          <a:custGeom>
            <a:avLst/>
            <a:gdLst/>
            <a:ahLst/>
            <a:cxnLst/>
            <a:rect r="r" b="b" t="t" l="l"/>
            <a:pathLst>
              <a:path h="1537165" w="1531575">
                <a:moveTo>
                  <a:pt x="0" y="0"/>
                </a:moveTo>
                <a:lnTo>
                  <a:pt x="1531575" y="0"/>
                </a:lnTo>
                <a:lnTo>
                  <a:pt x="1531575" y="1537165"/>
                </a:lnTo>
                <a:lnTo>
                  <a:pt x="0" y="15371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192023" y="5653013"/>
            <a:ext cx="2119541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927"/>
              </a:lnSpc>
            </a:pPr>
            <a:r>
              <a:rPr lang="en-US" b="true" sz="2805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{{s10_label_1}}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02850" y="5653013"/>
            <a:ext cx="2500541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927"/>
              </a:lnSpc>
            </a:pPr>
            <a:r>
              <a:rPr lang="en-US" b="true" sz="2805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{{s10_label_2}}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08574" y="5653013"/>
            <a:ext cx="2500541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927"/>
              </a:lnSpc>
            </a:pPr>
            <a:r>
              <a:rPr lang="en-US" b="true" sz="2805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{{s10_label_3}}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633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051607" y="5143500"/>
            <a:ext cx="5246370" cy="2807970"/>
            <a:chOff x="0" y="0"/>
            <a:chExt cx="812800" cy="435028"/>
          </a:xfrm>
        </p:grpSpPr>
        <p:sp>
          <p:nvSpPr>
            <p:cNvPr name="{{image_6}}" id="11" descr="{{image_6}}"/>
            <p:cNvSpPr/>
            <p:nvPr/>
          </p:nvSpPr>
          <p:spPr>
            <a:xfrm flipH="false" flipV="false" rot="0">
              <a:off x="0" y="0"/>
              <a:ext cx="812800" cy="435028"/>
            </a:xfrm>
            <a:custGeom>
              <a:avLst/>
              <a:gdLst/>
              <a:ahLst/>
              <a:cxnLst/>
              <a:rect r="r" b="b" t="t" l="l"/>
              <a:pathLst>
                <a:path h="435028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401088"/>
                  </a:lnTo>
                  <a:cubicBezTo>
                    <a:pt x="812800" y="419832"/>
                    <a:pt x="797604" y="435028"/>
                    <a:pt x="778860" y="435028"/>
                  </a:cubicBezTo>
                  <a:lnTo>
                    <a:pt x="33940" y="435028"/>
                  </a:lnTo>
                  <a:cubicBezTo>
                    <a:pt x="15196" y="435028"/>
                    <a:pt x="0" y="419832"/>
                    <a:pt x="0" y="401088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2240" r="0" b="-12240"/>
              </a:stretch>
            </a:blipFill>
            <a:ln w="47625" cap="rnd">
              <a:gradFill>
                <a:gsLst>
                  <a:gs pos="0">
                    <a:srgbClr val="C6269E">
                      <a:alpha val="100000"/>
                    </a:srgbClr>
                  </a:gs>
                  <a:gs pos="100000">
                    <a:srgbClr val="DDBAFF">
                      <a:alpha val="12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12" id="12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51607" y="2809694"/>
            <a:ext cx="5816677" cy="193594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{{s11_title}}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51607" y="3713168"/>
            <a:ext cx="484225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80989" y="3686290"/>
            <a:ext cx="1890941" cy="490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{{s11_label_1}}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80989" y="4490096"/>
            <a:ext cx="7428598" cy="334661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{{s11_text_1}}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6147983"/>
            <a:ext cx="1827704" cy="799004"/>
            <a:chOff x="0" y="0"/>
            <a:chExt cx="481371" cy="21043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371" cy="210437"/>
            </a:xfrm>
            <a:custGeom>
              <a:avLst/>
              <a:gdLst/>
              <a:ahLst/>
              <a:cxnLst/>
              <a:rect r="r" b="b" t="t" l="l"/>
              <a:pathLst>
                <a:path h="210437" w="481371">
                  <a:moveTo>
                    <a:pt x="0" y="0"/>
                  </a:moveTo>
                  <a:lnTo>
                    <a:pt x="481371" y="0"/>
                  </a:lnTo>
                  <a:lnTo>
                    <a:pt x="481371" y="210437"/>
                  </a:lnTo>
                  <a:lnTo>
                    <a:pt x="0" y="210437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481371" cy="18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35012" y="6814733"/>
            <a:ext cx="1827704" cy="799004"/>
            <a:chOff x="0" y="0"/>
            <a:chExt cx="481371" cy="2104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1371" cy="210437"/>
            </a:xfrm>
            <a:custGeom>
              <a:avLst/>
              <a:gdLst/>
              <a:ahLst/>
              <a:cxnLst/>
              <a:rect r="r" b="b" t="t" l="l"/>
              <a:pathLst>
                <a:path h="210437" w="481371">
                  <a:moveTo>
                    <a:pt x="0" y="0"/>
                  </a:moveTo>
                  <a:lnTo>
                    <a:pt x="481371" y="0"/>
                  </a:lnTo>
                  <a:lnTo>
                    <a:pt x="481371" y="210437"/>
                  </a:lnTo>
                  <a:lnTo>
                    <a:pt x="0" y="210437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DDBAFF">
                    <a:alpha val="12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481371" cy="18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2087854">
            <a:off x="8587339" y="3646955"/>
            <a:ext cx="636070" cy="63607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23825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17128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9880" y="3686290"/>
            <a:ext cx="3472091" cy="490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{{s12_label_1}}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9880" y="4490096"/>
            <a:ext cx="7180948" cy="37180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{{s12_text_1}}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70563" y="5143500"/>
            <a:ext cx="5246370" cy="2807970"/>
            <a:chOff x="0" y="0"/>
            <a:chExt cx="812800" cy="435028"/>
          </a:xfrm>
        </p:grpSpPr>
        <p:sp>
          <p:nvSpPr>
            <p:cNvPr name="{{image_7}}" id="17" descr="{{image_7}}"/>
            <p:cNvSpPr/>
            <p:nvPr/>
          </p:nvSpPr>
          <p:spPr>
            <a:xfrm flipH="false" flipV="false" rot="0">
              <a:off x="0" y="0"/>
              <a:ext cx="812800" cy="435028"/>
            </a:xfrm>
            <a:custGeom>
              <a:avLst/>
              <a:gdLst/>
              <a:ahLst/>
              <a:cxnLst/>
              <a:rect r="r" b="b" t="t" l="l"/>
              <a:pathLst>
                <a:path h="435028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401088"/>
                  </a:lnTo>
                  <a:cubicBezTo>
                    <a:pt x="812800" y="419832"/>
                    <a:pt x="797604" y="435028"/>
                    <a:pt x="778860" y="435028"/>
                  </a:cubicBezTo>
                  <a:lnTo>
                    <a:pt x="33940" y="435028"/>
                  </a:lnTo>
                  <a:cubicBezTo>
                    <a:pt x="15196" y="435028"/>
                    <a:pt x="0" y="419832"/>
                    <a:pt x="0" y="401088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2240" r="0" b="-12240"/>
              </a:stretch>
            </a:blipFill>
            <a:ln w="47625" cap="rnd">
              <a:gradFill>
                <a:gsLst>
                  <a:gs pos="0">
                    <a:srgbClr val="C6269E">
                      <a:alpha val="100000"/>
                    </a:srgbClr>
                  </a:gs>
                  <a:gs pos="100000">
                    <a:srgbClr val="DDBAFF">
                      <a:alpha val="12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0970563" y="2809694"/>
            <a:ext cx="5816677" cy="193594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{{s12_title}}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70563" y="3713168"/>
            <a:ext cx="484225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grpSp>
        <p:nvGrpSpPr>
          <p:cNvPr name="Group 20" id="20"/>
          <p:cNvGrpSpPr/>
          <p:nvPr/>
        </p:nvGrpSpPr>
        <p:grpSpPr>
          <a:xfrm rot="2087854">
            <a:off x="2176230" y="3646955"/>
            <a:ext cx="636070" cy="63607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23825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47191" y="-1107704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2769799" y="36048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664203" y="2137826"/>
            <a:ext cx="6322695" cy="6322695"/>
            <a:chOff x="0" y="0"/>
            <a:chExt cx="14840029" cy="14840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{{image_1}}" id="13" descr="{{image_1}}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-25134" t="0" r="-25134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47191" y="2689234"/>
            <a:ext cx="4959427" cy="193594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{{s13_title}}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47191" y="3592708"/>
            <a:ext cx="484225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47191" y="4737746"/>
            <a:ext cx="6848312" cy="26036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{{s13_text_1}}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649733" y="-97244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grpSp>
        <p:nvGrpSpPr>
          <p:cNvPr name="Group 9" id="9"/>
          <p:cNvGrpSpPr/>
          <p:nvPr/>
        </p:nvGrpSpPr>
        <p:grpSpPr>
          <a:xfrm rot="2087854">
            <a:off x="3677749" y="3604817"/>
            <a:ext cx="4676696" cy="467669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gradFill>
                <a:gsLst>
                  <a:gs pos="0">
                    <a:srgbClr val="F5DFF0">
                      <a:alpha val="3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12769799" y="36048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16" id="16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507462" y="2235813"/>
            <a:ext cx="8284041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{{s14_title}}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49248" y="2235813"/>
            <a:ext cx="484225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72310" y="4677945"/>
            <a:ext cx="2808603" cy="4241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184"/>
              </a:lnSpc>
              <a:spcBef>
                <a:spcPct val="0"/>
              </a:spcBef>
            </a:pPr>
            <a:r>
              <a:rPr lang="en-US" b="true" sz="3062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{{s14_label_1}}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88865" y="5076575"/>
            <a:ext cx="1454463" cy="4241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184"/>
              </a:lnSpc>
              <a:spcBef>
                <a:spcPct val="0"/>
              </a:spcBef>
            </a:pPr>
            <a:r>
              <a:rPr lang="en-US" b="true" sz="3062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{{s14_label_2}}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00918" y="5614437"/>
            <a:ext cx="3151388" cy="1641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620"/>
              </a:lnSpc>
            </a:pPr>
            <a:r>
              <a:rPr lang="en-US" sz="1872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{{s14_text_1}}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26051" y="4677945"/>
            <a:ext cx="3211644" cy="4241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184"/>
              </a:lnSpc>
              <a:spcBef>
                <a:spcPct val="0"/>
              </a:spcBef>
            </a:pPr>
            <a:r>
              <a:rPr lang="en-US" b="true" sz="3062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{{s14_label_3}}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76677" y="5076575"/>
            <a:ext cx="1454463" cy="4241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184"/>
              </a:lnSpc>
              <a:spcBef>
                <a:spcPct val="0"/>
              </a:spcBef>
            </a:pPr>
            <a:r>
              <a:rPr lang="en-US" b="true" sz="3062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{{s14_label_4}}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26051" y="5614437"/>
            <a:ext cx="3151388" cy="1641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620"/>
              </a:lnSpc>
            </a:pPr>
            <a:r>
              <a:rPr lang="en-US" sz="1872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{{s14_text_2}}</a:t>
            </a:r>
          </a:p>
        </p:txBody>
      </p:sp>
      <p:sp>
        <p:nvSpPr>
          <p:cNvPr name="AutoShape 25" id="25"/>
          <p:cNvSpPr/>
          <p:nvPr/>
        </p:nvSpPr>
        <p:spPr>
          <a:xfrm>
            <a:off x="8400115" y="5955623"/>
            <a:ext cx="130981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26" id="26"/>
          <p:cNvGrpSpPr/>
          <p:nvPr/>
        </p:nvGrpSpPr>
        <p:grpSpPr>
          <a:xfrm rot="-3870084">
            <a:off x="9716133" y="3748236"/>
            <a:ext cx="4676696" cy="467669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gradFill>
                <a:gsLst>
                  <a:gs pos="0">
                    <a:srgbClr val="F5DFF0">
                      <a:alpha val="3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4241101" y="2704951"/>
            <a:ext cx="2908805" cy="5755570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{{image_2}}" id="12" descr="{{image_2}}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112324" t="0" r="-112324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2706803" y="5514494"/>
            <a:ext cx="2920938" cy="2036567"/>
          </a:xfrm>
          <a:custGeom>
            <a:avLst/>
            <a:gdLst/>
            <a:ahLst/>
            <a:cxnLst/>
            <a:rect r="r" b="b" t="t" l="l"/>
            <a:pathLst>
              <a:path h="2036567" w="2920938">
                <a:moveTo>
                  <a:pt x="0" y="0"/>
                </a:moveTo>
                <a:lnTo>
                  <a:pt x="2920938" y="0"/>
                </a:lnTo>
                <a:lnTo>
                  <a:pt x="2920938" y="2036566"/>
                </a:lnTo>
                <a:lnTo>
                  <a:pt x="0" y="20365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51607" y="2961692"/>
            <a:ext cx="5816677" cy="193594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{{s15_title}}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51607" y="3865166"/>
            <a:ext cx="484225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33297" y="2819163"/>
            <a:ext cx="3131286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{{s15_label_1}}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33297" y="6232717"/>
            <a:ext cx="6262572" cy="490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{{s15_label_2}}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83017" y="4124437"/>
            <a:ext cx="4467682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{{s15_text_1}}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983017" y="6971278"/>
            <a:ext cx="4467682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{{s15_text_2}}</a:t>
            </a:r>
          </a:p>
        </p:txBody>
      </p:sp>
      <p:grpSp>
        <p:nvGrpSpPr>
          <p:cNvPr name="Group 31" id="31"/>
          <p:cNvGrpSpPr/>
          <p:nvPr/>
        </p:nvGrpSpPr>
        <p:grpSpPr>
          <a:xfrm rot="2087854">
            <a:off x="7988867" y="2977500"/>
            <a:ext cx="615450" cy="61545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gradFill>
                <a:gsLst>
                  <a:gs pos="0">
                    <a:srgbClr val="F5DFF0">
                      <a:alpha val="3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2087854">
            <a:off x="7988867" y="6203692"/>
            <a:ext cx="615450" cy="61545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gradFill>
                <a:gsLst>
                  <a:gs pos="0">
                    <a:srgbClr val="F5DFF0">
                      <a:alpha val="3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79691" y="4092205"/>
            <a:ext cx="5375655" cy="193594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{{s16_title}}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79691" y="4995679"/>
            <a:ext cx="537565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85707" y="2517994"/>
            <a:ext cx="456104" cy="456104"/>
            <a:chOff x="0" y="0"/>
            <a:chExt cx="120126" cy="1201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985807" y="2467346"/>
            <a:ext cx="2938691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{{s16_label_1}}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910107" y="2517994"/>
            <a:ext cx="456104" cy="456104"/>
            <a:chOff x="0" y="0"/>
            <a:chExt cx="120126" cy="1201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710207" y="2467346"/>
            <a:ext cx="2938691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{{s16_label_2}}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85707" y="5711007"/>
            <a:ext cx="456104" cy="456104"/>
            <a:chOff x="0" y="0"/>
            <a:chExt cx="120126" cy="12012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985807" y="5660360"/>
            <a:ext cx="2938691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{{s16_label_3}}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910107" y="5694980"/>
            <a:ext cx="456104" cy="456104"/>
            <a:chOff x="0" y="0"/>
            <a:chExt cx="120126" cy="12012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710207" y="5644332"/>
            <a:ext cx="2938691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{{s16_label_4}}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983017" y="3597114"/>
            <a:ext cx="3496132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{{s16_text_1}}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10207" y="3597114"/>
            <a:ext cx="3496132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{{s16_text_2}}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985807" y="6911814"/>
            <a:ext cx="3496132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{{s16_text_3}}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10706" y="6875277"/>
            <a:ext cx="3496132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{{s16_text_4}}</a:t>
            </a:r>
          </a:p>
        </p:txBody>
      </p:sp>
      <p:grpSp>
        <p:nvGrpSpPr>
          <p:cNvPr name="Group 36" id="36"/>
          <p:cNvGrpSpPr/>
          <p:nvPr/>
        </p:nvGrpSpPr>
        <p:grpSpPr>
          <a:xfrm rot="2087854">
            <a:off x="-2404070" y="2678097"/>
            <a:ext cx="4186641" cy="4186641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90575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3202" y="-1263914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456832" y="4257665"/>
            <a:ext cx="3112607" cy="3754240"/>
          </a:xfrm>
          <a:custGeom>
            <a:avLst/>
            <a:gdLst/>
            <a:ahLst/>
            <a:cxnLst/>
            <a:rect r="r" b="b" t="t" l="l"/>
            <a:pathLst>
              <a:path h="3754240" w="3112607">
                <a:moveTo>
                  <a:pt x="0" y="0"/>
                </a:moveTo>
                <a:lnTo>
                  <a:pt x="3112606" y="0"/>
                </a:lnTo>
                <a:lnTo>
                  <a:pt x="3112606" y="3754240"/>
                </a:lnTo>
                <a:lnTo>
                  <a:pt x="0" y="37542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750220" y="4733406"/>
            <a:ext cx="1752990" cy="2279301"/>
          </a:xfrm>
          <a:custGeom>
            <a:avLst/>
            <a:gdLst/>
            <a:ahLst/>
            <a:cxnLst/>
            <a:rect r="r" b="b" t="t" l="l"/>
            <a:pathLst>
              <a:path h="2279301" w="1752990">
                <a:moveTo>
                  <a:pt x="0" y="0"/>
                </a:moveTo>
                <a:lnTo>
                  <a:pt x="1752990" y="0"/>
                </a:lnTo>
                <a:lnTo>
                  <a:pt x="1752990" y="2279301"/>
                </a:lnTo>
                <a:lnTo>
                  <a:pt x="0" y="22793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51607" y="2993210"/>
            <a:ext cx="6905296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{{s17_title}}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00498" y="2993210"/>
            <a:ext cx="375640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28857" y="3178357"/>
            <a:ext cx="3795941" cy="490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{{s17_label_1}}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28857" y="3968528"/>
            <a:ext cx="6469972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{{s17_text_1}}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28857" y="5939907"/>
            <a:ext cx="3795941" cy="490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{{s17_label_2}}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28857" y="6730078"/>
            <a:ext cx="6496875" cy="1489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{{s17_text_2}}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43057" y="3245032"/>
            <a:ext cx="456104" cy="456104"/>
            <a:chOff x="0" y="0"/>
            <a:chExt cx="120126" cy="12012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43057" y="5974527"/>
            <a:ext cx="456104" cy="456104"/>
            <a:chOff x="0" y="0"/>
            <a:chExt cx="120126" cy="12012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949675" y="5429205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2087854">
            <a:off x="7256483" y="4298310"/>
            <a:ext cx="3775035" cy="377503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00025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087854">
            <a:off x="2403831" y="4285380"/>
            <a:ext cx="3775035" cy="377503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00025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087854">
            <a:off x="12171327" y="4285380"/>
            <a:ext cx="3775035" cy="377503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00025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549843" y="2235813"/>
            <a:ext cx="9968902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{{s18_title}}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76490" y="2235813"/>
            <a:ext cx="484225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491447" y="3887405"/>
            <a:ext cx="1531575" cy="1537165"/>
          </a:xfrm>
          <a:custGeom>
            <a:avLst/>
            <a:gdLst/>
            <a:ahLst/>
            <a:cxnLst/>
            <a:rect r="r" b="b" t="t" l="l"/>
            <a:pathLst>
              <a:path h="1537165" w="1531575">
                <a:moveTo>
                  <a:pt x="0" y="0"/>
                </a:moveTo>
                <a:lnTo>
                  <a:pt x="1531575" y="0"/>
                </a:lnTo>
                <a:lnTo>
                  <a:pt x="1531575" y="1537165"/>
                </a:lnTo>
                <a:lnTo>
                  <a:pt x="0" y="15371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378212" y="3889723"/>
            <a:ext cx="1531575" cy="1537165"/>
          </a:xfrm>
          <a:custGeom>
            <a:avLst/>
            <a:gdLst/>
            <a:ahLst/>
            <a:cxnLst/>
            <a:rect r="r" b="b" t="t" l="l"/>
            <a:pathLst>
              <a:path h="1537165" w="1531575">
                <a:moveTo>
                  <a:pt x="0" y="0"/>
                </a:moveTo>
                <a:lnTo>
                  <a:pt x="1531576" y="0"/>
                </a:lnTo>
                <a:lnTo>
                  <a:pt x="1531576" y="1537165"/>
                </a:lnTo>
                <a:lnTo>
                  <a:pt x="0" y="15371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264978" y="3892040"/>
            <a:ext cx="1531575" cy="1537165"/>
          </a:xfrm>
          <a:custGeom>
            <a:avLst/>
            <a:gdLst/>
            <a:ahLst/>
            <a:cxnLst/>
            <a:rect r="r" b="b" t="t" l="l"/>
            <a:pathLst>
              <a:path h="1537165" w="1531575">
                <a:moveTo>
                  <a:pt x="0" y="0"/>
                </a:moveTo>
                <a:lnTo>
                  <a:pt x="1531575" y="0"/>
                </a:lnTo>
                <a:lnTo>
                  <a:pt x="1531575" y="1537165"/>
                </a:lnTo>
                <a:lnTo>
                  <a:pt x="0" y="15371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192023" y="5653013"/>
            <a:ext cx="2119541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927"/>
              </a:lnSpc>
            </a:pPr>
            <a:r>
              <a:rPr lang="en-US" b="true" sz="2805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{{s18_label_1}}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02850" y="5653013"/>
            <a:ext cx="2500541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927"/>
              </a:lnSpc>
            </a:pPr>
            <a:r>
              <a:rPr lang="en-US" b="true" sz="2805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{{s18_label_2}}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08574" y="5653013"/>
            <a:ext cx="2500541" cy="9860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927"/>
              </a:lnSpc>
            </a:pPr>
            <a:r>
              <a:rPr lang="en-US" b="true" sz="2805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{{s18_label_3}}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9439" y="-1090405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61483" y="2951751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615674" y="3144340"/>
            <a:ext cx="6868477" cy="5514640"/>
            <a:chOff x="0" y="0"/>
            <a:chExt cx="7467600" cy="5995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gradFill rotWithShape="true">
              <a:gsLst>
                <a:gs pos="0">
                  <a:srgbClr val="1F1A1A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5"/>
              <a:stretch>
                <a:fillRect l="0" t="-9411" r="0" b="-941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09657" y="3207559"/>
            <a:ext cx="4959427" cy="193594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{{adabiyotlar}}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09657" y="4111033"/>
            <a:ext cx="3223005" cy="10324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09657" y="5327077"/>
            <a:ext cx="7477582" cy="22321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{{adabiyotlar_ro_yxati}}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21" id="21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39189" y="3434828"/>
            <a:ext cx="12422388" cy="2727960"/>
            <a:chOff x="0" y="0"/>
            <a:chExt cx="185063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0635" cy="406400"/>
            </a:xfrm>
            <a:custGeom>
              <a:avLst/>
              <a:gdLst/>
              <a:ahLst/>
              <a:cxnLst/>
              <a:rect r="r" b="b" t="t" l="l"/>
              <a:pathLst>
                <a:path h="406400" w="1850635">
                  <a:moveTo>
                    <a:pt x="1647435" y="0"/>
                  </a:moveTo>
                  <a:cubicBezTo>
                    <a:pt x="1759659" y="0"/>
                    <a:pt x="1850635" y="90976"/>
                    <a:pt x="1850635" y="203200"/>
                  </a:cubicBezTo>
                  <a:cubicBezTo>
                    <a:pt x="1850635" y="315424"/>
                    <a:pt x="1759659" y="406400"/>
                    <a:pt x="164743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14300" cap="sq">
              <a:gradFill>
                <a:gsLst>
                  <a:gs pos="0">
                    <a:srgbClr val="C6269E">
                      <a:alpha val="100000"/>
                    </a:srgbClr>
                  </a:gs>
                  <a:gs pos="100000">
                    <a:srgbClr val="DDBAFF">
                      <a:alpha val="12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850635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65597" y="3891885"/>
            <a:ext cx="10820539" cy="20233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5265"/>
              </a:lnSpc>
              <a:spcBef>
                <a:spcPct val="0"/>
              </a:spcBef>
            </a:pPr>
            <a:r>
              <a:rPr lang="en-US" b="true" sz="1000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{{yakun}}</a:t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86728" y="1156371"/>
            <a:ext cx="2741013" cy="3567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13947" y="3891885"/>
            <a:ext cx="4972189" cy="20233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5265"/>
              </a:lnSpc>
              <a:spcBef>
                <a:spcPct val="0"/>
              </a:spcBef>
            </a:pPr>
            <a:r>
              <a:rPr lang="en-US" b="true" sz="14678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57234" y="6592704"/>
            <a:ext cx="9642141" cy="6901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{{muallif}}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DAHXbRLmlo4</dc:identifier>
  <dcterms:modified xsi:type="dcterms:W3CDTF">2011-08-01T06:04:30Z</dcterms:modified>
  <cp:revision>1</cp:revision>
  <dc:title>Purple Black Modern Marketing Plan Presentation</dc:title>
</cp:coreProperties>
</file>