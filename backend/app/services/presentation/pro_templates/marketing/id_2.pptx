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Antonio Bold" charset="1" panose="02000803000000000000"/>
      <p:regular r:id="rId26"/>
    </p:embeddedFont>
    <p:embeddedFont>
      <p:font typeface="Sloop Script Pro" charset="1" panose="00000000000000090000"/>
      <p:regular r:id="rId27"/>
    </p:embeddedFont>
    <p:embeddedFont>
      <p:font typeface="Open Sans Condensed Semi-Bold" charset="1" panose="00000000000000000000"/>
      <p:regular r:id="rId28"/>
    </p:embeddedFont>
    <p:embeddedFont>
      <p:font typeface="Open Sans Condensed" charset="1" panose="00000000000000000000"/>
      <p:regular r:id="rId29"/>
    </p:embeddedFont>
    <p:embeddedFont>
      <p:font typeface="Open Sans Condensed Light" charset="1" panose="00000000000000000000"/>
      <p:regular r:id="rId30"/>
    </p:embeddedFont>
    <p:embeddedFont>
      <p:font typeface="Open Sans Condensed Medium" charset="1" panose="00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Relationship Id="rId5" Target="../media/image7.jpeg" Type="http://schemas.openxmlformats.org/officeDocument/2006/relationships/image"/><Relationship Id="rId6" Target="../media/image4.jpeg" Type="http://schemas.openxmlformats.org/officeDocument/2006/relationships/image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jpeg" Type="http://schemas.openxmlformats.org/officeDocument/2006/relationships/image"/><Relationship Id="rId5" Target="../media/image9.jpe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Relationship Id="rId5" Target="../media/image13.jpe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Relationship Id="rId5" Target="../media/image14.jpe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jpeg" Type="http://schemas.openxmlformats.org/officeDocument/2006/relationships/image"/><Relationship Id="rId5" Target="../media/image14.jpe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66753" y="2322643"/>
            <a:ext cx="11383323" cy="419707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4310"/>
              </a:lnSpc>
            </a:pPr>
            <a:r>
              <a:rPr lang="en-US" b="true" sz="10000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{{topic}}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49543" y="2322643"/>
            <a:ext cx="7017744" cy="23641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9343"/>
              </a:lnSpc>
            </a:pPr>
            <a:r>
              <a:rPr lang="en-US" sz="13816">
                <a:solidFill>
                  <a:srgbClr val="CD4B4B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84659" y="7847005"/>
            <a:ext cx="3518681" cy="4813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BA1B1B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84659" y="7528870"/>
            <a:ext cx="3518681" cy="3562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/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7382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59194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750263" y="569940"/>
            <a:ext cx="816303" cy="204076"/>
          </a:xfrm>
          <a:custGeom>
            <a:avLst/>
            <a:gdLst/>
            <a:ahLst/>
            <a:cxnLst/>
            <a:rect r="r" b="b" t="t" l="l"/>
            <a:pathLst>
              <a:path h="204076" w="816303">
                <a:moveTo>
                  <a:pt x="0" y="0"/>
                </a:moveTo>
                <a:lnTo>
                  <a:pt x="816303" y="0"/>
                </a:lnTo>
                <a:lnTo>
                  <a:pt x="816303" y="204075"/>
                </a:lnTo>
                <a:lnTo>
                  <a:pt x="0" y="204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248246" y="8566150"/>
            <a:ext cx="7820339" cy="6921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14120F"/>
                </a:solidFill>
                <a:latin typeface="Open Sans Condensed Light"/>
                <a:ea typeface="Open Sans Condensed Light"/>
                <a:cs typeface="Open Sans Condensed Light"/>
                <a:sym typeface="Open Sans Condensed Light"/>
              </a:rPr>
              <a:t>{{muallif}}</a:t>
            </a:r>
          </a:p>
        </p:txBody>
      </p:sp>
      <p:sp>
        <p:nvSpPr>
          <p:cNvPr name="AutoShape 10" id="10"/>
          <p:cNvSpPr/>
          <p:nvPr/>
        </p:nvSpPr>
        <p:spPr>
          <a:xfrm>
            <a:off x="-5463540" y="9538977"/>
            <a:ext cx="649224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682495" y="8604250"/>
            <a:ext cx="0" cy="649224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6721977" y="9534215"/>
            <a:ext cx="649224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7622082" y="9258300"/>
            <a:ext cx="0" cy="649224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7617320" y="9534215"/>
            <a:ext cx="3323284" cy="8541323"/>
            <a:chOff x="0" y="0"/>
            <a:chExt cx="875268" cy="22495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75268" cy="2249567"/>
            </a:xfrm>
            <a:custGeom>
              <a:avLst/>
              <a:gdLst/>
              <a:ahLst/>
              <a:cxnLst/>
              <a:rect r="r" b="b" t="t" l="l"/>
              <a:pathLst>
                <a:path h="2249567" w="875268">
                  <a:moveTo>
                    <a:pt x="0" y="0"/>
                  </a:moveTo>
                  <a:lnTo>
                    <a:pt x="875268" y="0"/>
                  </a:lnTo>
                  <a:lnTo>
                    <a:pt x="875268" y="2249567"/>
                  </a:lnTo>
                  <a:lnTo>
                    <a:pt x="0" y="2249567"/>
                  </a:lnTo>
                  <a:close/>
                </a:path>
              </a:pathLst>
            </a:custGeom>
            <a:solidFill>
              <a:srgbClr val="D6293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75268" cy="228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2640788" y="9534215"/>
            <a:ext cx="3323284" cy="8541323"/>
            <a:chOff x="0" y="0"/>
            <a:chExt cx="875268" cy="22495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75268" cy="2249567"/>
            </a:xfrm>
            <a:custGeom>
              <a:avLst/>
              <a:gdLst/>
              <a:ahLst/>
              <a:cxnLst/>
              <a:rect r="r" b="b" t="t" l="l"/>
              <a:pathLst>
                <a:path h="2249567" w="875268">
                  <a:moveTo>
                    <a:pt x="0" y="0"/>
                  </a:moveTo>
                  <a:lnTo>
                    <a:pt x="875268" y="0"/>
                  </a:lnTo>
                  <a:lnTo>
                    <a:pt x="875268" y="2249567"/>
                  </a:lnTo>
                  <a:lnTo>
                    <a:pt x="0" y="2249567"/>
                  </a:lnTo>
                  <a:close/>
                </a:path>
              </a:pathLst>
            </a:custGeom>
            <a:solidFill>
              <a:srgbClr val="D9AFC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75268" cy="228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50263" y="569940"/>
            <a:ext cx="816303" cy="204076"/>
          </a:xfrm>
          <a:custGeom>
            <a:avLst/>
            <a:gdLst/>
            <a:ahLst/>
            <a:cxnLst/>
            <a:rect r="r" b="b" t="t" l="l"/>
            <a:pathLst>
              <a:path h="204076" w="816303">
                <a:moveTo>
                  <a:pt x="0" y="0"/>
                </a:moveTo>
                <a:lnTo>
                  <a:pt x="816303" y="0"/>
                </a:lnTo>
                <a:lnTo>
                  <a:pt x="816303" y="204075"/>
                </a:lnTo>
                <a:lnTo>
                  <a:pt x="0" y="204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7382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59194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23224" y="1876425"/>
            <a:ext cx="9536076" cy="48672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2600"/>
              </a:lnSpc>
            </a:pPr>
            <a:r>
              <a:rPr lang="en-US" b="true" sz="7200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{{reja}}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012269"/>
            <a:ext cx="7721563" cy="14065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{{reja_1}}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{{reja_2}}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{{reja_3}}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{{reja_4}}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682890"/>
            <a:ext cx="7721563" cy="7016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/>
            </a:r>
          </a:p>
        </p:txBody>
      </p:sp>
      <p:sp>
        <p:nvSpPr>
          <p:cNvPr name="AutoShape 8" id="8"/>
          <p:cNvSpPr/>
          <p:nvPr/>
        </p:nvSpPr>
        <p:spPr>
          <a:xfrm>
            <a:off x="16721977" y="9534215"/>
            <a:ext cx="649224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17622082" y="9258300"/>
            <a:ext cx="0" cy="649224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941928" y="5367248"/>
            <a:ext cx="8820296" cy="5427795"/>
            <a:chOff x="0" y="0"/>
            <a:chExt cx="1366495" cy="840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66495" cy="840907"/>
            </a:xfrm>
            <a:custGeom>
              <a:avLst/>
              <a:gdLst/>
              <a:ahLst/>
              <a:cxnLst/>
              <a:rect r="r" b="b" t="t" l="l"/>
              <a:pathLst>
                <a:path h="840907" w="1366495">
                  <a:moveTo>
                    <a:pt x="0" y="0"/>
                  </a:moveTo>
                  <a:lnTo>
                    <a:pt x="1366495" y="0"/>
                  </a:lnTo>
                  <a:lnTo>
                    <a:pt x="1366495" y="840907"/>
                  </a:lnTo>
                  <a:lnTo>
                    <a:pt x="0" y="840907"/>
                  </a:lnTo>
                  <a:close/>
                </a:path>
              </a:pathLst>
            </a:custGeom>
            <a:blipFill>
              <a:blip r:embed="rId4"/>
              <a:stretch>
                <a:fillRect l="0" t="-43124" r="0" b="-10078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762224" y="5956126"/>
            <a:ext cx="7327097" cy="246558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20196"/>
              </a:lnSpc>
            </a:pPr>
            <a:r>
              <a:rPr lang="en-US" sz="14425">
                <a:solidFill>
                  <a:srgbClr val="CD4B4B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50263" y="569940"/>
            <a:ext cx="816303" cy="204076"/>
          </a:xfrm>
          <a:custGeom>
            <a:avLst/>
            <a:gdLst/>
            <a:ahLst/>
            <a:cxnLst/>
            <a:rect r="r" b="b" t="t" l="l"/>
            <a:pathLst>
              <a:path h="204076" w="816303">
                <a:moveTo>
                  <a:pt x="0" y="0"/>
                </a:moveTo>
                <a:lnTo>
                  <a:pt x="816303" y="0"/>
                </a:lnTo>
                <a:lnTo>
                  <a:pt x="816303" y="204075"/>
                </a:lnTo>
                <a:lnTo>
                  <a:pt x="0" y="204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100030" y="1745677"/>
            <a:ext cx="1719418" cy="8719211"/>
            <a:chOff x="0" y="0"/>
            <a:chExt cx="452851" cy="22964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2851" cy="2296418"/>
            </a:xfrm>
            <a:custGeom>
              <a:avLst/>
              <a:gdLst/>
              <a:ahLst/>
              <a:cxnLst/>
              <a:rect r="r" b="b" t="t" l="l"/>
              <a:pathLst>
                <a:path h="2296418" w="452851">
                  <a:moveTo>
                    <a:pt x="0" y="0"/>
                  </a:moveTo>
                  <a:lnTo>
                    <a:pt x="452851" y="0"/>
                  </a:lnTo>
                  <a:lnTo>
                    <a:pt x="452851" y="2296418"/>
                  </a:lnTo>
                  <a:lnTo>
                    <a:pt x="0" y="2296418"/>
                  </a:lnTo>
                  <a:close/>
                </a:path>
              </a:pathLst>
            </a:custGeom>
            <a:solidFill>
              <a:srgbClr val="D6293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52851" cy="2334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443559" y="1745677"/>
            <a:ext cx="5246370" cy="8719211"/>
            <a:chOff x="0" y="0"/>
            <a:chExt cx="812800" cy="1350834"/>
          </a:xfrm>
        </p:grpSpPr>
        <p:sp>
          <p:nvSpPr>
            <p:cNvPr name="{{image_1}}" id="7" descr="{{image_1}}"/>
            <p:cNvSpPr/>
            <p:nvPr/>
          </p:nvSpPr>
          <p:spPr>
            <a:xfrm flipH="false" flipV="false" rot="0">
              <a:off x="0" y="0"/>
              <a:ext cx="812800" cy="1350834"/>
            </a:xfrm>
            <a:custGeom>
              <a:avLst/>
              <a:gdLst/>
              <a:ahLst/>
              <a:cxnLst/>
              <a:rect r="r" b="b" t="t" l="l"/>
              <a:pathLst>
                <a:path h="135083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50834"/>
                  </a:lnTo>
                  <a:lnTo>
                    <a:pt x="0" y="1350834"/>
                  </a:lnTo>
                  <a:close/>
                </a:path>
              </a:pathLst>
            </a:custGeom>
            <a:blipFill>
              <a:blip r:embed="rId4"/>
              <a:stretch>
                <a:fillRect l="-5363" t="0" r="-5363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97382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59194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2495" y="1973292"/>
            <a:ext cx="9536076" cy="2066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6800"/>
              </a:lnSpc>
            </a:pPr>
            <a:r>
              <a:rPr lang="en-US" sz="72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{{s03_title}}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23566" y="4632604"/>
            <a:ext cx="3799930" cy="48160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904"/>
              </a:lnSpc>
            </a:pPr>
            <a:r>
              <a:rPr lang="en-US" b="true" sz="2789">
                <a:solidFill>
                  <a:srgbClr val="000000"/>
                </a:solidFill>
                <a:latin typeface="Open Sans Condensed Medium"/>
                <a:ea typeface="Open Sans Condensed Medium"/>
                <a:cs typeface="Open Sans Condensed Medium"/>
                <a:sym typeface="Open Sans Condensed Medium"/>
              </a:rPr>
              <a:t>{{s03_label_1}}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23566" y="5343299"/>
            <a:ext cx="5785843" cy="21113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{{s03_text_1}}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18069" y="7668742"/>
            <a:ext cx="5785843" cy="10541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{{s03_text_2}}</a:t>
            </a:r>
          </a:p>
        </p:txBody>
      </p:sp>
      <p:sp>
        <p:nvSpPr>
          <p:cNvPr name="AutoShape 14" id="14"/>
          <p:cNvSpPr/>
          <p:nvPr/>
        </p:nvSpPr>
        <p:spPr>
          <a:xfrm>
            <a:off x="-5463540" y="9538977"/>
            <a:ext cx="649224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682495" y="8604250"/>
            <a:ext cx="0" cy="649224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-2640788" y="9534215"/>
            <a:ext cx="3323284" cy="8541323"/>
            <a:chOff x="0" y="0"/>
            <a:chExt cx="875268" cy="22495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5268" cy="2249567"/>
            </a:xfrm>
            <a:custGeom>
              <a:avLst/>
              <a:gdLst/>
              <a:ahLst/>
              <a:cxnLst/>
              <a:rect r="r" b="b" t="t" l="l"/>
              <a:pathLst>
                <a:path h="2249567" w="875268">
                  <a:moveTo>
                    <a:pt x="0" y="0"/>
                  </a:moveTo>
                  <a:lnTo>
                    <a:pt x="875268" y="0"/>
                  </a:lnTo>
                  <a:lnTo>
                    <a:pt x="875268" y="2249567"/>
                  </a:lnTo>
                  <a:lnTo>
                    <a:pt x="0" y="2249567"/>
                  </a:lnTo>
                  <a:close/>
                </a:path>
              </a:pathLst>
            </a:custGeom>
            <a:solidFill>
              <a:srgbClr val="D9AFC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75268" cy="228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123396" y="1411674"/>
            <a:ext cx="3480516" cy="116896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9593"/>
              </a:lnSpc>
            </a:pPr>
            <a:r>
              <a:rPr lang="en-US" sz="6852">
                <a:solidFill>
                  <a:srgbClr val="CD4B4B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50263" y="569940"/>
            <a:ext cx="816303" cy="204076"/>
          </a:xfrm>
          <a:custGeom>
            <a:avLst/>
            <a:gdLst/>
            <a:ahLst/>
            <a:cxnLst/>
            <a:rect r="r" b="b" t="t" l="l"/>
            <a:pathLst>
              <a:path h="204076" w="816303">
                <a:moveTo>
                  <a:pt x="0" y="0"/>
                </a:moveTo>
                <a:lnTo>
                  <a:pt x="816303" y="0"/>
                </a:lnTo>
                <a:lnTo>
                  <a:pt x="816303" y="204075"/>
                </a:lnTo>
                <a:lnTo>
                  <a:pt x="0" y="204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7382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59194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83984" y="6301893"/>
            <a:ext cx="7629627" cy="2066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6800"/>
              </a:lnSpc>
            </a:pPr>
            <a:r>
              <a:rPr lang="en-US" sz="72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{{s04_title}}</a:t>
            </a:r>
          </a:p>
        </p:txBody>
      </p:sp>
      <p:sp>
        <p:nvSpPr>
          <p:cNvPr name="AutoShape 6" id="6"/>
          <p:cNvSpPr/>
          <p:nvPr/>
        </p:nvSpPr>
        <p:spPr>
          <a:xfrm>
            <a:off x="16721977" y="9534215"/>
            <a:ext cx="649224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622082" y="9258300"/>
            <a:ext cx="0" cy="649224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7617320" y="9534215"/>
            <a:ext cx="3323284" cy="8541323"/>
            <a:chOff x="0" y="0"/>
            <a:chExt cx="875268" cy="22495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5268" cy="2249567"/>
            </a:xfrm>
            <a:custGeom>
              <a:avLst/>
              <a:gdLst/>
              <a:ahLst/>
              <a:cxnLst/>
              <a:rect r="r" b="b" t="t" l="l"/>
              <a:pathLst>
                <a:path h="2249567" w="875268">
                  <a:moveTo>
                    <a:pt x="0" y="0"/>
                  </a:moveTo>
                  <a:lnTo>
                    <a:pt x="875268" y="0"/>
                  </a:lnTo>
                  <a:lnTo>
                    <a:pt x="875268" y="2249567"/>
                  </a:lnTo>
                  <a:lnTo>
                    <a:pt x="0" y="2249567"/>
                  </a:lnTo>
                  <a:close/>
                </a:path>
              </a:pathLst>
            </a:custGeom>
            <a:solidFill>
              <a:srgbClr val="D6293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75268" cy="228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709921" y="4989275"/>
            <a:ext cx="5785843" cy="21113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{{s04_text_1}}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04425" y="7314718"/>
            <a:ext cx="5785843" cy="10541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{{s04_text_2}}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-1594485" y="1587554"/>
            <a:ext cx="10705461" cy="3955773"/>
            <a:chOff x="0" y="0"/>
            <a:chExt cx="1658556" cy="612853"/>
          </a:xfrm>
        </p:grpSpPr>
        <p:sp>
          <p:nvSpPr>
            <p:cNvPr name="{{image_2}}" id="14" descr="{{image_2}}"/>
            <p:cNvSpPr/>
            <p:nvPr/>
          </p:nvSpPr>
          <p:spPr>
            <a:xfrm flipH="false" flipV="false" rot="0">
              <a:off x="0" y="0"/>
              <a:ext cx="1658556" cy="612853"/>
            </a:xfrm>
            <a:custGeom>
              <a:avLst/>
              <a:gdLst/>
              <a:ahLst/>
              <a:cxnLst/>
              <a:rect r="r" b="b" t="t" l="l"/>
              <a:pathLst>
                <a:path h="612853" w="1658556">
                  <a:moveTo>
                    <a:pt x="0" y="0"/>
                  </a:moveTo>
                  <a:lnTo>
                    <a:pt x="1658556" y="0"/>
                  </a:lnTo>
                  <a:lnTo>
                    <a:pt x="1658556" y="612853"/>
                  </a:lnTo>
                  <a:lnTo>
                    <a:pt x="0" y="612853"/>
                  </a:lnTo>
                  <a:close/>
                </a:path>
              </a:pathLst>
            </a:custGeom>
            <a:blipFill>
              <a:blip r:embed="rId4"/>
              <a:stretch>
                <a:fillRect l="0" t="-201303" r="0" b="-104893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709921" y="4158237"/>
            <a:ext cx="3799930" cy="48160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904"/>
              </a:lnSpc>
            </a:pPr>
            <a:r>
              <a:rPr lang="en-US" b="true" sz="2789">
                <a:solidFill>
                  <a:srgbClr val="000000"/>
                </a:solidFill>
                <a:latin typeface="Open Sans Condensed Medium"/>
                <a:ea typeface="Open Sans Condensed Medium"/>
                <a:cs typeface="Open Sans Condensed Medium"/>
                <a:sym typeface="Open Sans Condensed Medium"/>
              </a:rPr>
              <a:t>{{s04_label_1}}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0" y="9534215"/>
            <a:ext cx="4367968" cy="7273537"/>
            <a:chOff x="0" y="0"/>
            <a:chExt cx="1150411" cy="19156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50411" cy="1915664"/>
            </a:xfrm>
            <a:custGeom>
              <a:avLst/>
              <a:gdLst/>
              <a:ahLst/>
              <a:cxnLst/>
              <a:rect r="r" b="b" t="t" l="l"/>
              <a:pathLst>
                <a:path h="1915664" w="1150411">
                  <a:moveTo>
                    <a:pt x="0" y="0"/>
                  </a:moveTo>
                  <a:lnTo>
                    <a:pt x="1150411" y="0"/>
                  </a:lnTo>
                  <a:lnTo>
                    <a:pt x="1150411" y="1915664"/>
                  </a:lnTo>
                  <a:lnTo>
                    <a:pt x="0" y="1915664"/>
                  </a:lnTo>
                  <a:close/>
                </a:path>
              </a:pathLst>
            </a:custGeom>
            <a:solidFill>
              <a:srgbClr val="D6293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150411" cy="1953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704425" y="1358954"/>
            <a:ext cx="6017552" cy="201910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6586"/>
              </a:lnSpc>
            </a:pPr>
            <a:r>
              <a:rPr lang="en-US" sz="11847">
                <a:solidFill>
                  <a:srgbClr val="CD4B4B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50263" y="569940"/>
            <a:ext cx="816303" cy="204076"/>
          </a:xfrm>
          <a:custGeom>
            <a:avLst/>
            <a:gdLst/>
            <a:ahLst/>
            <a:cxnLst/>
            <a:rect r="r" b="b" t="t" l="l"/>
            <a:pathLst>
              <a:path h="204076" w="816303">
                <a:moveTo>
                  <a:pt x="0" y="0"/>
                </a:moveTo>
                <a:lnTo>
                  <a:pt x="816303" y="0"/>
                </a:lnTo>
                <a:lnTo>
                  <a:pt x="816303" y="204075"/>
                </a:lnTo>
                <a:lnTo>
                  <a:pt x="0" y="204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7382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59194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37887" y="2332505"/>
            <a:ext cx="8321413" cy="2066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6800"/>
              </a:lnSpc>
            </a:pPr>
            <a:r>
              <a:rPr lang="en-US" sz="72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{{s05_title}}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020336" y="5071774"/>
            <a:ext cx="5785843" cy="21113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{{s05_text_1}}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14839" y="7397217"/>
            <a:ext cx="5785843" cy="10541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{{s05_text_2}}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1824738"/>
            <a:ext cx="5487421" cy="6779512"/>
            <a:chOff x="0" y="0"/>
            <a:chExt cx="850145" cy="1050324"/>
          </a:xfrm>
        </p:grpSpPr>
        <p:sp>
          <p:nvSpPr>
            <p:cNvPr name="{{image_3}}" id="9" descr="{{image_3}}"/>
            <p:cNvSpPr/>
            <p:nvPr/>
          </p:nvSpPr>
          <p:spPr>
            <a:xfrm flipH="false" flipV="false" rot="0">
              <a:off x="0" y="0"/>
              <a:ext cx="850145" cy="1050324"/>
            </a:xfrm>
            <a:custGeom>
              <a:avLst/>
              <a:gdLst/>
              <a:ahLst/>
              <a:cxnLst/>
              <a:rect r="r" b="b" t="t" l="l"/>
              <a:pathLst>
                <a:path h="1050324" w="850145">
                  <a:moveTo>
                    <a:pt x="0" y="0"/>
                  </a:moveTo>
                  <a:lnTo>
                    <a:pt x="850145" y="0"/>
                  </a:lnTo>
                  <a:lnTo>
                    <a:pt x="850145" y="1050324"/>
                  </a:lnTo>
                  <a:lnTo>
                    <a:pt x="0" y="1050324"/>
                  </a:lnTo>
                  <a:close/>
                </a:path>
              </a:pathLst>
            </a:custGeom>
            <a:blipFill>
              <a:blip r:embed="rId4"/>
              <a:stretch>
                <a:fillRect l="0" t="-10743" r="0" b="-1074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740430" y="1824738"/>
            <a:ext cx="774696" cy="6779512"/>
            <a:chOff x="0" y="0"/>
            <a:chExt cx="204035" cy="17855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035" cy="1785551"/>
            </a:xfrm>
            <a:custGeom>
              <a:avLst/>
              <a:gdLst/>
              <a:ahLst/>
              <a:cxnLst/>
              <a:rect r="r" b="b" t="t" l="l"/>
              <a:pathLst>
                <a:path h="1785551" w="204035">
                  <a:moveTo>
                    <a:pt x="0" y="0"/>
                  </a:moveTo>
                  <a:lnTo>
                    <a:pt x="204035" y="0"/>
                  </a:lnTo>
                  <a:lnTo>
                    <a:pt x="204035" y="1785551"/>
                  </a:lnTo>
                  <a:lnTo>
                    <a:pt x="0" y="1785551"/>
                  </a:lnTo>
                  <a:close/>
                </a:path>
              </a:pathLst>
            </a:custGeom>
            <a:solidFill>
              <a:srgbClr val="D6293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04035" cy="1823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16721977" y="9534215"/>
            <a:ext cx="649224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17622082" y="9258300"/>
            <a:ext cx="0" cy="649224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7617320" y="9534215"/>
            <a:ext cx="3323284" cy="8541323"/>
            <a:chOff x="0" y="0"/>
            <a:chExt cx="875268" cy="22495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5268" cy="2249567"/>
            </a:xfrm>
            <a:custGeom>
              <a:avLst/>
              <a:gdLst/>
              <a:ahLst/>
              <a:cxnLst/>
              <a:rect r="r" b="b" t="t" l="l"/>
              <a:pathLst>
                <a:path h="2249567" w="875268">
                  <a:moveTo>
                    <a:pt x="0" y="0"/>
                  </a:moveTo>
                  <a:lnTo>
                    <a:pt x="875268" y="0"/>
                  </a:lnTo>
                  <a:lnTo>
                    <a:pt x="875268" y="2249567"/>
                  </a:lnTo>
                  <a:lnTo>
                    <a:pt x="0" y="2249567"/>
                  </a:lnTo>
                  <a:close/>
                </a:path>
              </a:pathLst>
            </a:custGeom>
            <a:solidFill>
              <a:srgbClr val="D6293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75268" cy="228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97382" y="7289063"/>
            <a:ext cx="7017744" cy="236367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9343"/>
              </a:lnSpc>
            </a:pPr>
            <a:r>
              <a:rPr lang="en-US" sz="13816">
                <a:solidFill>
                  <a:srgbClr val="CD4B4B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50263" y="569940"/>
            <a:ext cx="816303" cy="204076"/>
          </a:xfrm>
          <a:custGeom>
            <a:avLst/>
            <a:gdLst/>
            <a:ahLst/>
            <a:cxnLst/>
            <a:rect r="r" b="b" t="t" l="l"/>
            <a:pathLst>
              <a:path h="204076" w="816303">
                <a:moveTo>
                  <a:pt x="0" y="0"/>
                </a:moveTo>
                <a:lnTo>
                  <a:pt x="816303" y="0"/>
                </a:lnTo>
                <a:lnTo>
                  <a:pt x="816303" y="204075"/>
                </a:lnTo>
                <a:lnTo>
                  <a:pt x="0" y="204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7382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59194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5153" y="4293870"/>
            <a:ext cx="8321413" cy="49644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2960"/>
              </a:lnSpc>
            </a:pPr>
            <a:r>
              <a:rPr lang="en-US" sz="72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{{s06_title}}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57251" y="2016205"/>
            <a:ext cx="7324594" cy="17589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{{s06_text_1}}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57251" y="3985872"/>
            <a:ext cx="7324594" cy="7016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{{s06_text_2}}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157251" y="5825382"/>
            <a:ext cx="7324594" cy="4749681"/>
            <a:chOff x="0" y="0"/>
            <a:chExt cx="1134771" cy="735850"/>
          </a:xfrm>
        </p:grpSpPr>
        <p:sp>
          <p:nvSpPr>
            <p:cNvPr name="{{image_4}}" id="9" descr="{{image_4}}"/>
            <p:cNvSpPr/>
            <p:nvPr/>
          </p:nvSpPr>
          <p:spPr>
            <a:xfrm flipH="false" flipV="false" rot="0">
              <a:off x="0" y="0"/>
              <a:ext cx="1134771" cy="735850"/>
            </a:xfrm>
            <a:custGeom>
              <a:avLst/>
              <a:gdLst/>
              <a:ahLst/>
              <a:cxnLst/>
              <a:rect r="r" b="b" t="t" l="l"/>
              <a:pathLst>
                <a:path h="735850" w="1134771">
                  <a:moveTo>
                    <a:pt x="0" y="0"/>
                  </a:moveTo>
                  <a:lnTo>
                    <a:pt x="1134771" y="0"/>
                  </a:lnTo>
                  <a:lnTo>
                    <a:pt x="1134771" y="735850"/>
                  </a:lnTo>
                  <a:lnTo>
                    <a:pt x="0" y="735850"/>
                  </a:lnTo>
                  <a:close/>
                </a:path>
              </a:pathLst>
            </a:custGeom>
            <a:blipFill>
              <a:blip r:embed="rId4"/>
              <a:stretch>
                <a:fillRect l="0" t="-113241" r="0" b="-1807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467314" y="6442710"/>
            <a:ext cx="4264351" cy="143077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1754"/>
              </a:lnSpc>
            </a:pPr>
            <a:r>
              <a:rPr lang="en-US" sz="8395">
                <a:solidFill>
                  <a:srgbClr val="CD4B4B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/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2875609" y="1745677"/>
            <a:ext cx="3323284" cy="8541323"/>
            <a:chOff x="0" y="0"/>
            <a:chExt cx="875268" cy="22495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75268" cy="2249567"/>
            </a:xfrm>
            <a:custGeom>
              <a:avLst/>
              <a:gdLst/>
              <a:ahLst/>
              <a:cxnLst/>
              <a:rect r="r" b="b" t="t" l="l"/>
              <a:pathLst>
                <a:path h="2249567" w="875268">
                  <a:moveTo>
                    <a:pt x="0" y="0"/>
                  </a:moveTo>
                  <a:lnTo>
                    <a:pt x="875268" y="0"/>
                  </a:lnTo>
                  <a:lnTo>
                    <a:pt x="875268" y="2249567"/>
                  </a:lnTo>
                  <a:lnTo>
                    <a:pt x="0" y="2249567"/>
                  </a:lnTo>
                  <a:close/>
                </a:path>
              </a:pathLst>
            </a:custGeom>
            <a:solidFill>
              <a:srgbClr val="D6293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75268" cy="228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52111" y="2207514"/>
            <a:ext cx="10783778" cy="33261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2960"/>
              </a:lnSpc>
            </a:pPr>
            <a:r>
              <a:rPr lang="en-US" b="true" sz="7200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{{s07_title}}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750263" y="569940"/>
            <a:ext cx="816303" cy="204076"/>
          </a:xfrm>
          <a:custGeom>
            <a:avLst/>
            <a:gdLst/>
            <a:ahLst/>
            <a:cxnLst/>
            <a:rect r="r" b="b" t="t" l="l"/>
            <a:pathLst>
              <a:path h="204076" w="816303">
                <a:moveTo>
                  <a:pt x="0" y="0"/>
                </a:moveTo>
                <a:lnTo>
                  <a:pt x="816303" y="0"/>
                </a:lnTo>
                <a:lnTo>
                  <a:pt x="816303" y="204075"/>
                </a:lnTo>
                <a:lnTo>
                  <a:pt x="0" y="204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7382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59194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15277" y="6188918"/>
            <a:ext cx="9271860" cy="14065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{{s07_text_1}}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29692" y="7824768"/>
            <a:ext cx="9271860" cy="7016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{{s07_text_2}}</a:t>
            </a:r>
          </a:p>
        </p:txBody>
      </p:sp>
      <p:sp>
        <p:nvSpPr>
          <p:cNvPr name="AutoShape 8" id="8"/>
          <p:cNvSpPr/>
          <p:nvPr/>
        </p:nvSpPr>
        <p:spPr>
          <a:xfrm>
            <a:off x="16721977" y="9534215"/>
            <a:ext cx="649224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17622082" y="9258300"/>
            <a:ext cx="0" cy="649224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7617320" y="9534215"/>
            <a:ext cx="3323284" cy="8541323"/>
            <a:chOff x="0" y="0"/>
            <a:chExt cx="875268" cy="22495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5268" cy="2249567"/>
            </a:xfrm>
            <a:custGeom>
              <a:avLst/>
              <a:gdLst/>
              <a:ahLst/>
              <a:cxnLst/>
              <a:rect r="r" b="b" t="t" l="l"/>
              <a:pathLst>
                <a:path h="2249567" w="875268">
                  <a:moveTo>
                    <a:pt x="0" y="0"/>
                  </a:moveTo>
                  <a:lnTo>
                    <a:pt x="875268" y="0"/>
                  </a:lnTo>
                  <a:lnTo>
                    <a:pt x="875268" y="2249567"/>
                  </a:lnTo>
                  <a:lnTo>
                    <a:pt x="0" y="2249567"/>
                  </a:lnTo>
                  <a:close/>
                </a:path>
              </a:pathLst>
            </a:custGeom>
            <a:solidFill>
              <a:srgbClr val="D6293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75268" cy="228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-4930879" y="9529452"/>
            <a:ext cx="649224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677733" y="9258300"/>
            <a:ext cx="0" cy="649224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-2640788" y="9534215"/>
            <a:ext cx="3323284" cy="8541323"/>
            <a:chOff x="0" y="0"/>
            <a:chExt cx="875268" cy="22495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5268" cy="2249567"/>
            </a:xfrm>
            <a:custGeom>
              <a:avLst/>
              <a:gdLst/>
              <a:ahLst/>
              <a:cxnLst/>
              <a:rect r="r" b="b" t="t" l="l"/>
              <a:pathLst>
                <a:path h="2249567" w="875268">
                  <a:moveTo>
                    <a:pt x="0" y="0"/>
                  </a:moveTo>
                  <a:lnTo>
                    <a:pt x="875268" y="0"/>
                  </a:lnTo>
                  <a:lnTo>
                    <a:pt x="875268" y="2249567"/>
                  </a:lnTo>
                  <a:lnTo>
                    <a:pt x="0" y="2249567"/>
                  </a:lnTo>
                  <a:close/>
                </a:path>
              </a:pathLst>
            </a:custGeom>
            <a:solidFill>
              <a:srgbClr val="D9AFC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75268" cy="228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721977" y="1876937"/>
            <a:ext cx="2556985" cy="6966672"/>
            <a:chOff x="0" y="0"/>
            <a:chExt cx="396144" cy="1079320"/>
          </a:xfrm>
        </p:grpSpPr>
        <p:sp>
          <p:nvSpPr>
            <p:cNvPr name="{{image_1}}" id="19" descr="{{image_1}}"/>
            <p:cNvSpPr/>
            <p:nvPr/>
          </p:nvSpPr>
          <p:spPr>
            <a:xfrm flipH="false" flipV="false" rot="0">
              <a:off x="0" y="0"/>
              <a:ext cx="396144" cy="1079320"/>
            </a:xfrm>
            <a:custGeom>
              <a:avLst/>
              <a:gdLst/>
              <a:ahLst/>
              <a:cxnLst/>
              <a:rect r="r" b="b" t="t" l="l"/>
              <a:pathLst>
                <a:path h="1079320" w="396144">
                  <a:moveTo>
                    <a:pt x="0" y="0"/>
                  </a:moveTo>
                  <a:lnTo>
                    <a:pt x="396144" y="0"/>
                  </a:lnTo>
                  <a:lnTo>
                    <a:pt x="396144" y="1079320"/>
                  </a:lnTo>
                  <a:lnTo>
                    <a:pt x="0" y="1079320"/>
                  </a:lnTo>
                  <a:close/>
                </a:path>
              </a:pathLst>
            </a:custGeom>
            <a:blipFill>
              <a:blip r:embed="rId4"/>
              <a:stretch>
                <a:fillRect l="-43766" t="0" r="-43766" b="-331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1496899" y="1876937"/>
            <a:ext cx="3058260" cy="6966672"/>
            <a:chOff x="0" y="0"/>
            <a:chExt cx="473804" cy="1079320"/>
          </a:xfrm>
        </p:grpSpPr>
        <p:sp>
          <p:nvSpPr>
            <p:cNvPr name="{{image_5}}" id="21" descr="{{image_5}}"/>
            <p:cNvSpPr/>
            <p:nvPr/>
          </p:nvSpPr>
          <p:spPr>
            <a:xfrm flipH="false" flipV="false" rot="0">
              <a:off x="0" y="0"/>
              <a:ext cx="473804" cy="1079320"/>
            </a:xfrm>
            <a:custGeom>
              <a:avLst/>
              <a:gdLst/>
              <a:ahLst/>
              <a:cxnLst/>
              <a:rect r="r" b="b" t="t" l="l"/>
              <a:pathLst>
                <a:path h="1079320" w="473804">
                  <a:moveTo>
                    <a:pt x="0" y="0"/>
                  </a:moveTo>
                  <a:lnTo>
                    <a:pt x="473804" y="0"/>
                  </a:lnTo>
                  <a:lnTo>
                    <a:pt x="473804" y="1079320"/>
                  </a:lnTo>
                  <a:lnTo>
                    <a:pt x="0" y="1079320"/>
                  </a:lnTo>
                  <a:close/>
                </a:path>
              </a:pathLst>
            </a:custGeom>
            <a:blipFill>
              <a:blip r:embed="rId5"/>
              <a:stretch>
                <a:fillRect l="-25932" t="0" r="-25932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50263" y="569940"/>
            <a:ext cx="816303" cy="204076"/>
          </a:xfrm>
          <a:custGeom>
            <a:avLst/>
            <a:gdLst/>
            <a:ahLst/>
            <a:cxnLst/>
            <a:rect r="r" b="b" t="t" l="l"/>
            <a:pathLst>
              <a:path h="204076" w="816303">
                <a:moveTo>
                  <a:pt x="0" y="0"/>
                </a:moveTo>
                <a:lnTo>
                  <a:pt x="816303" y="0"/>
                </a:lnTo>
                <a:lnTo>
                  <a:pt x="816303" y="204075"/>
                </a:lnTo>
                <a:lnTo>
                  <a:pt x="0" y="204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7382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59194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66526" y="1389380"/>
            <a:ext cx="10783778" cy="16878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2960"/>
              </a:lnSpc>
            </a:pPr>
            <a:r>
              <a:rPr lang="en-US" b="true" sz="7200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{{s08_title}}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7382" y="3559224"/>
            <a:ext cx="8624638" cy="6291755"/>
            <a:chOff x="0" y="0"/>
            <a:chExt cx="1336182" cy="974757"/>
          </a:xfrm>
        </p:grpSpPr>
        <p:sp>
          <p:nvSpPr>
            <p:cNvPr name="{{image_3}}" id="7" descr="{{image_3}}"/>
            <p:cNvSpPr/>
            <p:nvPr/>
          </p:nvSpPr>
          <p:spPr>
            <a:xfrm flipH="false" flipV="false" rot="0">
              <a:off x="0" y="0"/>
              <a:ext cx="1336182" cy="974757"/>
            </a:xfrm>
            <a:custGeom>
              <a:avLst/>
              <a:gdLst/>
              <a:ahLst/>
              <a:cxnLst/>
              <a:rect r="r" b="b" t="t" l="l"/>
              <a:pathLst>
                <a:path h="974757" w="1336182">
                  <a:moveTo>
                    <a:pt x="0" y="0"/>
                  </a:moveTo>
                  <a:lnTo>
                    <a:pt x="1336182" y="0"/>
                  </a:lnTo>
                  <a:lnTo>
                    <a:pt x="1336182" y="974757"/>
                  </a:lnTo>
                  <a:lnTo>
                    <a:pt x="0" y="974757"/>
                  </a:lnTo>
                  <a:close/>
                </a:path>
              </a:pathLst>
            </a:custGeom>
            <a:blipFill>
              <a:blip r:embed="rId4"/>
              <a:stretch>
                <a:fillRect l="0" t="-52873" r="0" b="-5287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37332" y="6866559"/>
            <a:ext cx="8382115" cy="2984419"/>
            <a:chOff x="0" y="0"/>
            <a:chExt cx="1298609" cy="462365"/>
          </a:xfrm>
        </p:grpSpPr>
        <p:sp>
          <p:nvSpPr>
            <p:cNvPr name="{{image_5}}" id="9" descr="{{image_5}}"/>
            <p:cNvSpPr/>
            <p:nvPr/>
          </p:nvSpPr>
          <p:spPr>
            <a:xfrm flipH="false" flipV="false" rot="0">
              <a:off x="0" y="0"/>
              <a:ext cx="1298609" cy="462365"/>
            </a:xfrm>
            <a:custGeom>
              <a:avLst/>
              <a:gdLst/>
              <a:ahLst/>
              <a:cxnLst/>
              <a:rect r="r" b="b" t="t" l="l"/>
              <a:pathLst>
                <a:path h="462365" w="1298609">
                  <a:moveTo>
                    <a:pt x="0" y="0"/>
                  </a:moveTo>
                  <a:lnTo>
                    <a:pt x="1298609" y="0"/>
                  </a:lnTo>
                  <a:lnTo>
                    <a:pt x="1298609" y="462365"/>
                  </a:lnTo>
                  <a:lnTo>
                    <a:pt x="0" y="462365"/>
                  </a:lnTo>
                  <a:close/>
                </a:path>
              </a:pathLst>
            </a:custGeom>
            <a:blipFill>
              <a:blip r:embed="rId5"/>
              <a:stretch>
                <a:fillRect l="0" t="-89683" r="0" b="-23161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437332" y="3559224"/>
            <a:ext cx="8382115" cy="2984419"/>
            <a:chOff x="0" y="0"/>
            <a:chExt cx="1298609" cy="462365"/>
          </a:xfrm>
        </p:grpSpPr>
        <p:sp>
          <p:nvSpPr>
            <p:cNvPr name="{{image_2}}" id="11" descr="{{image_2}}"/>
            <p:cNvSpPr/>
            <p:nvPr/>
          </p:nvSpPr>
          <p:spPr>
            <a:xfrm flipH="false" flipV="false" rot="0">
              <a:off x="0" y="0"/>
              <a:ext cx="1298609" cy="462365"/>
            </a:xfrm>
            <a:custGeom>
              <a:avLst/>
              <a:gdLst/>
              <a:ahLst/>
              <a:cxnLst/>
              <a:rect r="r" b="b" t="t" l="l"/>
              <a:pathLst>
                <a:path h="462365" w="1298609">
                  <a:moveTo>
                    <a:pt x="0" y="0"/>
                  </a:moveTo>
                  <a:lnTo>
                    <a:pt x="1298609" y="0"/>
                  </a:lnTo>
                  <a:lnTo>
                    <a:pt x="1298609" y="462365"/>
                  </a:lnTo>
                  <a:lnTo>
                    <a:pt x="0" y="462365"/>
                  </a:lnTo>
                  <a:close/>
                </a:path>
              </a:pathLst>
            </a:custGeom>
            <a:blipFill>
              <a:blip r:embed="rId6"/>
              <a:stretch>
                <a:fillRect l="0" t="-206632" r="0" b="-114925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50263" y="569940"/>
            <a:ext cx="816303" cy="204076"/>
          </a:xfrm>
          <a:custGeom>
            <a:avLst/>
            <a:gdLst/>
            <a:ahLst/>
            <a:cxnLst/>
            <a:rect r="r" b="b" t="t" l="l"/>
            <a:pathLst>
              <a:path h="204076" w="816303">
                <a:moveTo>
                  <a:pt x="0" y="0"/>
                </a:moveTo>
                <a:lnTo>
                  <a:pt x="816303" y="0"/>
                </a:lnTo>
                <a:lnTo>
                  <a:pt x="816303" y="204075"/>
                </a:lnTo>
                <a:lnTo>
                  <a:pt x="0" y="204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7382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59194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9452" y="1693732"/>
            <a:ext cx="9536076" cy="20669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6800"/>
              </a:lnSpc>
            </a:pPr>
            <a:r>
              <a:rPr lang="en-US" sz="72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{{s09_title}}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54804" y="6204348"/>
            <a:ext cx="3480516" cy="116896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9593"/>
              </a:lnSpc>
            </a:pPr>
            <a:r>
              <a:rPr lang="en-US" sz="6852">
                <a:solidFill>
                  <a:srgbClr val="CD4B4B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/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34714" y="2053280"/>
            <a:ext cx="7324594" cy="7016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{{s09_text_1}}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54804" y="7490679"/>
            <a:ext cx="5223031" cy="21113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{{s09_text_2}}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734714" y="3760657"/>
            <a:ext cx="4310725" cy="5841397"/>
            <a:chOff x="0" y="0"/>
            <a:chExt cx="667844" cy="904985"/>
          </a:xfrm>
        </p:grpSpPr>
        <p:sp>
          <p:nvSpPr>
            <p:cNvPr name="{{image_6}}" id="10" descr="{{image_6}}"/>
            <p:cNvSpPr/>
            <p:nvPr/>
          </p:nvSpPr>
          <p:spPr>
            <a:xfrm flipH="false" flipV="false" rot="0">
              <a:off x="0" y="0"/>
              <a:ext cx="667844" cy="904985"/>
            </a:xfrm>
            <a:custGeom>
              <a:avLst/>
              <a:gdLst/>
              <a:ahLst/>
              <a:cxnLst/>
              <a:rect r="r" b="b" t="t" l="l"/>
              <a:pathLst>
                <a:path h="904985" w="667844">
                  <a:moveTo>
                    <a:pt x="0" y="0"/>
                  </a:moveTo>
                  <a:lnTo>
                    <a:pt x="667844" y="0"/>
                  </a:lnTo>
                  <a:lnTo>
                    <a:pt x="667844" y="904985"/>
                  </a:lnTo>
                  <a:lnTo>
                    <a:pt x="0" y="904985"/>
                  </a:lnTo>
                  <a:close/>
                </a:path>
              </a:pathLst>
            </a:custGeom>
            <a:blipFill>
              <a:blip r:embed="rId4"/>
              <a:stretch>
                <a:fillRect l="0" t="-5381" r="0" b="-538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350899" y="3760657"/>
            <a:ext cx="4310725" cy="5841397"/>
            <a:chOff x="0" y="0"/>
            <a:chExt cx="667844" cy="904985"/>
          </a:xfrm>
        </p:grpSpPr>
        <p:sp>
          <p:nvSpPr>
            <p:cNvPr name="{{image_7}}" id="12" descr="{{image_7}}"/>
            <p:cNvSpPr/>
            <p:nvPr/>
          </p:nvSpPr>
          <p:spPr>
            <a:xfrm flipH="false" flipV="false" rot="0">
              <a:off x="0" y="0"/>
              <a:ext cx="667844" cy="904985"/>
            </a:xfrm>
            <a:custGeom>
              <a:avLst/>
              <a:gdLst/>
              <a:ahLst/>
              <a:cxnLst/>
              <a:rect r="r" b="b" t="t" l="l"/>
              <a:pathLst>
                <a:path h="904985" w="667844">
                  <a:moveTo>
                    <a:pt x="0" y="0"/>
                  </a:moveTo>
                  <a:lnTo>
                    <a:pt x="667844" y="0"/>
                  </a:lnTo>
                  <a:lnTo>
                    <a:pt x="667844" y="904985"/>
                  </a:lnTo>
                  <a:lnTo>
                    <a:pt x="0" y="904985"/>
                  </a:lnTo>
                  <a:close/>
                </a:path>
              </a:pathLst>
            </a:custGeom>
            <a:blipFill>
              <a:blip r:embed="rId5"/>
              <a:stretch>
                <a:fillRect l="0" t="-5381" r="0" b="-538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97382" y="7059842"/>
            <a:ext cx="1943187" cy="798398"/>
            <a:chOff x="0" y="0"/>
            <a:chExt cx="511786" cy="21027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1786" cy="210278"/>
            </a:xfrm>
            <a:custGeom>
              <a:avLst/>
              <a:gdLst/>
              <a:ahLst/>
              <a:cxnLst/>
              <a:rect r="r" b="b" t="t" l="l"/>
              <a:pathLst>
                <a:path h="210278" w="511786">
                  <a:moveTo>
                    <a:pt x="0" y="0"/>
                  </a:moveTo>
                  <a:lnTo>
                    <a:pt x="511786" y="0"/>
                  </a:lnTo>
                  <a:lnTo>
                    <a:pt x="511786" y="210278"/>
                  </a:lnTo>
                  <a:lnTo>
                    <a:pt x="0" y="210278"/>
                  </a:lnTo>
                  <a:close/>
                </a:path>
              </a:pathLst>
            </a:custGeom>
            <a:solidFill>
              <a:srgbClr val="D6293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11786" cy="248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97382" y="8005258"/>
            <a:ext cx="1943187" cy="1596796"/>
            <a:chOff x="0" y="0"/>
            <a:chExt cx="511786" cy="4205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1786" cy="420555"/>
            </a:xfrm>
            <a:custGeom>
              <a:avLst/>
              <a:gdLst/>
              <a:ahLst/>
              <a:cxnLst/>
              <a:rect r="r" b="b" t="t" l="l"/>
              <a:pathLst>
                <a:path h="420555" w="511786">
                  <a:moveTo>
                    <a:pt x="0" y="0"/>
                  </a:moveTo>
                  <a:lnTo>
                    <a:pt x="511786" y="0"/>
                  </a:lnTo>
                  <a:lnTo>
                    <a:pt x="511786" y="420555"/>
                  </a:lnTo>
                  <a:lnTo>
                    <a:pt x="0" y="420555"/>
                  </a:lnTo>
                  <a:close/>
                </a:path>
              </a:pathLst>
            </a:custGeom>
            <a:solidFill>
              <a:srgbClr val="D6293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11786" cy="458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97382" y="6517768"/>
            <a:ext cx="1943187" cy="399199"/>
            <a:chOff x="0" y="0"/>
            <a:chExt cx="511786" cy="10513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1786" cy="105139"/>
            </a:xfrm>
            <a:custGeom>
              <a:avLst/>
              <a:gdLst/>
              <a:ahLst/>
              <a:cxnLst/>
              <a:rect r="r" b="b" t="t" l="l"/>
              <a:pathLst>
                <a:path h="105139" w="511786">
                  <a:moveTo>
                    <a:pt x="0" y="0"/>
                  </a:moveTo>
                  <a:lnTo>
                    <a:pt x="511786" y="0"/>
                  </a:lnTo>
                  <a:lnTo>
                    <a:pt x="511786" y="105139"/>
                  </a:lnTo>
                  <a:lnTo>
                    <a:pt x="0" y="105139"/>
                  </a:lnTo>
                  <a:close/>
                </a:path>
              </a:pathLst>
            </a:custGeom>
            <a:solidFill>
              <a:srgbClr val="D6293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11786" cy="1432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23224" y="1876425"/>
            <a:ext cx="9536076" cy="32670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2600"/>
              </a:lnSpc>
            </a:pPr>
            <a:r>
              <a:rPr lang="en-US" b="true" sz="7200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{{s10_title}}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750263" y="569940"/>
            <a:ext cx="816303" cy="204076"/>
          </a:xfrm>
          <a:custGeom>
            <a:avLst/>
            <a:gdLst/>
            <a:ahLst/>
            <a:cxnLst/>
            <a:rect r="r" b="b" t="t" l="l"/>
            <a:pathLst>
              <a:path h="204076" w="816303">
                <a:moveTo>
                  <a:pt x="0" y="0"/>
                </a:moveTo>
                <a:lnTo>
                  <a:pt x="816303" y="0"/>
                </a:lnTo>
                <a:lnTo>
                  <a:pt x="816303" y="204075"/>
                </a:lnTo>
                <a:lnTo>
                  <a:pt x="0" y="204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7382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59194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012269"/>
            <a:ext cx="7152551" cy="17589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{{s10_text_1}}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096431"/>
            <a:ext cx="7152551" cy="7016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{{s10_text_2}}</a:t>
            </a:r>
          </a:p>
        </p:txBody>
      </p:sp>
      <p:sp>
        <p:nvSpPr>
          <p:cNvPr name="AutoShape 8" id="8"/>
          <p:cNvSpPr/>
          <p:nvPr/>
        </p:nvSpPr>
        <p:spPr>
          <a:xfrm>
            <a:off x="16721977" y="9534215"/>
            <a:ext cx="649224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17622082" y="9258300"/>
            <a:ext cx="0" cy="649224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-5463540" y="9538977"/>
            <a:ext cx="649224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941928" y="6048375"/>
            <a:ext cx="16317372" cy="4746668"/>
            <a:chOff x="0" y="0"/>
            <a:chExt cx="2527988" cy="735383"/>
          </a:xfrm>
        </p:grpSpPr>
        <p:sp>
          <p:nvSpPr>
            <p:cNvPr name="{{image_3}}" id="12" descr="{{image_3}}"/>
            <p:cNvSpPr/>
            <p:nvPr/>
          </p:nvSpPr>
          <p:spPr>
            <a:xfrm flipH="false" flipV="false" rot="0">
              <a:off x="0" y="0"/>
              <a:ext cx="2527988" cy="735383"/>
            </a:xfrm>
            <a:custGeom>
              <a:avLst/>
              <a:gdLst/>
              <a:ahLst/>
              <a:cxnLst/>
              <a:rect r="r" b="b" t="t" l="l"/>
              <a:pathLst>
                <a:path h="735383" w="2527988">
                  <a:moveTo>
                    <a:pt x="0" y="0"/>
                  </a:moveTo>
                  <a:lnTo>
                    <a:pt x="2527988" y="0"/>
                  </a:lnTo>
                  <a:lnTo>
                    <a:pt x="2527988" y="735383"/>
                  </a:lnTo>
                  <a:lnTo>
                    <a:pt x="0" y="735383"/>
                  </a:lnTo>
                  <a:close/>
                </a:path>
              </a:pathLst>
            </a:custGeom>
            <a:blipFill>
              <a:blip r:embed="rId4"/>
              <a:stretch>
                <a:fillRect l="0" t="-46950" r="0" b="-369019"/>
              </a:stretch>
            </a:blipFill>
          </p:spPr>
        </p:sp>
      </p:grpSp>
      <p:sp>
        <p:nvSpPr>
          <p:cNvPr name="AutoShape 13" id="13"/>
          <p:cNvSpPr/>
          <p:nvPr/>
        </p:nvSpPr>
        <p:spPr>
          <a:xfrm flipV="true">
            <a:off x="682495" y="8604250"/>
            <a:ext cx="0" cy="649224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941928" y="5256753"/>
            <a:ext cx="4232584" cy="142131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11666"/>
              </a:lnSpc>
            </a:pPr>
            <a:r>
              <a:rPr lang="en-US" sz="8333">
                <a:solidFill>
                  <a:srgbClr val="CD4B4B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50263" y="569940"/>
            <a:ext cx="816303" cy="204076"/>
          </a:xfrm>
          <a:custGeom>
            <a:avLst/>
            <a:gdLst/>
            <a:ahLst/>
            <a:cxnLst/>
            <a:rect r="r" b="b" t="t" l="l"/>
            <a:pathLst>
              <a:path h="204076" w="816303">
                <a:moveTo>
                  <a:pt x="0" y="0"/>
                </a:moveTo>
                <a:lnTo>
                  <a:pt x="816303" y="0"/>
                </a:lnTo>
                <a:lnTo>
                  <a:pt x="816303" y="204075"/>
                </a:lnTo>
                <a:lnTo>
                  <a:pt x="0" y="204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7382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59194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830549"/>
            <a:ext cx="5960158" cy="16668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12600"/>
              </a:lnSpc>
            </a:pPr>
            <a:r>
              <a:rPr lang="en-US" b="true" sz="7200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{{s11_title}}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508723" y="1668624"/>
            <a:ext cx="4310725" cy="5671115"/>
            <a:chOff x="0" y="0"/>
            <a:chExt cx="667844" cy="878604"/>
          </a:xfrm>
        </p:grpSpPr>
        <p:sp>
          <p:nvSpPr>
            <p:cNvPr name="{{image_6}}" id="7" descr="{{image_6}}"/>
            <p:cNvSpPr/>
            <p:nvPr/>
          </p:nvSpPr>
          <p:spPr>
            <a:xfrm flipH="false" flipV="false" rot="0">
              <a:off x="0" y="0"/>
              <a:ext cx="667844" cy="878604"/>
            </a:xfrm>
            <a:custGeom>
              <a:avLst/>
              <a:gdLst/>
              <a:ahLst/>
              <a:cxnLst/>
              <a:rect r="r" b="b" t="t" l="l"/>
              <a:pathLst>
                <a:path h="878604" w="667844">
                  <a:moveTo>
                    <a:pt x="0" y="0"/>
                  </a:moveTo>
                  <a:lnTo>
                    <a:pt x="667844" y="0"/>
                  </a:lnTo>
                  <a:lnTo>
                    <a:pt x="667844" y="878604"/>
                  </a:lnTo>
                  <a:lnTo>
                    <a:pt x="0" y="878604"/>
                  </a:lnTo>
                  <a:close/>
                </a:path>
              </a:pathLst>
            </a:custGeom>
            <a:blipFill>
              <a:blip r:embed="rId4"/>
              <a:stretch>
                <a:fillRect l="0" t="-7044" r="0" b="-704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742668" y="1620999"/>
            <a:ext cx="4573998" cy="24638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{{s11_text_1}}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42668" y="7492987"/>
            <a:ext cx="4573998" cy="10541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{{s11_text_2}}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99467" y="7522626"/>
            <a:ext cx="3589854" cy="12016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9895"/>
              </a:lnSpc>
            </a:pPr>
            <a:r>
              <a:rPr lang="en-US" sz="7067">
                <a:solidFill>
                  <a:srgbClr val="CD4B4B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/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4354674"/>
            <a:ext cx="2313418" cy="5179541"/>
            <a:chOff x="0" y="0"/>
            <a:chExt cx="609295" cy="13641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09295" cy="1364159"/>
            </a:xfrm>
            <a:custGeom>
              <a:avLst/>
              <a:gdLst/>
              <a:ahLst/>
              <a:cxnLst/>
              <a:rect r="r" b="b" t="t" l="l"/>
              <a:pathLst>
                <a:path h="1364159" w="609295">
                  <a:moveTo>
                    <a:pt x="0" y="0"/>
                  </a:moveTo>
                  <a:lnTo>
                    <a:pt x="609295" y="0"/>
                  </a:lnTo>
                  <a:lnTo>
                    <a:pt x="609295" y="1364159"/>
                  </a:lnTo>
                  <a:lnTo>
                    <a:pt x="0" y="1364159"/>
                  </a:lnTo>
                  <a:close/>
                </a:path>
              </a:pathLst>
            </a:custGeom>
            <a:solidFill>
              <a:srgbClr val="D6293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09295" cy="1402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63109" y="7930020"/>
            <a:ext cx="822301" cy="1234133"/>
            <a:chOff x="0" y="0"/>
            <a:chExt cx="216573" cy="3250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6573" cy="325039"/>
            </a:xfrm>
            <a:custGeom>
              <a:avLst/>
              <a:gdLst/>
              <a:ahLst/>
              <a:cxnLst/>
              <a:rect r="r" b="b" t="t" l="l"/>
              <a:pathLst>
                <a:path h="325039" w="216573">
                  <a:moveTo>
                    <a:pt x="0" y="0"/>
                  </a:moveTo>
                  <a:lnTo>
                    <a:pt x="216573" y="0"/>
                  </a:lnTo>
                  <a:lnTo>
                    <a:pt x="216573" y="325039"/>
                  </a:lnTo>
                  <a:lnTo>
                    <a:pt x="0" y="325039"/>
                  </a:lnTo>
                  <a:close/>
                </a:path>
              </a:pathLst>
            </a:custGeom>
            <a:solidFill>
              <a:srgbClr val="D9AFC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6573" cy="363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6721977" y="9534215"/>
            <a:ext cx="649224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7622082" y="9258300"/>
            <a:ext cx="0" cy="649224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7617320" y="9534215"/>
            <a:ext cx="3323284" cy="8541323"/>
            <a:chOff x="0" y="0"/>
            <a:chExt cx="875268" cy="224956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75268" cy="2249567"/>
            </a:xfrm>
            <a:custGeom>
              <a:avLst/>
              <a:gdLst/>
              <a:ahLst/>
              <a:cxnLst/>
              <a:rect r="r" b="b" t="t" l="l"/>
              <a:pathLst>
                <a:path h="2249567" w="875268">
                  <a:moveTo>
                    <a:pt x="0" y="0"/>
                  </a:moveTo>
                  <a:lnTo>
                    <a:pt x="875268" y="0"/>
                  </a:lnTo>
                  <a:lnTo>
                    <a:pt x="875268" y="2249567"/>
                  </a:lnTo>
                  <a:lnTo>
                    <a:pt x="0" y="2249567"/>
                  </a:lnTo>
                  <a:close/>
                </a:path>
              </a:pathLst>
            </a:custGeom>
            <a:solidFill>
              <a:srgbClr val="D6293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75268" cy="228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742668" y="4556993"/>
            <a:ext cx="4573998" cy="24638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{{s11_text_3}}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50263" y="569940"/>
            <a:ext cx="816303" cy="204076"/>
          </a:xfrm>
          <a:custGeom>
            <a:avLst/>
            <a:gdLst/>
            <a:ahLst/>
            <a:cxnLst/>
            <a:rect r="r" b="b" t="t" l="l"/>
            <a:pathLst>
              <a:path h="204076" w="816303">
                <a:moveTo>
                  <a:pt x="0" y="0"/>
                </a:moveTo>
                <a:lnTo>
                  <a:pt x="816303" y="0"/>
                </a:lnTo>
                <a:lnTo>
                  <a:pt x="816303" y="204075"/>
                </a:lnTo>
                <a:lnTo>
                  <a:pt x="0" y="204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7382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59194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96634"/>
            <a:ext cx="9049556" cy="16668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12600"/>
              </a:lnSpc>
            </a:pPr>
            <a:r>
              <a:rPr lang="en-US" b="true" sz="7200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{{s12_title}}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29954" y="4514012"/>
            <a:ext cx="3799930" cy="48160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904"/>
              </a:lnSpc>
            </a:pPr>
            <a:r>
              <a:rPr lang="en-US" b="true" sz="2789">
                <a:solidFill>
                  <a:srgbClr val="000000"/>
                </a:solidFill>
                <a:latin typeface="Open Sans Condensed Medium"/>
                <a:ea typeface="Open Sans Condensed Medium"/>
                <a:cs typeface="Open Sans Condensed Medium"/>
                <a:sym typeface="Open Sans Condensed Medium"/>
              </a:rPr>
              <a:t>{{s12_label_1}}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29954" y="5224707"/>
            <a:ext cx="5785843" cy="21113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{{s12_text_1}}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24458" y="7550150"/>
            <a:ext cx="5785843" cy="10541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{{s12_text_2}}</a:t>
            </a:r>
          </a:p>
        </p:txBody>
      </p:sp>
      <p:sp>
        <p:nvSpPr>
          <p:cNvPr name="{{image_8}}" id="9" descr="{{image_8}}"/>
          <p:cNvSpPr/>
          <p:nvPr/>
        </p:nvSpPr>
        <p:spPr>
          <a:xfrm flipH="false" flipV="false" rot="0">
            <a:off x="10836791" y="1665092"/>
            <a:ext cx="6422509" cy="7593208"/>
          </a:xfrm>
          <a:custGeom>
            <a:avLst/>
            <a:gdLst/>
            <a:ahLst/>
            <a:cxnLst/>
            <a:rect r="r" b="b" t="t" l="l"/>
            <a:pathLst>
              <a:path h="7593208" w="6422509">
                <a:moveTo>
                  <a:pt x="0" y="0"/>
                </a:moveTo>
                <a:lnTo>
                  <a:pt x="6422509" y="0"/>
                </a:lnTo>
                <a:lnTo>
                  <a:pt x="6422509" y="7593208"/>
                </a:lnTo>
                <a:lnTo>
                  <a:pt x="0" y="75932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6952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-5463540" y="9538977"/>
            <a:ext cx="868799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5895603" y="8395656"/>
            <a:ext cx="5865246" cy="8541323"/>
            <a:chOff x="0" y="0"/>
            <a:chExt cx="1544756" cy="22495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4756" cy="2249567"/>
            </a:xfrm>
            <a:custGeom>
              <a:avLst/>
              <a:gdLst/>
              <a:ahLst/>
              <a:cxnLst/>
              <a:rect r="r" b="b" t="t" l="l"/>
              <a:pathLst>
                <a:path h="2249567" w="1544756">
                  <a:moveTo>
                    <a:pt x="0" y="0"/>
                  </a:moveTo>
                  <a:lnTo>
                    <a:pt x="1544756" y="0"/>
                  </a:lnTo>
                  <a:lnTo>
                    <a:pt x="1544756" y="2249567"/>
                  </a:lnTo>
                  <a:lnTo>
                    <a:pt x="0" y="2249567"/>
                  </a:lnTo>
                  <a:close/>
                </a:path>
              </a:pathLst>
            </a:custGeom>
            <a:solidFill>
              <a:srgbClr val="D9AFC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4756" cy="228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-5400000">
            <a:off x="216028" y="5463958"/>
            <a:ext cx="2905565" cy="136207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1116"/>
              </a:lnSpc>
            </a:pPr>
            <a:r>
              <a:rPr lang="en-US" sz="7940">
                <a:solidFill>
                  <a:srgbClr val="CD4B4B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50263" y="569940"/>
            <a:ext cx="816303" cy="204076"/>
          </a:xfrm>
          <a:custGeom>
            <a:avLst/>
            <a:gdLst/>
            <a:ahLst/>
            <a:cxnLst/>
            <a:rect r="r" b="b" t="t" l="l"/>
            <a:pathLst>
              <a:path h="204076" w="816303">
                <a:moveTo>
                  <a:pt x="0" y="0"/>
                </a:moveTo>
                <a:lnTo>
                  <a:pt x="816303" y="0"/>
                </a:lnTo>
                <a:lnTo>
                  <a:pt x="816303" y="204075"/>
                </a:lnTo>
                <a:lnTo>
                  <a:pt x="0" y="204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7382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59194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535054"/>
            <a:ext cx="7832219" cy="48672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2600"/>
              </a:lnSpc>
            </a:pPr>
            <a:r>
              <a:rPr lang="en-US" sz="72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{{s13_title}}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74205" y="5266046"/>
            <a:ext cx="6685095" cy="17589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{{s13_text_1}}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74205" y="7348229"/>
            <a:ext cx="6685095" cy="10541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{{s13_text_2}}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9534215"/>
            <a:ext cx="4367968" cy="7273537"/>
            <a:chOff x="0" y="0"/>
            <a:chExt cx="1150411" cy="19156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50411" cy="1915664"/>
            </a:xfrm>
            <a:custGeom>
              <a:avLst/>
              <a:gdLst/>
              <a:ahLst/>
              <a:cxnLst/>
              <a:rect r="r" b="b" t="t" l="l"/>
              <a:pathLst>
                <a:path h="1915664" w="1150411">
                  <a:moveTo>
                    <a:pt x="0" y="0"/>
                  </a:moveTo>
                  <a:lnTo>
                    <a:pt x="1150411" y="0"/>
                  </a:lnTo>
                  <a:lnTo>
                    <a:pt x="1150411" y="1915664"/>
                  </a:lnTo>
                  <a:lnTo>
                    <a:pt x="0" y="1915664"/>
                  </a:lnTo>
                  <a:close/>
                </a:path>
              </a:pathLst>
            </a:custGeom>
            <a:solidFill>
              <a:srgbClr val="D6293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50411" cy="1953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574205" y="1668624"/>
            <a:ext cx="7245242" cy="2787797"/>
            <a:chOff x="0" y="0"/>
            <a:chExt cx="1122478" cy="431903"/>
          </a:xfrm>
        </p:grpSpPr>
        <p:sp>
          <p:nvSpPr>
            <p:cNvPr name="{{image_6}}" id="12" descr="{{image_6}}"/>
            <p:cNvSpPr/>
            <p:nvPr/>
          </p:nvSpPr>
          <p:spPr>
            <a:xfrm flipH="false" flipV="false" rot="0">
              <a:off x="0" y="0"/>
              <a:ext cx="1122478" cy="431903"/>
            </a:xfrm>
            <a:custGeom>
              <a:avLst/>
              <a:gdLst/>
              <a:ahLst/>
              <a:cxnLst/>
              <a:rect r="r" b="b" t="t" l="l"/>
              <a:pathLst>
                <a:path h="431903" w="1122478">
                  <a:moveTo>
                    <a:pt x="0" y="0"/>
                  </a:moveTo>
                  <a:lnTo>
                    <a:pt x="1122478" y="0"/>
                  </a:lnTo>
                  <a:lnTo>
                    <a:pt x="1122478" y="431903"/>
                  </a:lnTo>
                  <a:lnTo>
                    <a:pt x="0" y="431903"/>
                  </a:lnTo>
                  <a:close/>
                </a:path>
              </a:pathLst>
            </a:custGeom>
            <a:blipFill>
              <a:blip r:embed="rId4"/>
              <a:stretch>
                <a:fillRect l="0" t="-78876" r="0" b="-211204"/>
              </a:stretch>
            </a:blipFill>
          </p:spPr>
        </p:sp>
      </p:grpSp>
      <p:sp>
        <p:nvSpPr>
          <p:cNvPr name="AutoShape 13" id="13"/>
          <p:cNvSpPr/>
          <p:nvPr/>
        </p:nvSpPr>
        <p:spPr>
          <a:xfrm>
            <a:off x="16721977" y="9534215"/>
            <a:ext cx="649224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17622082" y="9258300"/>
            <a:ext cx="0" cy="649224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7617320" y="9534215"/>
            <a:ext cx="3323284" cy="8541323"/>
            <a:chOff x="0" y="0"/>
            <a:chExt cx="875268" cy="22495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5268" cy="2249567"/>
            </a:xfrm>
            <a:custGeom>
              <a:avLst/>
              <a:gdLst/>
              <a:ahLst/>
              <a:cxnLst/>
              <a:rect r="r" b="b" t="t" l="l"/>
              <a:pathLst>
                <a:path h="2249567" w="875268">
                  <a:moveTo>
                    <a:pt x="0" y="0"/>
                  </a:moveTo>
                  <a:lnTo>
                    <a:pt x="875268" y="0"/>
                  </a:lnTo>
                  <a:lnTo>
                    <a:pt x="875268" y="2249567"/>
                  </a:lnTo>
                  <a:lnTo>
                    <a:pt x="0" y="2249567"/>
                  </a:lnTo>
                  <a:close/>
                </a:path>
              </a:pathLst>
            </a:custGeom>
            <a:solidFill>
              <a:srgbClr val="D6293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75268" cy="228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1749668"/>
            <a:ext cx="4815465" cy="162346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13273"/>
              </a:lnSpc>
            </a:pPr>
            <a:r>
              <a:rPr lang="en-US" sz="9480">
                <a:solidFill>
                  <a:srgbClr val="CD4B4B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50263" y="569940"/>
            <a:ext cx="816303" cy="204076"/>
          </a:xfrm>
          <a:custGeom>
            <a:avLst/>
            <a:gdLst/>
            <a:ahLst/>
            <a:cxnLst/>
            <a:rect r="r" b="b" t="t" l="l"/>
            <a:pathLst>
              <a:path h="204076" w="816303">
                <a:moveTo>
                  <a:pt x="0" y="0"/>
                </a:moveTo>
                <a:lnTo>
                  <a:pt x="816303" y="0"/>
                </a:lnTo>
                <a:lnTo>
                  <a:pt x="816303" y="204075"/>
                </a:lnTo>
                <a:lnTo>
                  <a:pt x="0" y="204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7382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59194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AutoShape 5" id="5"/>
          <p:cNvSpPr/>
          <p:nvPr/>
        </p:nvSpPr>
        <p:spPr>
          <a:xfrm>
            <a:off x="16721977" y="9534215"/>
            <a:ext cx="649224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7622082" y="9258300"/>
            <a:ext cx="0" cy="649224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7617320" y="9534215"/>
            <a:ext cx="3323284" cy="8541323"/>
            <a:chOff x="0" y="0"/>
            <a:chExt cx="875268" cy="22495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75268" cy="2249567"/>
            </a:xfrm>
            <a:custGeom>
              <a:avLst/>
              <a:gdLst/>
              <a:ahLst/>
              <a:cxnLst/>
              <a:rect r="r" b="b" t="t" l="l"/>
              <a:pathLst>
                <a:path h="2249567" w="875268">
                  <a:moveTo>
                    <a:pt x="0" y="0"/>
                  </a:moveTo>
                  <a:lnTo>
                    <a:pt x="875268" y="0"/>
                  </a:lnTo>
                  <a:lnTo>
                    <a:pt x="875268" y="2249567"/>
                  </a:lnTo>
                  <a:lnTo>
                    <a:pt x="0" y="2249567"/>
                  </a:lnTo>
                  <a:close/>
                </a:path>
              </a:pathLst>
            </a:custGeom>
            <a:solidFill>
              <a:srgbClr val="D6293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75268" cy="228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10814" y="5903824"/>
            <a:ext cx="10754010" cy="3133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2000"/>
              </a:lnSpc>
            </a:pPr>
            <a:r>
              <a:rPr lang="en-US" sz="72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{{s14_title}}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19602" y="5805571"/>
            <a:ext cx="6602481" cy="17589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{{s14_text_1}}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19602" y="7815002"/>
            <a:ext cx="6602481" cy="10541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{{s14_text_2}}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73507" y="1529972"/>
            <a:ext cx="14163842" cy="3106290"/>
            <a:chOff x="0" y="0"/>
            <a:chExt cx="2194350" cy="481246"/>
          </a:xfrm>
        </p:grpSpPr>
        <p:sp>
          <p:nvSpPr>
            <p:cNvPr name="{{image_9}}" id="14" descr="{{image_9}}"/>
            <p:cNvSpPr/>
            <p:nvPr/>
          </p:nvSpPr>
          <p:spPr>
            <a:xfrm flipH="false" flipV="false" rot="0">
              <a:off x="0" y="0"/>
              <a:ext cx="2194350" cy="481246"/>
            </a:xfrm>
            <a:custGeom>
              <a:avLst/>
              <a:gdLst/>
              <a:ahLst/>
              <a:cxnLst/>
              <a:rect r="r" b="b" t="t" l="l"/>
              <a:pathLst>
                <a:path h="481246" w="2194350">
                  <a:moveTo>
                    <a:pt x="0" y="0"/>
                  </a:moveTo>
                  <a:lnTo>
                    <a:pt x="2194350" y="0"/>
                  </a:lnTo>
                  <a:lnTo>
                    <a:pt x="2194350" y="481246"/>
                  </a:lnTo>
                  <a:lnTo>
                    <a:pt x="0" y="481246"/>
                  </a:lnTo>
                  <a:close/>
                </a:path>
              </a:pathLst>
            </a:custGeom>
            <a:blipFill>
              <a:blip r:embed="rId4"/>
              <a:stretch>
                <a:fillRect l="0" t="-84576" r="0" b="-49981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5470365" y="1529972"/>
            <a:ext cx="2145561" cy="3106290"/>
            <a:chOff x="0" y="0"/>
            <a:chExt cx="565086" cy="8181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5086" cy="818118"/>
            </a:xfrm>
            <a:custGeom>
              <a:avLst/>
              <a:gdLst/>
              <a:ahLst/>
              <a:cxnLst/>
              <a:rect r="r" b="b" t="t" l="l"/>
              <a:pathLst>
                <a:path h="818118" w="565086">
                  <a:moveTo>
                    <a:pt x="0" y="0"/>
                  </a:moveTo>
                  <a:lnTo>
                    <a:pt x="565086" y="0"/>
                  </a:lnTo>
                  <a:lnTo>
                    <a:pt x="565086" y="818118"/>
                  </a:lnTo>
                  <a:lnTo>
                    <a:pt x="0" y="818118"/>
                  </a:lnTo>
                  <a:close/>
                </a:path>
              </a:pathLst>
            </a:custGeom>
            <a:solidFill>
              <a:srgbClr val="D6293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65086" cy="856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31510" y="3321075"/>
            <a:ext cx="7158797" cy="236367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9343"/>
              </a:lnSpc>
            </a:pPr>
            <a:r>
              <a:rPr lang="en-US" sz="13816">
                <a:solidFill>
                  <a:srgbClr val="CD4B4B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50263" y="569940"/>
            <a:ext cx="816303" cy="204076"/>
          </a:xfrm>
          <a:custGeom>
            <a:avLst/>
            <a:gdLst/>
            <a:ahLst/>
            <a:cxnLst/>
            <a:rect r="r" b="b" t="t" l="l"/>
            <a:pathLst>
              <a:path h="204076" w="816303">
                <a:moveTo>
                  <a:pt x="0" y="0"/>
                </a:moveTo>
                <a:lnTo>
                  <a:pt x="816303" y="0"/>
                </a:lnTo>
                <a:lnTo>
                  <a:pt x="816303" y="204075"/>
                </a:lnTo>
                <a:lnTo>
                  <a:pt x="0" y="204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7382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59194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0512" y="1879027"/>
            <a:ext cx="9878275" cy="33261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2960"/>
              </a:lnSpc>
            </a:pPr>
            <a:r>
              <a:rPr lang="en-US" sz="72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{{s15_title}}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64194" y="5968713"/>
            <a:ext cx="7324594" cy="17589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{{s15_text_1}}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64194" y="7938381"/>
            <a:ext cx="7324594" cy="7016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{{s15_text_2}}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251625" y="2318443"/>
            <a:ext cx="5230220" cy="8256619"/>
            <a:chOff x="0" y="0"/>
            <a:chExt cx="810298" cy="1279166"/>
          </a:xfrm>
        </p:grpSpPr>
        <p:sp>
          <p:nvSpPr>
            <p:cNvPr name="{{image_10}}" id="9" descr="{{image_10}}"/>
            <p:cNvSpPr/>
            <p:nvPr/>
          </p:nvSpPr>
          <p:spPr>
            <a:xfrm flipH="false" flipV="false" rot="0">
              <a:off x="0" y="0"/>
              <a:ext cx="810298" cy="1279166"/>
            </a:xfrm>
            <a:custGeom>
              <a:avLst/>
              <a:gdLst/>
              <a:ahLst/>
              <a:cxnLst/>
              <a:rect r="r" b="b" t="t" l="l"/>
              <a:pathLst>
                <a:path h="1279166" w="810298">
                  <a:moveTo>
                    <a:pt x="0" y="0"/>
                  </a:moveTo>
                  <a:lnTo>
                    <a:pt x="810298" y="0"/>
                  </a:lnTo>
                  <a:lnTo>
                    <a:pt x="810298" y="1279166"/>
                  </a:lnTo>
                  <a:lnTo>
                    <a:pt x="0" y="1279166"/>
                  </a:lnTo>
                  <a:close/>
                </a:path>
              </a:pathLst>
            </a:custGeom>
            <a:blipFill>
              <a:blip r:embed="rId4"/>
              <a:stretch>
                <a:fillRect l="-2621" t="0" r="-262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217494" y="1522095"/>
            <a:ext cx="4264351" cy="143077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1754"/>
              </a:lnSpc>
            </a:pPr>
            <a:r>
              <a:rPr lang="en-US" sz="8395">
                <a:solidFill>
                  <a:srgbClr val="CD4B4B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/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2875609" y="1745677"/>
            <a:ext cx="3323284" cy="8541323"/>
            <a:chOff x="0" y="0"/>
            <a:chExt cx="875268" cy="22495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75268" cy="2249567"/>
            </a:xfrm>
            <a:custGeom>
              <a:avLst/>
              <a:gdLst/>
              <a:ahLst/>
              <a:cxnLst/>
              <a:rect r="r" b="b" t="t" l="l"/>
              <a:pathLst>
                <a:path h="2249567" w="875268">
                  <a:moveTo>
                    <a:pt x="0" y="0"/>
                  </a:moveTo>
                  <a:lnTo>
                    <a:pt x="875268" y="0"/>
                  </a:lnTo>
                  <a:lnTo>
                    <a:pt x="875268" y="2249567"/>
                  </a:lnTo>
                  <a:lnTo>
                    <a:pt x="0" y="2249567"/>
                  </a:lnTo>
                  <a:close/>
                </a:path>
              </a:pathLst>
            </a:custGeom>
            <a:solidFill>
              <a:srgbClr val="D6293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75268" cy="228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-5463540" y="9538977"/>
            <a:ext cx="868799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92979" y="2010287"/>
            <a:ext cx="8144167" cy="33261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2960"/>
              </a:lnSpc>
            </a:pPr>
            <a:r>
              <a:rPr lang="en-US" sz="72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{{s16_title}}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750263" y="569940"/>
            <a:ext cx="816303" cy="204076"/>
          </a:xfrm>
          <a:custGeom>
            <a:avLst/>
            <a:gdLst/>
            <a:ahLst/>
            <a:cxnLst/>
            <a:rect r="r" b="b" t="t" l="l"/>
            <a:pathLst>
              <a:path h="204076" w="816303">
                <a:moveTo>
                  <a:pt x="0" y="0"/>
                </a:moveTo>
                <a:lnTo>
                  <a:pt x="816303" y="0"/>
                </a:lnTo>
                <a:lnTo>
                  <a:pt x="816303" y="204075"/>
                </a:lnTo>
                <a:lnTo>
                  <a:pt x="0" y="204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7382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59194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92979" y="5969984"/>
            <a:ext cx="8786096" cy="14065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{{s16_text_1}}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06638" y="7605834"/>
            <a:ext cx="8786096" cy="7016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{{s16_text_2}}</a:t>
            </a:r>
          </a:p>
        </p:txBody>
      </p:sp>
      <p:sp>
        <p:nvSpPr>
          <p:cNvPr name="AutoShape 8" id="8"/>
          <p:cNvSpPr/>
          <p:nvPr/>
        </p:nvSpPr>
        <p:spPr>
          <a:xfrm>
            <a:off x="16721977" y="9534215"/>
            <a:ext cx="649224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17622082" y="9258300"/>
            <a:ext cx="0" cy="649224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7617320" y="9534215"/>
            <a:ext cx="3323284" cy="8541323"/>
            <a:chOff x="0" y="0"/>
            <a:chExt cx="875268" cy="22495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5268" cy="2249567"/>
            </a:xfrm>
            <a:custGeom>
              <a:avLst/>
              <a:gdLst/>
              <a:ahLst/>
              <a:cxnLst/>
              <a:rect r="r" b="b" t="t" l="l"/>
              <a:pathLst>
                <a:path h="2249567" w="875268">
                  <a:moveTo>
                    <a:pt x="0" y="0"/>
                  </a:moveTo>
                  <a:lnTo>
                    <a:pt x="875268" y="0"/>
                  </a:lnTo>
                  <a:lnTo>
                    <a:pt x="875268" y="2249567"/>
                  </a:lnTo>
                  <a:lnTo>
                    <a:pt x="0" y="2249567"/>
                  </a:lnTo>
                  <a:close/>
                </a:path>
              </a:pathLst>
            </a:custGeom>
            <a:solidFill>
              <a:srgbClr val="D6293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75268" cy="228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 flipV="true">
            <a:off x="16258" y="9538977"/>
            <a:ext cx="2605244" cy="4762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0" y="9543740"/>
            <a:ext cx="1957635" cy="8541323"/>
            <a:chOff x="0" y="0"/>
            <a:chExt cx="515591" cy="22495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5591" cy="2249567"/>
            </a:xfrm>
            <a:custGeom>
              <a:avLst/>
              <a:gdLst/>
              <a:ahLst/>
              <a:cxnLst/>
              <a:rect r="r" b="b" t="t" l="l"/>
              <a:pathLst>
                <a:path h="2249567" w="515591">
                  <a:moveTo>
                    <a:pt x="0" y="0"/>
                  </a:moveTo>
                  <a:lnTo>
                    <a:pt x="515591" y="0"/>
                  </a:lnTo>
                  <a:lnTo>
                    <a:pt x="515591" y="2249567"/>
                  </a:lnTo>
                  <a:lnTo>
                    <a:pt x="0" y="2249567"/>
                  </a:lnTo>
                  <a:close/>
                </a:path>
              </a:pathLst>
            </a:custGeom>
            <a:solidFill>
              <a:srgbClr val="D9AFC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15591" cy="228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316341" y="1876937"/>
            <a:ext cx="5962621" cy="6966672"/>
            <a:chOff x="0" y="0"/>
            <a:chExt cx="923766" cy="1079320"/>
          </a:xfrm>
        </p:grpSpPr>
        <p:sp>
          <p:nvSpPr>
            <p:cNvPr name="{{image_3}}" id="18" descr="{{image_3}}"/>
            <p:cNvSpPr/>
            <p:nvPr/>
          </p:nvSpPr>
          <p:spPr>
            <a:xfrm flipH="false" flipV="false" rot="0">
              <a:off x="0" y="0"/>
              <a:ext cx="923766" cy="1079320"/>
            </a:xfrm>
            <a:custGeom>
              <a:avLst/>
              <a:gdLst/>
              <a:ahLst/>
              <a:cxnLst/>
              <a:rect r="r" b="b" t="t" l="l"/>
              <a:pathLst>
                <a:path h="1079320" w="923766">
                  <a:moveTo>
                    <a:pt x="0" y="0"/>
                  </a:moveTo>
                  <a:lnTo>
                    <a:pt x="923766" y="0"/>
                  </a:lnTo>
                  <a:lnTo>
                    <a:pt x="923766" y="1079320"/>
                  </a:lnTo>
                  <a:lnTo>
                    <a:pt x="0" y="1079320"/>
                  </a:lnTo>
                  <a:close/>
                </a:path>
              </a:pathLst>
            </a:custGeom>
            <a:blipFill>
              <a:blip r:embed="rId4"/>
              <a:stretch>
                <a:fillRect l="0" t="-14230" r="0" b="-1423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-1496899" y="1876937"/>
            <a:ext cx="3454534" cy="6966672"/>
            <a:chOff x="0" y="0"/>
            <a:chExt cx="535198" cy="1079320"/>
          </a:xfrm>
        </p:grpSpPr>
        <p:sp>
          <p:nvSpPr>
            <p:cNvPr name="{{image_11}}" id="20" descr="{{image_11}}"/>
            <p:cNvSpPr/>
            <p:nvPr/>
          </p:nvSpPr>
          <p:spPr>
            <a:xfrm flipH="false" flipV="false" rot="0">
              <a:off x="0" y="0"/>
              <a:ext cx="535198" cy="1079320"/>
            </a:xfrm>
            <a:custGeom>
              <a:avLst/>
              <a:gdLst/>
              <a:ahLst/>
              <a:cxnLst/>
              <a:rect r="r" b="b" t="t" l="l"/>
              <a:pathLst>
                <a:path h="1079320" w="535198">
                  <a:moveTo>
                    <a:pt x="0" y="0"/>
                  </a:moveTo>
                  <a:lnTo>
                    <a:pt x="535198" y="0"/>
                  </a:lnTo>
                  <a:lnTo>
                    <a:pt x="535198" y="1079320"/>
                  </a:lnTo>
                  <a:lnTo>
                    <a:pt x="0" y="1079320"/>
                  </a:lnTo>
                  <a:close/>
                </a:path>
              </a:pathLst>
            </a:custGeom>
            <a:blipFill>
              <a:blip r:embed="rId5"/>
              <a:stretch>
                <a:fillRect l="-17180" t="0" r="-17180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50263" y="569940"/>
            <a:ext cx="816303" cy="204076"/>
          </a:xfrm>
          <a:custGeom>
            <a:avLst/>
            <a:gdLst/>
            <a:ahLst/>
            <a:cxnLst/>
            <a:rect r="r" b="b" t="t" l="l"/>
            <a:pathLst>
              <a:path h="204076" w="816303">
                <a:moveTo>
                  <a:pt x="0" y="0"/>
                </a:moveTo>
                <a:lnTo>
                  <a:pt x="816303" y="0"/>
                </a:lnTo>
                <a:lnTo>
                  <a:pt x="816303" y="204075"/>
                </a:lnTo>
                <a:lnTo>
                  <a:pt x="0" y="204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7382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59194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91842" y="1668937"/>
            <a:ext cx="6967458" cy="17589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{{s17_text_1}}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91842" y="3655796"/>
            <a:ext cx="6967458" cy="7016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{{s17_text_2}}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91842" y="5475361"/>
            <a:ext cx="7527606" cy="4026199"/>
            <a:chOff x="0" y="0"/>
            <a:chExt cx="1052843" cy="563121"/>
          </a:xfrm>
        </p:grpSpPr>
        <p:sp>
          <p:nvSpPr>
            <p:cNvPr name="{{image_4}}" id="8" descr="{{image_4}}"/>
            <p:cNvSpPr/>
            <p:nvPr/>
          </p:nvSpPr>
          <p:spPr>
            <a:xfrm flipH="false" flipV="false" rot="0">
              <a:off x="0" y="0"/>
              <a:ext cx="1052843" cy="563121"/>
            </a:xfrm>
            <a:custGeom>
              <a:avLst/>
              <a:gdLst/>
              <a:ahLst/>
              <a:cxnLst/>
              <a:rect r="r" b="b" t="t" l="l"/>
              <a:pathLst>
                <a:path h="563121" w="1052843">
                  <a:moveTo>
                    <a:pt x="0" y="0"/>
                  </a:moveTo>
                  <a:lnTo>
                    <a:pt x="1052843" y="0"/>
                  </a:lnTo>
                  <a:lnTo>
                    <a:pt x="1052843" y="563121"/>
                  </a:lnTo>
                  <a:lnTo>
                    <a:pt x="0" y="563121"/>
                  </a:lnTo>
                  <a:close/>
                </a:path>
              </a:pathLst>
            </a:custGeom>
            <a:blipFill>
              <a:blip r:embed="rId4"/>
              <a:stretch>
                <a:fillRect l="-1123" t="-134570" r="-5378" b="-64109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97382" y="5475361"/>
            <a:ext cx="9519222" cy="4026199"/>
            <a:chOff x="0" y="0"/>
            <a:chExt cx="1331399" cy="563121"/>
          </a:xfrm>
        </p:grpSpPr>
        <p:sp>
          <p:nvSpPr>
            <p:cNvPr name="{{image_12}}" id="10" descr="{{image_12}}"/>
            <p:cNvSpPr/>
            <p:nvPr/>
          </p:nvSpPr>
          <p:spPr>
            <a:xfrm flipH="false" flipV="false" rot="0">
              <a:off x="0" y="0"/>
              <a:ext cx="1331399" cy="563121"/>
            </a:xfrm>
            <a:custGeom>
              <a:avLst/>
              <a:gdLst/>
              <a:ahLst/>
              <a:cxnLst/>
              <a:rect r="r" b="b" t="t" l="l"/>
              <a:pathLst>
                <a:path h="563121" w="1331399">
                  <a:moveTo>
                    <a:pt x="0" y="0"/>
                  </a:moveTo>
                  <a:lnTo>
                    <a:pt x="1331399" y="0"/>
                  </a:lnTo>
                  <a:lnTo>
                    <a:pt x="1331399" y="563121"/>
                  </a:lnTo>
                  <a:lnTo>
                    <a:pt x="0" y="563121"/>
                  </a:lnTo>
                  <a:close/>
                </a:path>
              </a:pathLst>
            </a:custGeom>
            <a:blipFill>
              <a:blip r:embed="rId5"/>
              <a:stretch>
                <a:fillRect l="0" t="-73042" r="0" b="-181827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1680433"/>
            <a:ext cx="9049556" cy="32670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2600"/>
              </a:lnSpc>
            </a:pPr>
            <a:r>
              <a:rPr lang="en-US" sz="72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{{s17_title}}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82787" y="4433671"/>
            <a:ext cx="4936661" cy="167511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3607"/>
              </a:lnSpc>
            </a:pPr>
            <a:r>
              <a:rPr lang="en-US" sz="9719">
                <a:solidFill>
                  <a:srgbClr val="CD4B4B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50263" y="569940"/>
            <a:ext cx="816303" cy="204076"/>
          </a:xfrm>
          <a:custGeom>
            <a:avLst/>
            <a:gdLst/>
            <a:ahLst/>
            <a:cxnLst/>
            <a:rect r="r" b="b" t="t" l="l"/>
            <a:pathLst>
              <a:path h="204076" w="816303">
                <a:moveTo>
                  <a:pt x="0" y="0"/>
                </a:moveTo>
                <a:lnTo>
                  <a:pt x="816303" y="0"/>
                </a:lnTo>
                <a:lnTo>
                  <a:pt x="816303" y="204075"/>
                </a:lnTo>
                <a:lnTo>
                  <a:pt x="0" y="204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7382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59194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946038"/>
            <a:ext cx="9049556" cy="16668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2600"/>
              </a:lnSpc>
            </a:pPr>
            <a:r>
              <a:rPr lang="en-US" sz="72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{{s18_title}}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095875"/>
            <a:ext cx="6185956" cy="21113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{{s18_text_1}}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521286"/>
            <a:ext cx="6185956" cy="10541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{{s18_text_2}}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439004" y="2087815"/>
            <a:ext cx="4279276" cy="7170485"/>
            <a:chOff x="0" y="0"/>
            <a:chExt cx="662972" cy="1110896"/>
          </a:xfrm>
        </p:grpSpPr>
        <p:sp>
          <p:nvSpPr>
            <p:cNvPr name="{{image_13}}" id="9" descr="{{image_13}}"/>
            <p:cNvSpPr/>
            <p:nvPr/>
          </p:nvSpPr>
          <p:spPr>
            <a:xfrm flipH="false" flipV="false" rot="0">
              <a:off x="0" y="0"/>
              <a:ext cx="662972" cy="1110896"/>
            </a:xfrm>
            <a:custGeom>
              <a:avLst/>
              <a:gdLst/>
              <a:ahLst/>
              <a:cxnLst/>
              <a:rect r="r" b="b" t="t" l="l"/>
              <a:pathLst>
                <a:path h="1110896" w="662972">
                  <a:moveTo>
                    <a:pt x="0" y="0"/>
                  </a:moveTo>
                  <a:lnTo>
                    <a:pt x="662972" y="0"/>
                  </a:lnTo>
                  <a:lnTo>
                    <a:pt x="662972" y="1110896"/>
                  </a:lnTo>
                  <a:lnTo>
                    <a:pt x="0" y="1110896"/>
                  </a:lnTo>
                  <a:close/>
                </a:path>
              </a:pathLst>
            </a:custGeom>
            <a:blipFill>
              <a:blip r:embed="rId4"/>
              <a:stretch>
                <a:fillRect l="-5819" t="0" r="-5819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980024" y="2087815"/>
            <a:ext cx="4279276" cy="5984333"/>
            <a:chOff x="0" y="0"/>
            <a:chExt cx="662972" cy="927130"/>
          </a:xfrm>
        </p:grpSpPr>
        <p:sp>
          <p:nvSpPr>
            <p:cNvPr name="{{image_12}}" id="11" descr="{{image_12}}"/>
            <p:cNvSpPr/>
            <p:nvPr/>
          </p:nvSpPr>
          <p:spPr>
            <a:xfrm flipH="false" flipV="false" rot="0">
              <a:off x="0" y="0"/>
              <a:ext cx="662972" cy="927130"/>
            </a:xfrm>
            <a:custGeom>
              <a:avLst/>
              <a:gdLst/>
              <a:ahLst/>
              <a:cxnLst/>
              <a:rect r="r" b="b" t="t" l="l"/>
              <a:pathLst>
                <a:path h="927130" w="662972">
                  <a:moveTo>
                    <a:pt x="0" y="0"/>
                  </a:moveTo>
                  <a:lnTo>
                    <a:pt x="662972" y="0"/>
                  </a:lnTo>
                  <a:lnTo>
                    <a:pt x="662972" y="927130"/>
                  </a:lnTo>
                  <a:lnTo>
                    <a:pt x="0" y="927130"/>
                  </a:lnTo>
                  <a:close/>
                </a:path>
              </a:pathLst>
            </a:custGeom>
            <a:blipFill>
              <a:blip r:embed="rId5"/>
              <a:stretch>
                <a:fillRect l="0" t="-3664" r="0" b="-366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277995" y="1674784"/>
            <a:ext cx="4936661" cy="167511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3607"/>
              </a:lnSpc>
            </a:pPr>
            <a:r>
              <a:rPr lang="en-US" sz="9719">
                <a:solidFill>
                  <a:srgbClr val="CD4B4B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/>
            </a:r>
          </a:p>
        </p:txBody>
      </p:sp>
      <p:sp>
        <p:nvSpPr>
          <p:cNvPr name="AutoShape 13" id="13"/>
          <p:cNvSpPr/>
          <p:nvPr/>
        </p:nvSpPr>
        <p:spPr>
          <a:xfrm>
            <a:off x="16721977" y="9534215"/>
            <a:ext cx="649224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17622082" y="9258300"/>
            <a:ext cx="0" cy="649224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7617320" y="9534215"/>
            <a:ext cx="3323284" cy="8541323"/>
            <a:chOff x="0" y="0"/>
            <a:chExt cx="875268" cy="22495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5268" cy="2249567"/>
            </a:xfrm>
            <a:custGeom>
              <a:avLst/>
              <a:gdLst/>
              <a:ahLst/>
              <a:cxnLst/>
              <a:rect r="r" b="b" t="t" l="l"/>
              <a:pathLst>
                <a:path h="2249567" w="875268">
                  <a:moveTo>
                    <a:pt x="0" y="0"/>
                  </a:moveTo>
                  <a:lnTo>
                    <a:pt x="875268" y="0"/>
                  </a:lnTo>
                  <a:lnTo>
                    <a:pt x="875268" y="2249567"/>
                  </a:lnTo>
                  <a:lnTo>
                    <a:pt x="0" y="2249567"/>
                  </a:lnTo>
                  <a:close/>
                </a:path>
              </a:pathLst>
            </a:custGeom>
            <a:solidFill>
              <a:srgbClr val="D6293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75268" cy="228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50263" y="569940"/>
            <a:ext cx="816303" cy="204076"/>
          </a:xfrm>
          <a:custGeom>
            <a:avLst/>
            <a:gdLst/>
            <a:ahLst/>
            <a:cxnLst/>
            <a:rect r="r" b="b" t="t" l="l"/>
            <a:pathLst>
              <a:path h="204076" w="816303">
                <a:moveTo>
                  <a:pt x="0" y="0"/>
                </a:moveTo>
                <a:lnTo>
                  <a:pt x="816303" y="0"/>
                </a:lnTo>
                <a:lnTo>
                  <a:pt x="816303" y="204075"/>
                </a:lnTo>
                <a:lnTo>
                  <a:pt x="0" y="204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7382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59194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23224" y="1876425"/>
            <a:ext cx="9536076" cy="48672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2600"/>
              </a:lnSpc>
            </a:pPr>
            <a:r>
              <a:rPr lang="en-US" b="true" sz="7200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{{adabiyotlar}}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012269"/>
            <a:ext cx="7721563" cy="14065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{{adabiyotlar_ro_yxati}}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682890"/>
            <a:ext cx="7721563" cy="7016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/>
            </a:r>
          </a:p>
        </p:txBody>
      </p:sp>
      <p:sp>
        <p:nvSpPr>
          <p:cNvPr name="AutoShape 8" id="8"/>
          <p:cNvSpPr/>
          <p:nvPr/>
        </p:nvSpPr>
        <p:spPr>
          <a:xfrm>
            <a:off x="16721977" y="9534215"/>
            <a:ext cx="649224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17622082" y="9258300"/>
            <a:ext cx="0" cy="649224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941928" y="5367248"/>
            <a:ext cx="8820296" cy="5427795"/>
            <a:chOff x="0" y="0"/>
            <a:chExt cx="1366495" cy="840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66495" cy="840907"/>
            </a:xfrm>
            <a:custGeom>
              <a:avLst/>
              <a:gdLst/>
              <a:ahLst/>
              <a:cxnLst/>
              <a:rect r="r" b="b" t="t" l="l"/>
              <a:pathLst>
                <a:path h="840907" w="1366495">
                  <a:moveTo>
                    <a:pt x="0" y="0"/>
                  </a:moveTo>
                  <a:lnTo>
                    <a:pt x="1366495" y="0"/>
                  </a:lnTo>
                  <a:lnTo>
                    <a:pt x="1366495" y="840907"/>
                  </a:lnTo>
                  <a:lnTo>
                    <a:pt x="0" y="840907"/>
                  </a:lnTo>
                  <a:close/>
                </a:path>
              </a:pathLst>
            </a:custGeom>
            <a:blipFill>
              <a:blip r:embed="rId4"/>
              <a:stretch>
                <a:fillRect l="0" t="-43124" r="0" b="-10078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762224" y="5956126"/>
            <a:ext cx="7327097" cy="246558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20196"/>
              </a:lnSpc>
            </a:pPr>
            <a:r>
              <a:rPr lang="en-US" sz="14425">
                <a:solidFill>
                  <a:srgbClr val="CD4B4B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50263" y="569940"/>
            <a:ext cx="816303" cy="204076"/>
          </a:xfrm>
          <a:custGeom>
            <a:avLst/>
            <a:gdLst/>
            <a:ahLst/>
            <a:cxnLst/>
            <a:rect r="r" b="b" t="t" l="l"/>
            <a:pathLst>
              <a:path h="204076" w="816303">
                <a:moveTo>
                  <a:pt x="0" y="0"/>
                </a:moveTo>
                <a:lnTo>
                  <a:pt x="816303" y="0"/>
                </a:lnTo>
                <a:lnTo>
                  <a:pt x="816303" y="204075"/>
                </a:lnTo>
                <a:lnTo>
                  <a:pt x="0" y="204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7382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59194" y="370233"/>
            <a:ext cx="1460253" cy="43823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3670"/>
              </a:lnSpc>
              <a:spcBef>
                <a:spcPct val="0"/>
              </a:spcBef>
            </a:pPr>
            <a:r>
              <a:rPr lang="en-US" b="true" sz="2621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50263" y="2626051"/>
            <a:ext cx="9537737" cy="20363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5407"/>
              </a:lnSpc>
            </a:pPr>
            <a:r>
              <a:rPr lang="en-US" sz="10000" b="true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{{yakun}}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6451" y="5212606"/>
            <a:ext cx="6714711" cy="10541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14120F"/>
                </a:solidFill>
                <a:latin typeface="Open Sans Condensed"/>
                <a:ea typeface="Open Sans Condensed"/>
                <a:cs typeface="Open Sans Condensed"/>
                <a:sym typeface="Open Sans Condensed"/>
              </a:rPr>
              <a:t>{{muallif}}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50263" y="6685806"/>
            <a:ext cx="4324058" cy="3531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828"/>
              </a:lnSpc>
            </a:pPr>
            <a:r>
              <a:rPr lang="en-US" sz="2299" b="true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50263" y="7248543"/>
            <a:ext cx="2930775" cy="3531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828"/>
              </a:lnSpc>
            </a:pPr>
            <a:r>
              <a:rPr lang="en-US" sz="2299" b="true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50263" y="7811280"/>
            <a:ext cx="3339471" cy="3531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828"/>
              </a:lnSpc>
            </a:pPr>
            <a:r>
              <a:rPr lang="en-US" sz="2299" b="true">
                <a:solidFill>
                  <a:srgbClr val="000000"/>
                </a:solidFill>
                <a:latin typeface="Open Sans Condensed Semi-Bold"/>
                <a:ea typeface="Open Sans Condensed Semi-Bold"/>
                <a:cs typeface="Open Sans Condensed Semi-Bold"/>
                <a:sym typeface="Open Sans Condensed Semi-Bold"/>
              </a:rPr>
              <a:t/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530151" y="1797111"/>
            <a:ext cx="7815335" cy="7461189"/>
            <a:chOff x="0" y="0"/>
            <a:chExt cx="1210800" cy="11559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10800" cy="1155934"/>
            </a:xfrm>
            <a:custGeom>
              <a:avLst/>
              <a:gdLst/>
              <a:ahLst/>
              <a:cxnLst/>
              <a:rect r="r" b="b" t="t" l="l"/>
              <a:pathLst>
                <a:path h="1155934" w="1210800">
                  <a:moveTo>
                    <a:pt x="0" y="0"/>
                  </a:moveTo>
                  <a:lnTo>
                    <a:pt x="1210800" y="0"/>
                  </a:lnTo>
                  <a:lnTo>
                    <a:pt x="1210800" y="1155934"/>
                  </a:lnTo>
                  <a:lnTo>
                    <a:pt x="0" y="1155934"/>
                  </a:lnTo>
                  <a:close/>
                </a:path>
              </a:pathLst>
            </a:custGeom>
            <a:blipFill>
              <a:blip r:embed="rId4"/>
              <a:stretch>
                <a:fillRect l="0" t="-28609" r="0" b="-2860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2875609" y="1745677"/>
            <a:ext cx="3323284" cy="8541323"/>
            <a:chOff x="0" y="0"/>
            <a:chExt cx="875268" cy="22495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5268" cy="2249567"/>
            </a:xfrm>
            <a:custGeom>
              <a:avLst/>
              <a:gdLst/>
              <a:ahLst/>
              <a:cxnLst/>
              <a:rect r="r" b="b" t="t" l="l"/>
              <a:pathLst>
                <a:path h="2249567" w="875268">
                  <a:moveTo>
                    <a:pt x="0" y="0"/>
                  </a:moveTo>
                  <a:lnTo>
                    <a:pt x="875268" y="0"/>
                  </a:lnTo>
                  <a:lnTo>
                    <a:pt x="875268" y="2249567"/>
                  </a:lnTo>
                  <a:lnTo>
                    <a:pt x="0" y="2249567"/>
                  </a:lnTo>
                  <a:close/>
                </a:path>
              </a:pathLst>
            </a:custGeom>
            <a:solidFill>
              <a:srgbClr val="D6293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75268" cy="228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766451" y="9621792"/>
            <a:ext cx="4064214" cy="8541323"/>
            <a:chOff x="0" y="0"/>
            <a:chExt cx="1070410" cy="22495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0410" cy="2249567"/>
            </a:xfrm>
            <a:custGeom>
              <a:avLst/>
              <a:gdLst/>
              <a:ahLst/>
              <a:cxnLst/>
              <a:rect r="r" b="b" t="t" l="l"/>
              <a:pathLst>
                <a:path h="2249567" w="1070410">
                  <a:moveTo>
                    <a:pt x="0" y="0"/>
                  </a:moveTo>
                  <a:lnTo>
                    <a:pt x="1070410" y="0"/>
                  </a:lnTo>
                  <a:lnTo>
                    <a:pt x="1070410" y="2249567"/>
                  </a:lnTo>
                  <a:lnTo>
                    <a:pt x="0" y="2249567"/>
                  </a:lnTo>
                  <a:close/>
                </a:path>
              </a:pathLst>
            </a:custGeom>
            <a:solidFill>
              <a:srgbClr val="D9AFC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70410" cy="228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30665" y="9621792"/>
            <a:ext cx="2032107" cy="8541323"/>
            <a:chOff x="0" y="0"/>
            <a:chExt cx="535205" cy="22495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5205" cy="2249567"/>
            </a:xfrm>
            <a:custGeom>
              <a:avLst/>
              <a:gdLst/>
              <a:ahLst/>
              <a:cxnLst/>
              <a:rect r="r" b="b" t="t" l="l"/>
              <a:pathLst>
                <a:path h="2249567" w="535205">
                  <a:moveTo>
                    <a:pt x="0" y="0"/>
                  </a:moveTo>
                  <a:lnTo>
                    <a:pt x="535205" y="0"/>
                  </a:lnTo>
                  <a:lnTo>
                    <a:pt x="535205" y="2249567"/>
                  </a:lnTo>
                  <a:lnTo>
                    <a:pt x="0" y="2249567"/>
                  </a:lnTo>
                  <a:close/>
                </a:path>
              </a:pathLst>
            </a:custGeom>
            <a:solidFill>
              <a:srgbClr val="D6293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35205" cy="228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6721977" y="9534215"/>
            <a:ext cx="649224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17622082" y="9258300"/>
            <a:ext cx="0" cy="649224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DAHXbUmQ_L4</dc:identifier>
  <dcterms:modified xsi:type="dcterms:W3CDTF">2011-08-01T06:04:30Z</dcterms:modified>
  <cp:revision>1</cp:revision>
  <dc:title>Red and White Simple Minimalist Digital Marketing Presentation</dc:title>
</cp:coreProperties>
</file>