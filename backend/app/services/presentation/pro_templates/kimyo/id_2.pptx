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Open Sauce Medium" charset="1" panose="00000600000000000000"/>
      <p:regular r:id="rId16"/>
    </p:embeddedFont>
    <p:embeddedFont>
      <p:font typeface="Open Sauce" charset="1" panose="00000500000000000000"/>
      <p:regular r:id="rId17"/>
    </p:embeddedFont>
    <p:embeddedFont>
      <p:font typeface="Open Sauce Semi-Bold" charset="1" panose="00000700000000000000"/>
      <p:regular r:id="rId18"/>
    </p:embeddedFont>
    <p:embeddedFont>
      <p:font typeface="Open Sauce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sv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svg" Type="http://schemas.openxmlformats.org/officeDocument/2006/relationships/image"/><Relationship Id="rId31" Target="../media/image30.png" Type="http://schemas.openxmlformats.org/officeDocument/2006/relationships/image"/><Relationship Id="rId32" Target="../media/image31.sv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15" Target="../media/image22.png" Type="http://schemas.openxmlformats.org/officeDocument/2006/relationships/image"/><Relationship Id="rId16" Target="../media/image23.svg" Type="http://schemas.openxmlformats.org/officeDocument/2006/relationships/image"/><Relationship Id="rId17" Target="../media/image10.png" Type="http://schemas.openxmlformats.org/officeDocument/2006/relationships/image"/><Relationship Id="rId18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15" Target="../media/image22.png" Type="http://schemas.openxmlformats.org/officeDocument/2006/relationships/image"/><Relationship Id="rId16" Target="../media/image23.svg" Type="http://schemas.openxmlformats.org/officeDocument/2006/relationships/image"/><Relationship Id="rId17" Target="../media/image10.png" Type="http://schemas.openxmlformats.org/officeDocument/2006/relationships/image"/><Relationship Id="rId18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10.png" Type="http://schemas.openxmlformats.org/officeDocument/2006/relationships/image"/><Relationship Id="rId16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10.png" Type="http://schemas.openxmlformats.org/officeDocument/2006/relationships/image"/><Relationship Id="rId16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10.png" Type="http://schemas.openxmlformats.org/officeDocument/2006/relationships/image"/><Relationship Id="rId16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15" Target="../media/image22.png" Type="http://schemas.openxmlformats.org/officeDocument/2006/relationships/image"/><Relationship Id="rId16" Target="../media/image23.svg" Type="http://schemas.openxmlformats.org/officeDocument/2006/relationships/image"/><Relationship Id="rId17" Target="../media/image10.png" Type="http://schemas.openxmlformats.org/officeDocument/2006/relationships/image"/><Relationship Id="rId18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sv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svg" Type="http://schemas.openxmlformats.org/officeDocument/2006/relationships/image"/><Relationship Id="rId31" Target="../media/image30.png" Type="http://schemas.openxmlformats.org/officeDocument/2006/relationships/image"/><Relationship Id="rId32" Target="../media/image31.sv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8432" y="-593903"/>
            <a:ext cx="2594264" cy="2514078"/>
          </a:xfrm>
          <a:custGeom>
            <a:avLst/>
            <a:gdLst/>
            <a:ahLst/>
            <a:cxnLst/>
            <a:rect r="r" b="b" t="t" l="l"/>
            <a:pathLst>
              <a:path h="2514078" w="2594264">
                <a:moveTo>
                  <a:pt x="0" y="0"/>
                </a:moveTo>
                <a:lnTo>
                  <a:pt x="2594264" y="0"/>
                </a:lnTo>
                <a:lnTo>
                  <a:pt x="2594264" y="2514078"/>
                </a:lnTo>
                <a:lnTo>
                  <a:pt x="0" y="25140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991107">
            <a:off x="3066238" y="-1266722"/>
            <a:ext cx="2664607" cy="3104944"/>
          </a:xfrm>
          <a:custGeom>
            <a:avLst/>
            <a:gdLst/>
            <a:ahLst/>
            <a:cxnLst/>
            <a:rect r="r" b="b" t="t" l="l"/>
            <a:pathLst>
              <a:path h="3104944" w="2664607">
                <a:moveTo>
                  <a:pt x="0" y="0"/>
                </a:moveTo>
                <a:lnTo>
                  <a:pt x="2664607" y="0"/>
                </a:lnTo>
                <a:lnTo>
                  <a:pt x="2664607" y="3104944"/>
                </a:lnTo>
                <a:lnTo>
                  <a:pt x="0" y="3104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29537" y="-689153"/>
            <a:ext cx="1210631" cy="2005563"/>
          </a:xfrm>
          <a:custGeom>
            <a:avLst/>
            <a:gdLst/>
            <a:ahLst/>
            <a:cxnLst/>
            <a:rect r="r" b="b" t="t" l="l"/>
            <a:pathLst>
              <a:path h="2005563" w="1210631">
                <a:moveTo>
                  <a:pt x="0" y="0"/>
                </a:moveTo>
                <a:lnTo>
                  <a:pt x="1210631" y="0"/>
                </a:lnTo>
                <a:lnTo>
                  <a:pt x="1210631" y="2005563"/>
                </a:lnTo>
                <a:lnTo>
                  <a:pt x="0" y="2005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6519235" y="-748531"/>
            <a:ext cx="2442379" cy="2442379"/>
          </a:xfrm>
          <a:custGeom>
            <a:avLst/>
            <a:gdLst/>
            <a:ahLst/>
            <a:cxnLst/>
            <a:rect r="r" b="b" t="t" l="l"/>
            <a:pathLst>
              <a:path h="2442379" w="2442379">
                <a:moveTo>
                  <a:pt x="0" y="0"/>
                </a:moveTo>
                <a:lnTo>
                  <a:pt x="2442379" y="0"/>
                </a:lnTo>
                <a:lnTo>
                  <a:pt x="2442379" y="2442379"/>
                </a:lnTo>
                <a:lnTo>
                  <a:pt x="0" y="24423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82790" y="5509362"/>
            <a:ext cx="646414" cy="2386091"/>
          </a:xfrm>
          <a:custGeom>
            <a:avLst/>
            <a:gdLst/>
            <a:ahLst/>
            <a:cxnLst/>
            <a:rect r="r" b="b" t="t" l="l"/>
            <a:pathLst>
              <a:path h="2386091" w="646414">
                <a:moveTo>
                  <a:pt x="0" y="0"/>
                </a:moveTo>
                <a:lnTo>
                  <a:pt x="646414" y="0"/>
                </a:lnTo>
                <a:lnTo>
                  <a:pt x="646414" y="2386091"/>
                </a:lnTo>
                <a:lnTo>
                  <a:pt x="0" y="238609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839696" y="1549985"/>
            <a:ext cx="2182284" cy="3117549"/>
          </a:xfrm>
          <a:custGeom>
            <a:avLst/>
            <a:gdLst/>
            <a:ahLst/>
            <a:cxnLst/>
            <a:rect r="r" b="b" t="t" l="l"/>
            <a:pathLst>
              <a:path h="3117549" w="2182284">
                <a:moveTo>
                  <a:pt x="0" y="0"/>
                </a:moveTo>
                <a:lnTo>
                  <a:pt x="2182284" y="0"/>
                </a:lnTo>
                <a:lnTo>
                  <a:pt x="2182284" y="3117549"/>
                </a:lnTo>
                <a:lnTo>
                  <a:pt x="0" y="311754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259300" y="5344592"/>
            <a:ext cx="1539793" cy="2550862"/>
          </a:xfrm>
          <a:custGeom>
            <a:avLst/>
            <a:gdLst/>
            <a:ahLst/>
            <a:cxnLst/>
            <a:rect r="r" b="b" t="t" l="l"/>
            <a:pathLst>
              <a:path h="2550862" w="1539793">
                <a:moveTo>
                  <a:pt x="0" y="0"/>
                </a:moveTo>
                <a:lnTo>
                  <a:pt x="1539793" y="0"/>
                </a:lnTo>
                <a:lnTo>
                  <a:pt x="1539793" y="2550861"/>
                </a:lnTo>
                <a:lnTo>
                  <a:pt x="0" y="255086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6072604" y="8215815"/>
            <a:ext cx="2670650" cy="2588103"/>
          </a:xfrm>
          <a:custGeom>
            <a:avLst/>
            <a:gdLst/>
            <a:ahLst/>
            <a:cxnLst/>
            <a:rect r="r" b="b" t="t" l="l"/>
            <a:pathLst>
              <a:path h="2588103" w="2670650">
                <a:moveTo>
                  <a:pt x="2670650" y="0"/>
                </a:moveTo>
                <a:lnTo>
                  <a:pt x="0" y="0"/>
                </a:lnTo>
                <a:lnTo>
                  <a:pt x="0" y="2588103"/>
                </a:lnTo>
                <a:lnTo>
                  <a:pt x="2670650" y="2588103"/>
                </a:lnTo>
                <a:lnTo>
                  <a:pt x="267065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700093" y="8732138"/>
            <a:ext cx="2848118" cy="2780799"/>
          </a:xfrm>
          <a:custGeom>
            <a:avLst/>
            <a:gdLst/>
            <a:ahLst/>
            <a:cxnLst/>
            <a:rect r="r" b="b" t="t" l="l"/>
            <a:pathLst>
              <a:path h="2780799" w="2848118">
                <a:moveTo>
                  <a:pt x="0" y="0"/>
                </a:moveTo>
                <a:lnTo>
                  <a:pt x="2848119" y="0"/>
                </a:lnTo>
                <a:lnTo>
                  <a:pt x="2848119" y="2780799"/>
                </a:lnTo>
                <a:lnTo>
                  <a:pt x="0" y="278079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6312440">
            <a:off x="9298044" y="8596472"/>
            <a:ext cx="2619284" cy="3052132"/>
          </a:xfrm>
          <a:custGeom>
            <a:avLst/>
            <a:gdLst/>
            <a:ahLst/>
            <a:cxnLst/>
            <a:rect r="r" b="b" t="t" l="l"/>
            <a:pathLst>
              <a:path h="3052132" w="2619284">
                <a:moveTo>
                  <a:pt x="0" y="3052131"/>
                </a:moveTo>
                <a:lnTo>
                  <a:pt x="2619284" y="3052131"/>
                </a:lnTo>
                <a:lnTo>
                  <a:pt x="2619284" y="0"/>
                </a:lnTo>
                <a:lnTo>
                  <a:pt x="0" y="0"/>
                </a:lnTo>
                <a:lnTo>
                  <a:pt x="0" y="305213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882207" y="8906392"/>
            <a:ext cx="2732040" cy="1897526"/>
          </a:xfrm>
          <a:custGeom>
            <a:avLst/>
            <a:gdLst/>
            <a:ahLst/>
            <a:cxnLst/>
            <a:rect r="r" b="b" t="t" l="l"/>
            <a:pathLst>
              <a:path h="1897526" w="2732040">
                <a:moveTo>
                  <a:pt x="0" y="0"/>
                </a:moveTo>
                <a:lnTo>
                  <a:pt x="2732040" y="0"/>
                </a:lnTo>
                <a:lnTo>
                  <a:pt x="2732040" y="1897526"/>
                </a:lnTo>
                <a:lnTo>
                  <a:pt x="0" y="189752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-442788" y="2126311"/>
            <a:ext cx="1471992" cy="2611598"/>
          </a:xfrm>
          <a:custGeom>
            <a:avLst/>
            <a:gdLst/>
            <a:ahLst/>
            <a:cxnLst/>
            <a:rect r="r" b="b" t="t" l="l"/>
            <a:pathLst>
              <a:path h="2611598" w="1471992">
                <a:moveTo>
                  <a:pt x="0" y="0"/>
                </a:moveTo>
                <a:lnTo>
                  <a:pt x="1471992" y="0"/>
                </a:lnTo>
                <a:lnTo>
                  <a:pt x="1471992" y="2611598"/>
                </a:lnTo>
                <a:lnTo>
                  <a:pt x="0" y="261159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2867131" y="8732138"/>
            <a:ext cx="2269276" cy="2437699"/>
          </a:xfrm>
          <a:custGeom>
            <a:avLst/>
            <a:gdLst/>
            <a:ahLst/>
            <a:cxnLst/>
            <a:rect r="r" b="b" t="t" l="l"/>
            <a:pathLst>
              <a:path h="2437699" w="2269276">
                <a:moveTo>
                  <a:pt x="0" y="0"/>
                </a:moveTo>
                <a:lnTo>
                  <a:pt x="2269276" y="0"/>
                </a:lnTo>
                <a:lnTo>
                  <a:pt x="2269276" y="2437699"/>
                </a:lnTo>
                <a:lnTo>
                  <a:pt x="0" y="243769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-271474" y="7966838"/>
            <a:ext cx="2581066" cy="3086057"/>
          </a:xfrm>
          <a:custGeom>
            <a:avLst/>
            <a:gdLst/>
            <a:ahLst/>
            <a:cxnLst/>
            <a:rect r="r" b="b" t="t" l="l"/>
            <a:pathLst>
              <a:path h="3086057" w="2581066">
                <a:moveTo>
                  <a:pt x="0" y="0"/>
                </a:moveTo>
                <a:lnTo>
                  <a:pt x="2581066" y="0"/>
                </a:lnTo>
                <a:lnTo>
                  <a:pt x="2581066" y="3086057"/>
                </a:lnTo>
                <a:lnTo>
                  <a:pt x="0" y="308605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10800000">
            <a:off x="10207938" y="-1421868"/>
            <a:ext cx="3594398" cy="2738278"/>
          </a:xfrm>
          <a:custGeom>
            <a:avLst/>
            <a:gdLst/>
            <a:ahLst/>
            <a:cxnLst/>
            <a:rect r="r" b="b" t="t" l="l"/>
            <a:pathLst>
              <a:path h="2738278" w="3594398">
                <a:moveTo>
                  <a:pt x="0" y="0"/>
                </a:moveTo>
                <a:lnTo>
                  <a:pt x="3594398" y="0"/>
                </a:lnTo>
                <a:lnTo>
                  <a:pt x="3594398" y="2738278"/>
                </a:lnTo>
                <a:lnTo>
                  <a:pt x="0" y="2738278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3671117" y="-1464389"/>
            <a:ext cx="2848118" cy="2780799"/>
          </a:xfrm>
          <a:custGeom>
            <a:avLst/>
            <a:gdLst/>
            <a:ahLst/>
            <a:cxnLst/>
            <a:rect r="r" b="b" t="t" l="l"/>
            <a:pathLst>
              <a:path h="2780799" w="2848118">
                <a:moveTo>
                  <a:pt x="0" y="0"/>
                </a:moveTo>
                <a:lnTo>
                  <a:pt x="2848118" y="0"/>
                </a:lnTo>
                <a:lnTo>
                  <a:pt x="2848118" y="2780799"/>
                </a:lnTo>
                <a:lnTo>
                  <a:pt x="0" y="278079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365554" y="-560960"/>
            <a:ext cx="1570164" cy="1877370"/>
          </a:xfrm>
          <a:custGeom>
            <a:avLst/>
            <a:gdLst/>
            <a:ahLst/>
            <a:cxnLst/>
            <a:rect r="r" b="b" t="t" l="l"/>
            <a:pathLst>
              <a:path h="1877370" w="1570164">
                <a:moveTo>
                  <a:pt x="0" y="0"/>
                </a:moveTo>
                <a:lnTo>
                  <a:pt x="1570164" y="0"/>
                </a:lnTo>
                <a:lnTo>
                  <a:pt x="1570164" y="1877370"/>
                </a:lnTo>
                <a:lnTo>
                  <a:pt x="0" y="187737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4039773" y="2783916"/>
            <a:ext cx="10208454" cy="369983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14176"/>
              </a:lnSpc>
            </a:pPr>
            <a:r>
              <a:rPr lang="en-US" b="true" sz="10000" spc="-405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{{topic}}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70778" y="6848067"/>
            <a:ext cx="9946445" cy="5048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3600"/>
              </a:lnSpc>
            </a:pPr>
            <a:r>
              <a:rPr lang="en-US" b="true" sz="3600" spc="-96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{{muallif}}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393057" y="3432110"/>
            <a:ext cx="2866243" cy="2866243"/>
          </a:xfrm>
          <a:custGeom>
            <a:avLst/>
            <a:gdLst/>
            <a:ahLst/>
            <a:cxnLst/>
            <a:rect r="r" b="b" t="t" l="l"/>
            <a:pathLst>
              <a:path h="2866243" w="2866243">
                <a:moveTo>
                  <a:pt x="0" y="0"/>
                </a:moveTo>
                <a:lnTo>
                  <a:pt x="2866243" y="0"/>
                </a:lnTo>
                <a:lnTo>
                  <a:pt x="2866243" y="2866243"/>
                </a:lnTo>
                <a:lnTo>
                  <a:pt x="0" y="2866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6809" y="1028700"/>
            <a:ext cx="2182284" cy="3117549"/>
          </a:xfrm>
          <a:custGeom>
            <a:avLst/>
            <a:gdLst/>
            <a:ahLst/>
            <a:cxnLst/>
            <a:rect r="r" b="b" t="t" l="l"/>
            <a:pathLst>
              <a:path h="3117549" w="2182284">
                <a:moveTo>
                  <a:pt x="0" y="0"/>
                </a:moveTo>
                <a:lnTo>
                  <a:pt x="2182284" y="0"/>
                </a:lnTo>
                <a:lnTo>
                  <a:pt x="2182284" y="3117549"/>
                </a:lnTo>
                <a:lnTo>
                  <a:pt x="0" y="31175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5344592"/>
            <a:ext cx="1539793" cy="2550862"/>
          </a:xfrm>
          <a:custGeom>
            <a:avLst/>
            <a:gdLst/>
            <a:ahLst/>
            <a:cxnLst/>
            <a:rect r="r" b="b" t="t" l="l"/>
            <a:pathLst>
              <a:path h="2550862" w="1539793">
                <a:moveTo>
                  <a:pt x="0" y="0"/>
                </a:moveTo>
                <a:lnTo>
                  <a:pt x="1539793" y="0"/>
                </a:lnTo>
                <a:lnTo>
                  <a:pt x="1539793" y="2550861"/>
                </a:lnTo>
                <a:lnTo>
                  <a:pt x="0" y="25508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128443" y="8025315"/>
            <a:ext cx="2927568" cy="2837080"/>
          </a:xfrm>
          <a:custGeom>
            <a:avLst/>
            <a:gdLst/>
            <a:ahLst/>
            <a:cxnLst/>
            <a:rect r="r" b="b" t="t" l="l"/>
            <a:pathLst>
              <a:path h="2837080" w="2927568">
                <a:moveTo>
                  <a:pt x="2927568" y="0"/>
                </a:moveTo>
                <a:lnTo>
                  <a:pt x="0" y="0"/>
                </a:lnTo>
                <a:lnTo>
                  <a:pt x="0" y="2837080"/>
                </a:lnTo>
                <a:lnTo>
                  <a:pt x="2927568" y="2837080"/>
                </a:lnTo>
                <a:lnTo>
                  <a:pt x="2927568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82207" y="6620023"/>
            <a:ext cx="2876871" cy="1998117"/>
          </a:xfrm>
          <a:custGeom>
            <a:avLst/>
            <a:gdLst/>
            <a:ahLst/>
            <a:cxnLst/>
            <a:rect r="r" b="b" t="t" l="l"/>
            <a:pathLst>
              <a:path h="1998117" w="2876871">
                <a:moveTo>
                  <a:pt x="0" y="0"/>
                </a:moveTo>
                <a:lnTo>
                  <a:pt x="2876870" y="0"/>
                </a:lnTo>
                <a:lnTo>
                  <a:pt x="2876870" y="1998117"/>
                </a:lnTo>
                <a:lnTo>
                  <a:pt x="0" y="19981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882207" y="327961"/>
            <a:ext cx="2848118" cy="2780799"/>
          </a:xfrm>
          <a:custGeom>
            <a:avLst/>
            <a:gdLst/>
            <a:ahLst/>
            <a:cxnLst/>
            <a:rect r="r" b="b" t="t" l="l"/>
            <a:pathLst>
              <a:path h="2780799" w="2848118">
                <a:moveTo>
                  <a:pt x="0" y="0"/>
                </a:moveTo>
                <a:lnTo>
                  <a:pt x="2848118" y="0"/>
                </a:lnTo>
                <a:lnTo>
                  <a:pt x="2848118" y="2780799"/>
                </a:lnTo>
                <a:lnTo>
                  <a:pt x="0" y="278079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82207" y="9163050"/>
            <a:ext cx="2848118" cy="2780799"/>
          </a:xfrm>
          <a:custGeom>
            <a:avLst/>
            <a:gdLst/>
            <a:ahLst/>
            <a:cxnLst/>
            <a:rect r="r" b="b" t="t" l="l"/>
            <a:pathLst>
              <a:path h="2780799" w="2848118">
                <a:moveTo>
                  <a:pt x="0" y="0"/>
                </a:moveTo>
                <a:lnTo>
                  <a:pt x="2848118" y="0"/>
                </a:lnTo>
                <a:lnTo>
                  <a:pt x="2848118" y="2780799"/>
                </a:lnTo>
                <a:lnTo>
                  <a:pt x="0" y="278079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87308" y="-647383"/>
            <a:ext cx="1471992" cy="2611598"/>
          </a:xfrm>
          <a:custGeom>
            <a:avLst/>
            <a:gdLst/>
            <a:ahLst/>
            <a:cxnLst/>
            <a:rect r="r" b="b" t="t" l="l"/>
            <a:pathLst>
              <a:path h="2611598" w="1471992">
                <a:moveTo>
                  <a:pt x="0" y="0"/>
                </a:moveTo>
                <a:lnTo>
                  <a:pt x="1471992" y="0"/>
                </a:lnTo>
                <a:lnTo>
                  <a:pt x="1471992" y="2611598"/>
                </a:lnTo>
                <a:lnTo>
                  <a:pt x="0" y="26115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2882207" y="3432110"/>
            <a:ext cx="646414" cy="2386091"/>
          </a:xfrm>
          <a:custGeom>
            <a:avLst/>
            <a:gdLst/>
            <a:ahLst/>
            <a:cxnLst/>
            <a:rect r="r" b="b" t="t" l="l"/>
            <a:pathLst>
              <a:path h="2386091" w="646414">
                <a:moveTo>
                  <a:pt x="0" y="0"/>
                </a:moveTo>
                <a:lnTo>
                  <a:pt x="646413" y="0"/>
                </a:lnTo>
                <a:lnTo>
                  <a:pt x="646413" y="2386091"/>
                </a:lnTo>
                <a:lnTo>
                  <a:pt x="0" y="238609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680807" y="2805578"/>
            <a:ext cx="8115300" cy="19812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7800"/>
              </a:lnSpc>
            </a:pPr>
            <a:r>
              <a:rPr lang="en-US" b="true" sz="6500" spc="-182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{{reja}}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0807" y="5027274"/>
            <a:ext cx="7751586" cy="245414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{{reja_1}}</a:t>
            </a:r>
          </a:p>
          <a:p>
            <a:pPr algn="l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{{reja_2}}</a:t>
            </a:r>
          </a:p>
          <a:p>
            <a:pPr algn="l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{{reja_3}}</a:t>
            </a:r>
          </a:p>
          <a:p>
            <a:pPr algn="l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{{reja_4}}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393057" y="3432110"/>
            <a:ext cx="2866243" cy="2866243"/>
          </a:xfrm>
          <a:custGeom>
            <a:avLst/>
            <a:gdLst/>
            <a:ahLst/>
            <a:cxnLst/>
            <a:rect r="r" b="b" t="t" l="l"/>
            <a:pathLst>
              <a:path h="2866243" w="2866243">
                <a:moveTo>
                  <a:pt x="0" y="0"/>
                </a:moveTo>
                <a:lnTo>
                  <a:pt x="2866243" y="0"/>
                </a:lnTo>
                <a:lnTo>
                  <a:pt x="2866243" y="2866243"/>
                </a:lnTo>
                <a:lnTo>
                  <a:pt x="0" y="2866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6809" y="1028700"/>
            <a:ext cx="2182284" cy="3117549"/>
          </a:xfrm>
          <a:custGeom>
            <a:avLst/>
            <a:gdLst/>
            <a:ahLst/>
            <a:cxnLst/>
            <a:rect r="r" b="b" t="t" l="l"/>
            <a:pathLst>
              <a:path h="3117549" w="2182284">
                <a:moveTo>
                  <a:pt x="0" y="0"/>
                </a:moveTo>
                <a:lnTo>
                  <a:pt x="2182284" y="0"/>
                </a:lnTo>
                <a:lnTo>
                  <a:pt x="2182284" y="3117549"/>
                </a:lnTo>
                <a:lnTo>
                  <a:pt x="0" y="31175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5344592"/>
            <a:ext cx="1539793" cy="2550862"/>
          </a:xfrm>
          <a:custGeom>
            <a:avLst/>
            <a:gdLst/>
            <a:ahLst/>
            <a:cxnLst/>
            <a:rect r="r" b="b" t="t" l="l"/>
            <a:pathLst>
              <a:path h="2550862" w="1539793">
                <a:moveTo>
                  <a:pt x="0" y="0"/>
                </a:moveTo>
                <a:lnTo>
                  <a:pt x="1539793" y="0"/>
                </a:lnTo>
                <a:lnTo>
                  <a:pt x="1539793" y="2550861"/>
                </a:lnTo>
                <a:lnTo>
                  <a:pt x="0" y="25508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128443" y="8025315"/>
            <a:ext cx="2927568" cy="2837080"/>
          </a:xfrm>
          <a:custGeom>
            <a:avLst/>
            <a:gdLst/>
            <a:ahLst/>
            <a:cxnLst/>
            <a:rect r="r" b="b" t="t" l="l"/>
            <a:pathLst>
              <a:path h="2837080" w="2927568">
                <a:moveTo>
                  <a:pt x="2927568" y="0"/>
                </a:moveTo>
                <a:lnTo>
                  <a:pt x="0" y="0"/>
                </a:lnTo>
                <a:lnTo>
                  <a:pt x="0" y="2837080"/>
                </a:lnTo>
                <a:lnTo>
                  <a:pt x="2927568" y="2837080"/>
                </a:lnTo>
                <a:lnTo>
                  <a:pt x="2927568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82207" y="6620023"/>
            <a:ext cx="2876871" cy="1998117"/>
          </a:xfrm>
          <a:custGeom>
            <a:avLst/>
            <a:gdLst/>
            <a:ahLst/>
            <a:cxnLst/>
            <a:rect r="r" b="b" t="t" l="l"/>
            <a:pathLst>
              <a:path h="1998117" w="2876871">
                <a:moveTo>
                  <a:pt x="0" y="0"/>
                </a:moveTo>
                <a:lnTo>
                  <a:pt x="2876870" y="0"/>
                </a:lnTo>
                <a:lnTo>
                  <a:pt x="2876870" y="1998117"/>
                </a:lnTo>
                <a:lnTo>
                  <a:pt x="0" y="19981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882207" y="327961"/>
            <a:ext cx="2848118" cy="2780799"/>
          </a:xfrm>
          <a:custGeom>
            <a:avLst/>
            <a:gdLst/>
            <a:ahLst/>
            <a:cxnLst/>
            <a:rect r="r" b="b" t="t" l="l"/>
            <a:pathLst>
              <a:path h="2780799" w="2848118">
                <a:moveTo>
                  <a:pt x="0" y="0"/>
                </a:moveTo>
                <a:lnTo>
                  <a:pt x="2848118" y="0"/>
                </a:lnTo>
                <a:lnTo>
                  <a:pt x="2848118" y="2780799"/>
                </a:lnTo>
                <a:lnTo>
                  <a:pt x="0" y="278079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82207" y="9163050"/>
            <a:ext cx="2848118" cy="2780799"/>
          </a:xfrm>
          <a:custGeom>
            <a:avLst/>
            <a:gdLst/>
            <a:ahLst/>
            <a:cxnLst/>
            <a:rect r="r" b="b" t="t" l="l"/>
            <a:pathLst>
              <a:path h="2780799" w="2848118">
                <a:moveTo>
                  <a:pt x="0" y="0"/>
                </a:moveTo>
                <a:lnTo>
                  <a:pt x="2848118" y="0"/>
                </a:lnTo>
                <a:lnTo>
                  <a:pt x="2848118" y="2780799"/>
                </a:lnTo>
                <a:lnTo>
                  <a:pt x="0" y="278079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87308" y="-647383"/>
            <a:ext cx="1471992" cy="2611598"/>
          </a:xfrm>
          <a:custGeom>
            <a:avLst/>
            <a:gdLst/>
            <a:ahLst/>
            <a:cxnLst/>
            <a:rect r="r" b="b" t="t" l="l"/>
            <a:pathLst>
              <a:path h="2611598" w="1471992">
                <a:moveTo>
                  <a:pt x="0" y="0"/>
                </a:moveTo>
                <a:lnTo>
                  <a:pt x="1471992" y="0"/>
                </a:lnTo>
                <a:lnTo>
                  <a:pt x="1471992" y="2611598"/>
                </a:lnTo>
                <a:lnTo>
                  <a:pt x="0" y="26115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2882207" y="3432110"/>
            <a:ext cx="646414" cy="2386091"/>
          </a:xfrm>
          <a:custGeom>
            <a:avLst/>
            <a:gdLst/>
            <a:ahLst/>
            <a:cxnLst/>
            <a:rect r="r" b="b" t="t" l="l"/>
            <a:pathLst>
              <a:path h="2386091" w="646414">
                <a:moveTo>
                  <a:pt x="0" y="0"/>
                </a:moveTo>
                <a:lnTo>
                  <a:pt x="646413" y="0"/>
                </a:lnTo>
                <a:lnTo>
                  <a:pt x="646413" y="2386091"/>
                </a:lnTo>
                <a:lnTo>
                  <a:pt x="0" y="238609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680807" y="2805578"/>
            <a:ext cx="8115300" cy="19812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7800"/>
              </a:lnSpc>
            </a:pPr>
            <a:r>
              <a:rPr lang="en-US" b="true" sz="6500" spc="-182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{{s03_title}}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0807" y="5027274"/>
            <a:ext cx="7751586" cy="245414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{{s03_text_1}}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80807" y="2872253"/>
            <a:ext cx="7751586" cy="1838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7200"/>
              </a:lnSpc>
            </a:pPr>
            <a:r>
              <a:rPr lang="en-US" b="true" sz="6000" spc="-168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{{s04_title}}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0807" y="5027274"/>
            <a:ext cx="7751586" cy="245414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{{s04_text_1}}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8570190" y="973951"/>
            <a:ext cx="12906678" cy="8339098"/>
          </a:xfrm>
          <a:custGeom>
            <a:avLst/>
            <a:gdLst/>
            <a:ahLst/>
            <a:cxnLst/>
            <a:rect r="r" b="b" t="t" l="l"/>
            <a:pathLst>
              <a:path h="8339098" w="12906678">
                <a:moveTo>
                  <a:pt x="0" y="0"/>
                </a:moveTo>
                <a:lnTo>
                  <a:pt x="12906679" y="0"/>
                </a:lnTo>
                <a:lnTo>
                  <a:pt x="12906679" y="8339098"/>
                </a:lnTo>
                <a:lnTo>
                  <a:pt x="0" y="83390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1812210" y="-712143"/>
            <a:ext cx="0" cy="11711287"/>
          </a:xfrm>
          <a:prstGeom prst="line">
            <a:avLst/>
          </a:prstGeom>
          <a:ln cap="flat" w="38100">
            <a:solidFill>
              <a:srgbClr val="1928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1722357" y="3396341"/>
            <a:ext cx="179705" cy="1797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285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722357" y="5476561"/>
            <a:ext cx="179705" cy="1797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285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505941" y="1038225"/>
            <a:ext cx="4237031" cy="7463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961"/>
              </a:lnSpc>
            </a:pPr>
            <a:r>
              <a:rPr lang="en-US" b="true" sz="5010" spc="135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05941" y="1914104"/>
            <a:ext cx="4362603" cy="9852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1972"/>
              </a:lnSpc>
            </a:pPr>
            <a:r>
              <a:rPr lang="en-US" b="true" sz="1408" u="none">
                <a:solidFill>
                  <a:srgbClr val="19285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{{s04_text_2}}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05941" y="3117768"/>
            <a:ext cx="4237031" cy="7463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961"/>
              </a:lnSpc>
            </a:pPr>
            <a:r>
              <a:rPr lang="en-US" b="true" sz="5010" spc="135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05941" y="3993647"/>
            <a:ext cx="4362603" cy="9852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1972"/>
              </a:lnSpc>
            </a:pPr>
            <a:r>
              <a:rPr lang="en-US" b="true" sz="1408" u="none">
                <a:solidFill>
                  <a:srgbClr val="19285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{{s04_text_3}}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05941" y="5197987"/>
            <a:ext cx="4237031" cy="7463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961"/>
              </a:lnSpc>
            </a:pPr>
            <a:r>
              <a:rPr lang="en-US" b="true" sz="5010" spc="135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05941" y="6073866"/>
            <a:ext cx="4362603" cy="9852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1972"/>
              </a:lnSpc>
            </a:pPr>
            <a:r>
              <a:rPr lang="en-US" b="true" sz="1408" u="none">
                <a:solidFill>
                  <a:srgbClr val="19285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{{s04_text_4}}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722357" y="1316798"/>
            <a:ext cx="179705" cy="17970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285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505941" y="7278207"/>
            <a:ext cx="4237031" cy="7463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961"/>
              </a:lnSpc>
            </a:pPr>
            <a:r>
              <a:rPr lang="en-US" b="true" sz="5010" spc="135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/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05941" y="8154086"/>
            <a:ext cx="4362603" cy="9852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1972"/>
              </a:lnSpc>
            </a:pPr>
            <a:r>
              <a:rPr lang="en-US" b="true" sz="1408" u="none">
                <a:solidFill>
                  <a:srgbClr val="19285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{{s04_text_5}}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722357" y="7556781"/>
            <a:ext cx="179705" cy="17970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285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80807" y="2657940"/>
            <a:ext cx="7153956" cy="1838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7200"/>
              </a:lnSpc>
            </a:pPr>
            <a:r>
              <a:rPr lang="en-US" b="true" sz="6000" spc="-168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{{s05_title}}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0807" y="4812962"/>
            <a:ext cx="7153956" cy="28065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{{s05_text_1}}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701782" y="5213034"/>
            <a:ext cx="3826320" cy="3360298"/>
            <a:chOff x="0" y="0"/>
            <a:chExt cx="1265533" cy="11113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5533" cy="1111399"/>
            </a:xfrm>
            <a:custGeom>
              <a:avLst/>
              <a:gdLst/>
              <a:ahLst/>
              <a:cxnLst/>
              <a:rect r="r" b="b" t="t" l="l"/>
              <a:pathLst>
                <a:path h="1111399" w="1265533">
                  <a:moveTo>
                    <a:pt x="56653" y="0"/>
                  </a:moveTo>
                  <a:lnTo>
                    <a:pt x="1208880" y="0"/>
                  </a:lnTo>
                  <a:cubicBezTo>
                    <a:pt x="1223905" y="0"/>
                    <a:pt x="1238315" y="5969"/>
                    <a:pt x="1248940" y="16593"/>
                  </a:cubicBezTo>
                  <a:cubicBezTo>
                    <a:pt x="1259564" y="27218"/>
                    <a:pt x="1265533" y="41628"/>
                    <a:pt x="1265533" y="56653"/>
                  </a:cubicBezTo>
                  <a:lnTo>
                    <a:pt x="1265533" y="1054746"/>
                  </a:lnTo>
                  <a:cubicBezTo>
                    <a:pt x="1265533" y="1069771"/>
                    <a:pt x="1259564" y="1084181"/>
                    <a:pt x="1248940" y="1094806"/>
                  </a:cubicBezTo>
                  <a:cubicBezTo>
                    <a:pt x="1238315" y="1105430"/>
                    <a:pt x="1223905" y="1111399"/>
                    <a:pt x="1208880" y="1111399"/>
                  </a:cubicBezTo>
                  <a:lnTo>
                    <a:pt x="56653" y="1111399"/>
                  </a:lnTo>
                  <a:cubicBezTo>
                    <a:pt x="41628" y="1111399"/>
                    <a:pt x="27218" y="1105430"/>
                    <a:pt x="16593" y="1094806"/>
                  </a:cubicBezTo>
                  <a:cubicBezTo>
                    <a:pt x="5969" y="1084181"/>
                    <a:pt x="0" y="1069771"/>
                    <a:pt x="0" y="1054746"/>
                  </a:cubicBezTo>
                  <a:lnTo>
                    <a:pt x="0" y="56653"/>
                  </a:lnTo>
                  <a:cubicBezTo>
                    <a:pt x="0" y="41628"/>
                    <a:pt x="5969" y="27218"/>
                    <a:pt x="16593" y="16593"/>
                  </a:cubicBezTo>
                  <a:cubicBezTo>
                    <a:pt x="27218" y="5969"/>
                    <a:pt x="41628" y="0"/>
                    <a:pt x="56653" y="0"/>
                  </a:cubicBezTo>
                  <a:close/>
                </a:path>
              </a:pathLst>
            </a:custGeom>
            <a:solidFill>
              <a:srgbClr val="6B7EC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04775"/>
              <a:ext cx="1265533" cy="1006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01782" y="1713668"/>
            <a:ext cx="3826320" cy="3360298"/>
            <a:chOff x="0" y="0"/>
            <a:chExt cx="1265533" cy="11113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5533" cy="1111399"/>
            </a:xfrm>
            <a:custGeom>
              <a:avLst/>
              <a:gdLst/>
              <a:ahLst/>
              <a:cxnLst/>
              <a:rect r="r" b="b" t="t" l="l"/>
              <a:pathLst>
                <a:path h="1111399" w="1265533">
                  <a:moveTo>
                    <a:pt x="56653" y="0"/>
                  </a:moveTo>
                  <a:lnTo>
                    <a:pt x="1208880" y="0"/>
                  </a:lnTo>
                  <a:cubicBezTo>
                    <a:pt x="1223905" y="0"/>
                    <a:pt x="1238315" y="5969"/>
                    <a:pt x="1248940" y="16593"/>
                  </a:cubicBezTo>
                  <a:cubicBezTo>
                    <a:pt x="1259564" y="27218"/>
                    <a:pt x="1265533" y="41628"/>
                    <a:pt x="1265533" y="56653"/>
                  </a:cubicBezTo>
                  <a:lnTo>
                    <a:pt x="1265533" y="1054746"/>
                  </a:lnTo>
                  <a:cubicBezTo>
                    <a:pt x="1265533" y="1069771"/>
                    <a:pt x="1259564" y="1084181"/>
                    <a:pt x="1248940" y="1094806"/>
                  </a:cubicBezTo>
                  <a:cubicBezTo>
                    <a:pt x="1238315" y="1105430"/>
                    <a:pt x="1223905" y="1111399"/>
                    <a:pt x="1208880" y="1111399"/>
                  </a:cubicBezTo>
                  <a:lnTo>
                    <a:pt x="56653" y="1111399"/>
                  </a:lnTo>
                  <a:cubicBezTo>
                    <a:pt x="41628" y="1111399"/>
                    <a:pt x="27218" y="1105430"/>
                    <a:pt x="16593" y="1094806"/>
                  </a:cubicBezTo>
                  <a:cubicBezTo>
                    <a:pt x="5969" y="1084181"/>
                    <a:pt x="0" y="1069771"/>
                    <a:pt x="0" y="1054746"/>
                  </a:cubicBezTo>
                  <a:lnTo>
                    <a:pt x="0" y="56653"/>
                  </a:lnTo>
                  <a:cubicBezTo>
                    <a:pt x="0" y="41628"/>
                    <a:pt x="5969" y="27218"/>
                    <a:pt x="16593" y="16593"/>
                  </a:cubicBezTo>
                  <a:cubicBezTo>
                    <a:pt x="27218" y="5969"/>
                    <a:pt x="41628" y="0"/>
                    <a:pt x="56653" y="0"/>
                  </a:cubicBezTo>
                  <a:close/>
                </a:path>
              </a:pathLst>
            </a:custGeom>
            <a:solidFill>
              <a:srgbClr val="D9E0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04775"/>
              <a:ext cx="1265533" cy="1006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75000" y="1713668"/>
            <a:ext cx="3826320" cy="3360298"/>
            <a:chOff x="0" y="0"/>
            <a:chExt cx="1265533" cy="11113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5533" cy="1111399"/>
            </a:xfrm>
            <a:custGeom>
              <a:avLst/>
              <a:gdLst/>
              <a:ahLst/>
              <a:cxnLst/>
              <a:rect r="r" b="b" t="t" l="l"/>
              <a:pathLst>
                <a:path h="1111399" w="1265533">
                  <a:moveTo>
                    <a:pt x="56653" y="0"/>
                  </a:moveTo>
                  <a:lnTo>
                    <a:pt x="1208880" y="0"/>
                  </a:lnTo>
                  <a:cubicBezTo>
                    <a:pt x="1223905" y="0"/>
                    <a:pt x="1238315" y="5969"/>
                    <a:pt x="1248940" y="16593"/>
                  </a:cubicBezTo>
                  <a:cubicBezTo>
                    <a:pt x="1259564" y="27218"/>
                    <a:pt x="1265533" y="41628"/>
                    <a:pt x="1265533" y="56653"/>
                  </a:cubicBezTo>
                  <a:lnTo>
                    <a:pt x="1265533" y="1054746"/>
                  </a:lnTo>
                  <a:cubicBezTo>
                    <a:pt x="1265533" y="1069771"/>
                    <a:pt x="1259564" y="1084181"/>
                    <a:pt x="1248940" y="1094806"/>
                  </a:cubicBezTo>
                  <a:cubicBezTo>
                    <a:pt x="1238315" y="1105430"/>
                    <a:pt x="1223905" y="1111399"/>
                    <a:pt x="1208880" y="1111399"/>
                  </a:cubicBezTo>
                  <a:lnTo>
                    <a:pt x="56653" y="1111399"/>
                  </a:lnTo>
                  <a:cubicBezTo>
                    <a:pt x="41628" y="1111399"/>
                    <a:pt x="27218" y="1105430"/>
                    <a:pt x="16593" y="1094806"/>
                  </a:cubicBezTo>
                  <a:cubicBezTo>
                    <a:pt x="5969" y="1084181"/>
                    <a:pt x="0" y="1069771"/>
                    <a:pt x="0" y="1054746"/>
                  </a:cubicBezTo>
                  <a:lnTo>
                    <a:pt x="0" y="56653"/>
                  </a:lnTo>
                  <a:cubicBezTo>
                    <a:pt x="0" y="41628"/>
                    <a:pt x="5969" y="27218"/>
                    <a:pt x="16593" y="16593"/>
                  </a:cubicBezTo>
                  <a:cubicBezTo>
                    <a:pt x="27218" y="5969"/>
                    <a:pt x="41628" y="0"/>
                    <a:pt x="56653" y="0"/>
                  </a:cubicBezTo>
                  <a:close/>
                </a:path>
              </a:pathLst>
            </a:custGeom>
            <a:solidFill>
              <a:srgbClr val="91A2D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04775"/>
              <a:ext cx="1265533" cy="1006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070286" y="2437494"/>
            <a:ext cx="1089312" cy="7734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60"/>
              </a:lnSpc>
            </a:pPr>
            <a:r>
              <a:rPr lang="en-US" sz="6000" spc="-378">
                <a:solidFill>
                  <a:srgbClr val="19285D"/>
                </a:solidFill>
                <a:latin typeface="Open Sauce"/>
                <a:ea typeface="Open Sauce"/>
                <a:cs typeface="Open Sauce"/>
                <a:sym typeface="Open Sauce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77450" y="3309222"/>
            <a:ext cx="3274983" cy="1183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935"/>
              </a:lnSpc>
            </a:pPr>
            <a:r>
              <a:rPr lang="en-US" b="true" sz="1500" u="none">
                <a:solidFill>
                  <a:srgbClr val="19285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{{s05_text_2}}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675000" y="5213034"/>
            <a:ext cx="3826320" cy="3360298"/>
            <a:chOff x="0" y="0"/>
            <a:chExt cx="1265533" cy="11113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5533" cy="1111399"/>
            </a:xfrm>
            <a:custGeom>
              <a:avLst/>
              <a:gdLst/>
              <a:ahLst/>
              <a:cxnLst/>
              <a:rect r="r" b="b" t="t" l="l"/>
              <a:pathLst>
                <a:path h="1111399" w="1265533">
                  <a:moveTo>
                    <a:pt x="56653" y="0"/>
                  </a:moveTo>
                  <a:lnTo>
                    <a:pt x="1208880" y="0"/>
                  </a:lnTo>
                  <a:cubicBezTo>
                    <a:pt x="1223905" y="0"/>
                    <a:pt x="1238315" y="5969"/>
                    <a:pt x="1248940" y="16593"/>
                  </a:cubicBezTo>
                  <a:cubicBezTo>
                    <a:pt x="1259564" y="27218"/>
                    <a:pt x="1265533" y="41628"/>
                    <a:pt x="1265533" y="56653"/>
                  </a:cubicBezTo>
                  <a:lnTo>
                    <a:pt x="1265533" y="1054746"/>
                  </a:lnTo>
                  <a:cubicBezTo>
                    <a:pt x="1265533" y="1069771"/>
                    <a:pt x="1259564" y="1084181"/>
                    <a:pt x="1248940" y="1094806"/>
                  </a:cubicBezTo>
                  <a:cubicBezTo>
                    <a:pt x="1238315" y="1105430"/>
                    <a:pt x="1223905" y="1111399"/>
                    <a:pt x="1208880" y="1111399"/>
                  </a:cubicBezTo>
                  <a:lnTo>
                    <a:pt x="56653" y="1111399"/>
                  </a:lnTo>
                  <a:cubicBezTo>
                    <a:pt x="41628" y="1111399"/>
                    <a:pt x="27218" y="1105430"/>
                    <a:pt x="16593" y="1094806"/>
                  </a:cubicBezTo>
                  <a:cubicBezTo>
                    <a:pt x="5969" y="1084181"/>
                    <a:pt x="0" y="1069771"/>
                    <a:pt x="0" y="1054746"/>
                  </a:cubicBezTo>
                  <a:lnTo>
                    <a:pt x="0" y="56653"/>
                  </a:lnTo>
                  <a:cubicBezTo>
                    <a:pt x="0" y="41628"/>
                    <a:pt x="5969" y="27218"/>
                    <a:pt x="16593" y="16593"/>
                  </a:cubicBezTo>
                  <a:cubicBezTo>
                    <a:pt x="27218" y="5969"/>
                    <a:pt x="41628" y="0"/>
                    <a:pt x="56653" y="0"/>
                  </a:cubicBezTo>
                  <a:close/>
                </a:path>
              </a:pathLst>
            </a:custGeom>
            <a:solidFill>
              <a:srgbClr val="D9E0F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04775"/>
              <a:ext cx="1265533" cy="1006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043504" y="2433125"/>
            <a:ext cx="1089312" cy="7734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60"/>
              </a:lnSpc>
            </a:pPr>
            <a:r>
              <a:rPr lang="en-US" sz="6000" spc="-378">
                <a:solidFill>
                  <a:srgbClr val="19285D"/>
                </a:solidFill>
                <a:latin typeface="Open Sauce"/>
                <a:ea typeface="Open Sauce"/>
                <a:cs typeface="Open Sauce"/>
                <a:sym typeface="Open Sauce"/>
              </a:rPr>
              <a:t/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950668" y="3304853"/>
            <a:ext cx="3274983" cy="1183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935"/>
              </a:lnSpc>
            </a:pPr>
            <a:r>
              <a:rPr lang="en-US" b="true" sz="1500" u="none">
                <a:solidFill>
                  <a:srgbClr val="19285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{{s05_text_3}}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043504" y="5932492"/>
            <a:ext cx="1089312" cy="7734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60"/>
              </a:lnSpc>
            </a:pPr>
            <a:r>
              <a:rPr lang="en-US" sz="6000" spc="-378">
                <a:solidFill>
                  <a:srgbClr val="19285D"/>
                </a:solidFill>
                <a:latin typeface="Open Sauce"/>
                <a:ea typeface="Open Sauce"/>
                <a:cs typeface="Open Sauce"/>
                <a:sym typeface="Open Sauce"/>
              </a:rPr>
              <a:t/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950668" y="6804220"/>
            <a:ext cx="3274983" cy="1183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935"/>
              </a:lnSpc>
            </a:pPr>
            <a:r>
              <a:rPr lang="en-US" b="true" sz="1500" u="none">
                <a:solidFill>
                  <a:srgbClr val="19285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{{s05_text_4}}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070286" y="5932492"/>
            <a:ext cx="1089312" cy="7734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60"/>
              </a:lnSpc>
            </a:pPr>
            <a:r>
              <a:rPr lang="en-US" sz="6000" spc="-378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/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77450" y="6804220"/>
            <a:ext cx="3274983" cy="1183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935"/>
              </a:lnSpc>
            </a:pPr>
            <a:r>
              <a:rPr lang="en-US" b="true" sz="1500" u="none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{{s05_text_5}}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80807" y="2189749"/>
            <a:ext cx="7153956" cy="923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7200"/>
              </a:lnSpc>
            </a:pPr>
            <a:r>
              <a:rPr lang="en-US" b="true" sz="6000" spc="-168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{{s06_title}}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0807" y="3344270"/>
            <a:ext cx="7153956" cy="21017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{{s06_text_1}}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3384" y="2589696"/>
            <a:ext cx="6099053" cy="1807538"/>
          </a:xfrm>
          <a:custGeom>
            <a:avLst/>
            <a:gdLst/>
            <a:ahLst/>
            <a:cxnLst/>
            <a:rect r="r" b="b" t="t" l="l"/>
            <a:pathLst>
              <a:path h="1807538" w="6099053">
                <a:moveTo>
                  <a:pt x="0" y="0"/>
                </a:moveTo>
                <a:lnTo>
                  <a:pt x="6099053" y="0"/>
                </a:lnTo>
                <a:lnTo>
                  <a:pt x="6099053" y="1807537"/>
                </a:lnTo>
                <a:lnTo>
                  <a:pt x="0" y="18075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341227" y="3493465"/>
            <a:ext cx="5518167" cy="4203840"/>
          </a:xfrm>
          <a:custGeom>
            <a:avLst/>
            <a:gdLst/>
            <a:ahLst/>
            <a:cxnLst/>
            <a:rect r="r" b="b" t="t" l="l"/>
            <a:pathLst>
              <a:path h="4203840" w="5518167">
                <a:moveTo>
                  <a:pt x="0" y="0"/>
                </a:moveTo>
                <a:lnTo>
                  <a:pt x="5518166" y="0"/>
                </a:lnTo>
                <a:lnTo>
                  <a:pt x="5518166" y="4203839"/>
                </a:lnTo>
                <a:lnTo>
                  <a:pt x="0" y="42038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680807" y="5986003"/>
            <a:ext cx="7153956" cy="21017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{{s06_text_2}}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43910" y="1405723"/>
            <a:ext cx="7697292" cy="1838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7200"/>
              </a:lnSpc>
            </a:pPr>
            <a:r>
              <a:rPr lang="en-US" b="true" sz="6000" spc="-168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{{s07_title}}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345810" y="3548848"/>
            <a:ext cx="8367205" cy="1668055"/>
            <a:chOff x="0" y="0"/>
            <a:chExt cx="3002145" cy="59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02145" cy="598496"/>
            </a:xfrm>
            <a:custGeom>
              <a:avLst/>
              <a:gdLst/>
              <a:ahLst/>
              <a:cxnLst/>
              <a:rect r="r" b="b" t="t" l="l"/>
              <a:pathLst>
                <a:path h="598496" w="3002145">
                  <a:moveTo>
                    <a:pt x="25908" y="0"/>
                  </a:moveTo>
                  <a:lnTo>
                    <a:pt x="2976237" y="0"/>
                  </a:lnTo>
                  <a:cubicBezTo>
                    <a:pt x="2990546" y="0"/>
                    <a:pt x="3002145" y="11599"/>
                    <a:pt x="3002145" y="25908"/>
                  </a:cubicBezTo>
                  <a:lnTo>
                    <a:pt x="3002145" y="572589"/>
                  </a:lnTo>
                  <a:cubicBezTo>
                    <a:pt x="3002145" y="586897"/>
                    <a:pt x="2990546" y="598496"/>
                    <a:pt x="2976237" y="598496"/>
                  </a:cubicBezTo>
                  <a:lnTo>
                    <a:pt x="25908" y="598496"/>
                  </a:lnTo>
                  <a:cubicBezTo>
                    <a:pt x="11599" y="598496"/>
                    <a:pt x="0" y="586897"/>
                    <a:pt x="0" y="572589"/>
                  </a:cubicBezTo>
                  <a:lnTo>
                    <a:pt x="0" y="25908"/>
                  </a:lnTo>
                  <a:cubicBezTo>
                    <a:pt x="0" y="11599"/>
                    <a:pt x="11599" y="0"/>
                    <a:pt x="25908" y="0"/>
                  </a:cubicBezTo>
                  <a:close/>
                </a:path>
              </a:pathLst>
            </a:custGeom>
            <a:solidFill>
              <a:srgbClr val="D9E0F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3002145" cy="493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843910" y="3784613"/>
            <a:ext cx="7371005" cy="11489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334"/>
              </a:lnSpc>
            </a:pPr>
            <a:r>
              <a:rPr lang="en-US" b="true" sz="1567" u="none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{{s07_text_1}}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292376" y="2535438"/>
            <a:ext cx="3651286" cy="5216123"/>
          </a:xfrm>
          <a:custGeom>
            <a:avLst/>
            <a:gdLst/>
            <a:ahLst/>
            <a:cxnLst/>
            <a:rect r="r" b="b" t="t" l="l"/>
            <a:pathLst>
              <a:path h="5216123" w="3651286">
                <a:moveTo>
                  <a:pt x="0" y="0"/>
                </a:moveTo>
                <a:lnTo>
                  <a:pt x="3651286" y="0"/>
                </a:lnTo>
                <a:lnTo>
                  <a:pt x="3651286" y="5216124"/>
                </a:lnTo>
                <a:lnTo>
                  <a:pt x="0" y="5216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345810" y="5374374"/>
            <a:ext cx="8367205" cy="1668055"/>
            <a:chOff x="0" y="0"/>
            <a:chExt cx="3002145" cy="5984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02145" cy="598496"/>
            </a:xfrm>
            <a:custGeom>
              <a:avLst/>
              <a:gdLst/>
              <a:ahLst/>
              <a:cxnLst/>
              <a:rect r="r" b="b" t="t" l="l"/>
              <a:pathLst>
                <a:path h="598496" w="3002145">
                  <a:moveTo>
                    <a:pt x="25908" y="0"/>
                  </a:moveTo>
                  <a:lnTo>
                    <a:pt x="2976237" y="0"/>
                  </a:lnTo>
                  <a:cubicBezTo>
                    <a:pt x="2990546" y="0"/>
                    <a:pt x="3002145" y="11599"/>
                    <a:pt x="3002145" y="25908"/>
                  </a:cubicBezTo>
                  <a:lnTo>
                    <a:pt x="3002145" y="572589"/>
                  </a:lnTo>
                  <a:cubicBezTo>
                    <a:pt x="3002145" y="586897"/>
                    <a:pt x="2990546" y="598496"/>
                    <a:pt x="2976237" y="598496"/>
                  </a:cubicBezTo>
                  <a:lnTo>
                    <a:pt x="25908" y="598496"/>
                  </a:lnTo>
                  <a:cubicBezTo>
                    <a:pt x="11599" y="598496"/>
                    <a:pt x="0" y="586897"/>
                    <a:pt x="0" y="572589"/>
                  </a:cubicBezTo>
                  <a:lnTo>
                    <a:pt x="0" y="25908"/>
                  </a:lnTo>
                  <a:cubicBezTo>
                    <a:pt x="0" y="11599"/>
                    <a:pt x="11599" y="0"/>
                    <a:pt x="25908" y="0"/>
                  </a:cubicBezTo>
                  <a:close/>
                </a:path>
              </a:pathLst>
            </a:custGeom>
            <a:solidFill>
              <a:srgbClr val="91A2D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04775"/>
              <a:ext cx="3002145" cy="493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847635" y="5612037"/>
            <a:ext cx="7371005" cy="11489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334"/>
              </a:lnSpc>
            </a:pPr>
            <a:r>
              <a:rPr lang="en-US" b="true" sz="1567" u="none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{{s07_text_2}}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345810" y="7203697"/>
            <a:ext cx="8367205" cy="1668055"/>
            <a:chOff x="0" y="0"/>
            <a:chExt cx="3002145" cy="5984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02145" cy="598496"/>
            </a:xfrm>
            <a:custGeom>
              <a:avLst/>
              <a:gdLst/>
              <a:ahLst/>
              <a:cxnLst/>
              <a:rect r="r" b="b" t="t" l="l"/>
              <a:pathLst>
                <a:path h="598496" w="3002145">
                  <a:moveTo>
                    <a:pt x="25908" y="0"/>
                  </a:moveTo>
                  <a:lnTo>
                    <a:pt x="2976237" y="0"/>
                  </a:lnTo>
                  <a:cubicBezTo>
                    <a:pt x="2990546" y="0"/>
                    <a:pt x="3002145" y="11599"/>
                    <a:pt x="3002145" y="25908"/>
                  </a:cubicBezTo>
                  <a:lnTo>
                    <a:pt x="3002145" y="572589"/>
                  </a:lnTo>
                  <a:cubicBezTo>
                    <a:pt x="3002145" y="586897"/>
                    <a:pt x="2990546" y="598496"/>
                    <a:pt x="2976237" y="598496"/>
                  </a:cubicBezTo>
                  <a:lnTo>
                    <a:pt x="25908" y="598496"/>
                  </a:lnTo>
                  <a:cubicBezTo>
                    <a:pt x="11599" y="598496"/>
                    <a:pt x="0" y="586897"/>
                    <a:pt x="0" y="572589"/>
                  </a:cubicBezTo>
                  <a:lnTo>
                    <a:pt x="0" y="25908"/>
                  </a:lnTo>
                  <a:cubicBezTo>
                    <a:pt x="0" y="11599"/>
                    <a:pt x="11599" y="0"/>
                    <a:pt x="25908" y="0"/>
                  </a:cubicBezTo>
                  <a:close/>
                </a:path>
              </a:pathLst>
            </a:custGeom>
            <a:solidFill>
              <a:srgbClr val="D9E0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04775"/>
              <a:ext cx="3002145" cy="493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847635" y="7439462"/>
            <a:ext cx="7371005" cy="11489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334"/>
              </a:lnSpc>
            </a:pPr>
            <a:r>
              <a:rPr lang="en-US" b="true" sz="1567" u="none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{{s07_text_3}}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12436" y="1747762"/>
            <a:ext cx="10786257" cy="923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7200"/>
              </a:lnSpc>
            </a:pPr>
            <a:r>
              <a:rPr lang="en-US" b="true" sz="6000" spc="-168">
                <a:solidFill>
                  <a:srgbClr val="FBF6F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{{s08_title}}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27574" y="2933066"/>
            <a:ext cx="11709723" cy="13968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{{s08_text_1}}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50703" y="4587114"/>
            <a:ext cx="11709723" cy="13968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{{s08_text_2}}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337861" y="7168830"/>
            <a:ext cx="2421406" cy="3459152"/>
          </a:xfrm>
          <a:custGeom>
            <a:avLst/>
            <a:gdLst/>
            <a:ahLst/>
            <a:cxnLst/>
            <a:rect r="r" b="b" t="t" l="l"/>
            <a:pathLst>
              <a:path h="3459152" w="2421406">
                <a:moveTo>
                  <a:pt x="0" y="0"/>
                </a:moveTo>
                <a:lnTo>
                  <a:pt x="2421407" y="0"/>
                </a:lnTo>
                <a:lnTo>
                  <a:pt x="2421407" y="3459152"/>
                </a:lnTo>
                <a:lnTo>
                  <a:pt x="0" y="34591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10247" y="7789876"/>
            <a:ext cx="1708514" cy="2830370"/>
          </a:xfrm>
          <a:custGeom>
            <a:avLst/>
            <a:gdLst/>
            <a:ahLst/>
            <a:cxnLst/>
            <a:rect r="r" b="b" t="t" l="l"/>
            <a:pathLst>
              <a:path h="2830370" w="1708514">
                <a:moveTo>
                  <a:pt x="0" y="0"/>
                </a:moveTo>
                <a:lnTo>
                  <a:pt x="1708514" y="0"/>
                </a:lnTo>
                <a:lnTo>
                  <a:pt x="1708514" y="2830371"/>
                </a:lnTo>
                <a:lnTo>
                  <a:pt x="0" y="28303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0333608" y="7789876"/>
            <a:ext cx="3248354" cy="3147951"/>
          </a:xfrm>
          <a:custGeom>
            <a:avLst/>
            <a:gdLst/>
            <a:ahLst/>
            <a:cxnLst/>
            <a:rect r="r" b="b" t="t" l="l"/>
            <a:pathLst>
              <a:path h="3147951" w="3248354">
                <a:moveTo>
                  <a:pt x="3248355" y="0"/>
                </a:moveTo>
                <a:lnTo>
                  <a:pt x="0" y="0"/>
                </a:lnTo>
                <a:lnTo>
                  <a:pt x="0" y="3147951"/>
                </a:lnTo>
                <a:lnTo>
                  <a:pt x="3248355" y="3147951"/>
                </a:lnTo>
                <a:lnTo>
                  <a:pt x="324835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09735" y="7789876"/>
            <a:ext cx="3192102" cy="2217060"/>
          </a:xfrm>
          <a:custGeom>
            <a:avLst/>
            <a:gdLst/>
            <a:ahLst/>
            <a:cxnLst/>
            <a:rect r="r" b="b" t="t" l="l"/>
            <a:pathLst>
              <a:path h="2217060" w="3192102">
                <a:moveTo>
                  <a:pt x="0" y="0"/>
                </a:moveTo>
                <a:lnTo>
                  <a:pt x="3192101" y="0"/>
                </a:lnTo>
                <a:lnTo>
                  <a:pt x="3192101" y="2217060"/>
                </a:lnTo>
                <a:lnTo>
                  <a:pt x="0" y="2217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3204083" y="7789876"/>
            <a:ext cx="3160199" cy="3085503"/>
          </a:xfrm>
          <a:custGeom>
            <a:avLst/>
            <a:gdLst/>
            <a:ahLst/>
            <a:cxnLst/>
            <a:rect r="r" b="b" t="t" l="l"/>
            <a:pathLst>
              <a:path h="3085503" w="3160199">
                <a:moveTo>
                  <a:pt x="0" y="0"/>
                </a:moveTo>
                <a:lnTo>
                  <a:pt x="3160199" y="0"/>
                </a:lnTo>
                <a:lnTo>
                  <a:pt x="3160199" y="3085504"/>
                </a:lnTo>
                <a:lnTo>
                  <a:pt x="0" y="30855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87683" y="7789876"/>
            <a:ext cx="1249615" cy="2217060"/>
          </a:xfrm>
          <a:custGeom>
            <a:avLst/>
            <a:gdLst/>
            <a:ahLst/>
            <a:cxnLst/>
            <a:rect r="r" b="b" t="t" l="l"/>
            <a:pathLst>
              <a:path h="2217060" w="1249615">
                <a:moveTo>
                  <a:pt x="0" y="0"/>
                </a:moveTo>
                <a:lnTo>
                  <a:pt x="1249616" y="0"/>
                </a:lnTo>
                <a:lnTo>
                  <a:pt x="1249616" y="2217060"/>
                </a:lnTo>
                <a:lnTo>
                  <a:pt x="0" y="22170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8852515" y="7789876"/>
            <a:ext cx="852808" cy="3147951"/>
          </a:xfrm>
          <a:custGeom>
            <a:avLst/>
            <a:gdLst/>
            <a:ahLst/>
            <a:cxnLst/>
            <a:rect r="r" b="b" t="t" l="l"/>
            <a:pathLst>
              <a:path h="3147951" w="852808">
                <a:moveTo>
                  <a:pt x="0" y="0"/>
                </a:moveTo>
                <a:lnTo>
                  <a:pt x="852809" y="0"/>
                </a:lnTo>
                <a:lnTo>
                  <a:pt x="852809" y="3147951"/>
                </a:lnTo>
                <a:lnTo>
                  <a:pt x="0" y="314795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43360" y="1266443"/>
            <a:ext cx="12001281" cy="7754114"/>
          </a:xfrm>
          <a:custGeom>
            <a:avLst/>
            <a:gdLst/>
            <a:ahLst/>
            <a:cxnLst/>
            <a:rect r="r" b="b" t="t" l="l"/>
            <a:pathLst>
              <a:path h="7754114" w="12001281">
                <a:moveTo>
                  <a:pt x="0" y="0"/>
                </a:moveTo>
                <a:lnTo>
                  <a:pt x="12001280" y="0"/>
                </a:lnTo>
                <a:lnTo>
                  <a:pt x="12001280" y="7754114"/>
                </a:lnTo>
                <a:lnTo>
                  <a:pt x="0" y="7754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5268207" y="3056539"/>
            <a:ext cx="7751586" cy="1838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7200"/>
              </a:lnSpc>
            </a:pPr>
            <a:r>
              <a:rPr lang="en-US" b="true" sz="6000" spc="-168">
                <a:solidFill>
                  <a:srgbClr val="19285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{{s09_title}}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14043" y="5119213"/>
            <a:ext cx="9259914" cy="21017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830"/>
              </a:lnSpc>
            </a:pPr>
            <a:r>
              <a:rPr lang="en-US" b="true" sz="1899" u="none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{{s09_text_1}}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80807" y="2872253"/>
            <a:ext cx="7751586" cy="1838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7200"/>
              </a:lnSpc>
            </a:pPr>
            <a:r>
              <a:rPr lang="en-US" b="true" sz="6000" spc="-168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{{s10_title}}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0807" y="5027274"/>
            <a:ext cx="7751586" cy="245414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{{s10_text_1}}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8570190" y="973951"/>
            <a:ext cx="12906678" cy="8339098"/>
          </a:xfrm>
          <a:custGeom>
            <a:avLst/>
            <a:gdLst/>
            <a:ahLst/>
            <a:cxnLst/>
            <a:rect r="r" b="b" t="t" l="l"/>
            <a:pathLst>
              <a:path h="8339098" w="12906678">
                <a:moveTo>
                  <a:pt x="0" y="0"/>
                </a:moveTo>
                <a:lnTo>
                  <a:pt x="12906679" y="0"/>
                </a:lnTo>
                <a:lnTo>
                  <a:pt x="12906679" y="8339098"/>
                </a:lnTo>
                <a:lnTo>
                  <a:pt x="0" y="83390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1812210" y="-712143"/>
            <a:ext cx="0" cy="11711287"/>
          </a:xfrm>
          <a:prstGeom prst="line">
            <a:avLst/>
          </a:prstGeom>
          <a:ln cap="flat" w="38100">
            <a:solidFill>
              <a:srgbClr val="1928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1722357" y="3396341"/>
            <a:ext cx="179705" cy="1797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285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722357" y="5476561"/>
            <a:ext cx="179705" cy="1797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285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505941" y="1038225"/>
            <a:ext cx="4237031" cy="7463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961"/>
              </a:lnSpc>
            </a:pPr>
            <a:r>
              <a:rPr lang="en-US" b="true" sz="5010" spc="135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05941" y="1914104"/>
            <a:ext cx="4362603" cy="9852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1972"/>
              </a:lnSpc>
            </a:pPr>
            <a:r>
              <a:rPr lang="en-US" b="true" sz="1408" u="none">
                <a:solidFill>
                  <a:srgbClr val="19285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{{s10_text_2}}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05941" y="3117768"/>
            <a:ext cx="4237031" cy="7463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961"/>
              </a:lnSpc>
            </a:pPr>
            <a:r>
              <a:rPr lang="en-US" b="true" sz="5010" spc="135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05941" y="3993647"/>
            <a:ext cx="4362603" cy="9852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1972"/>
              </a:lnSpc>
            </a:pPr>
            <a:r>
              <a:rPr lang="en-US" b="true" sz="1408" u="none">
                <a:solidFill>
                  <a:srgbClr val="19285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{{s10_text_3}}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05941" y="5197987"/>
            <a:ext cx="4237031" cy="7463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961"/>
              </a:lnSpc>
            </a:pPr>
            <a:r>
              <a:rPr lang="en-US" b="true" sz="5010" spc="135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05941" y="6073866"/>
            <a:ext cx="4362603" cy="9852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1972"/>
              </a:lnSpc>
            </a:pPr>
            <a:r>
              <a:rPr lang="en-US" b="true" sz="1408" u="none">
                <a:solidFill>
                  <a:srgbClr val="19285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{{s10_text_4}}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722357" y="1316798"/>
            <a:ext cx="179705" cy="17970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285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505941" y="7278207"/>
            <a:ext cx="4237031" cy="7463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961"/>
              </a:lnSpc>
            </a:pPr>
            <a:r>
              <a:rPr lang="en-US" b="true" sz="5010" spc="135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/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05941" y="8154086"/>
            <a:ext cx="4362603" cy="9852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1972"/>
              </a:lnSpc>
            </a:pPr>
            <a:r>
              <a:rPr lang="en-US" b="true" sz="1408" u="none">
                <a:solidFill>
                  <a:srgbClr val="19285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{{s10_text_5}}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722357" y="7556781"/>
            <a:ext cx="179705" cy="17970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285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80807" y="2657940"/>
            <a:ext cx="7153956" cy="1838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7200"/>
              </a:lnSpc>
            </a:pPr>
            <a:r>
              <a:rPr lang="en-US" b="true" sz="6000" spc="-168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{{s11_title}}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0807" y="4812962"/>
            <a:ext cx="7153956" cy="28065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{{s11_text_1}}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701782" y="5213034"/>
            <a:ext cx="3826320" cy="3360298"/>
            <a:chOff x="0" y="0"/>
            <a:chExt cx="1265533" cy="11113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5533" cy="1111399"/>
            </a:xfrm>
            <a:custGeom>
              <a:avLst/>
              <a:gdLst/>
              <a:ahLst/>
              <a:cxnLst/>
              <a:rect r="r" b="b" t="t" l="l"/>
              <a:pathLst>
                <a:path h="1111399" w="1265533">
                  <a:moveTo>
                    <a:pt x="56653" y="0"/>
                  </a:moveTo>
                  <a:lnTo>
                    <a:pt x="1208880" y="0"/>
                  </a:lnTo>
                  <a:cubicBezTo>
                    <a:pt x="1223905" y="0"/>
                    <a:pt x="1238315" y="5969"/>
                    <a:pt x="1248940" y="16593"/>
                  </a:cubicBezTo>
                  <a:cubicBezTo>
                    <a:pt x="1259564" y="27218"/>
                    <a:pt x="1265533" y="41628"/>
                    <a:pt x="1265533" y="56653"/>
                  </a:cubicBezTo>
                  <a:lnTo>
                    <a:pt x="1265533" y="1054746"/>
                  </a:lnTo>
                  <a:cubicBezTo>
                    <a:pt x="1265533" y="1069771"/>
                    <a:pt x="1259564" y="1084181"/>
                    <a:pt x="1248940" y="1094806"/>
                  </a:cubicBezTo>
                  <a:cubicBezTo>
                    <a:pt x="1238315" y="1105430"/>
                    <a:pt x="1223905" y="1111399"/>
                    <a:pt x="1208880" y="1111399"/>
                  </a:cubicBezTo>
                  <a:lnTo>
                    <a:pt x="56653" y="1111399"/>
                  </a:lnTo>
                  <a:cubicBezTo>
                    <a:pt x="41628" y="1111399"/>
                    <a:pt x="27218" y="1105430"/>
                    <a:pt x="16593" y="1094806"/>
                  </a:cubicBezTo>
                  <a:cubicBezTo>
                    <a:pt x="5969" y="1084181"/>
                    <a:pt x="0" y="1069771"/>
                    <a:pt x="0" y="1054746"/>
                  </a:cubicBezTo>
                  <a:lnTo>
                    <a:pt x="0" y="56653"/>
                  </a:lnTo>
                  <a:cubicBezTo>
                    <a:pt x="0" y="41628"/>
                    <a:pt x="5969" y="27218"/>
                    <a:pt x="16593" y="16593"/>
                  </a:cubicBezTo>
                  <a:cubicBezTo>
                    <a:pt x="27218" y="5969"/>
                    <a:pt x="41628" y="0"/>
                    <a:pt x="56653" y="0"/>
                  </a:cubicBezTo>
                  <a:close/>
                </a:path>
              </a:pathLst>
            </a:custGeom>
            <a:solidFill>
              <a:srgbClr val="6B7EC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04775"/>
              <a:ext cx="1265533" cy="1006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01782" y="1713668"/>
            <a:ext cx="3826320" cy="3360298"/>
            <a:chOff x="0" y="0"/>
            <a:chExt cx="1265533" cy="11113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5533" cy="1111399"/>
            </a:xfrm>
            <a:custGeom>
              <a:avLst/>
              <a:gdLst/>
              <a:ahLst/>
              <a:cxnLst/>
              <a:rect r="r" b="b" t="t" l="l"/>
              <a:pathLst>
                <a:path h="1111399" w="1265533">
                  <a:moveTo>
                    <a:pt x="56653" y="0"/>
                  </a:moveTo>
                  <a:lnTo>
                    <a:pt x="1208880" y="0"/>
                  </a:lnTo>
                  <a:cubicBezTo>
                    <a:pt x="1223905" y="0"/>
                    <a:pt x="1238315" y="5969"/>
                    <a:pt x="1248940" y="16593"/>
                  </a:cubicBezTo>
                  <a:cubicBezTo>
                    <a:pt x="1259564" y="27218"/>
                    <a:pt x="1265533" y="41628"/>
                    <a:pt x="1265533" y="56653"/>
                  </a:cubicBezTo>
                  <a:lnTo>
                    <a:pt x="1265533" y="1054746"/>
                  </a:lnTo>
                  <a:cubicBezTo>
                    <a:pt x="1265533" y="1069771"/>
                    <a:pt x="1259564" y="1084181"/>
                    <a:pt x="1248940" y="1094806"/>
                  </a:cubicBezTo>
                  <a:cubicBezTo>
                    <a:pt x="1238315" y="1105430"/>
                    <a:pt x="1223905" y="1111399"/>
                    <a:pt x="1208880" y="1111399"/>
                  </a:cubicBezTo>
                  <a:lnTo>
                    <a:pt x="56653" y="1111399"/>
                  </a:lnTo>
                  <a:cubicBezTo>
                    <a:pt x="41628" y="1111399"/>
                    <a:pt x="27218" y="1105430"/>
                    <a:pt x="16593" y="1094806"/>
                  </a:cubicBezTo>
                  <a:cubicBezTo>
                    <a:pt x="5969" y="1084181"/>
                    <a:pt x="0" y="1069771"/>
                    <a:pt x="0" y="1054746"/>
                  </a:cubicBezTo>
                  <a:lnTo>
                    <a:pt x="0" y="56653"/>
                  </a:lnTo>
                  <a:cubicBezTo>
                    <a:pt x="0" y="41628"/>
                    <a:pt x="5969" y="27218"/>
                    <a:pt x="16593" y="16593"/>
                  </a:cubicBezTo>
                  <a:cubicBezTo>
                    <a:pt x="27218" y="5969"/>
                    <a:pt x="41628" y="0"/>
                    <a:pt x="56653" y="0"/>
                  </a:cubicBezTo>
                  <a:close/>
                </a:path>
              </a:pathLst>
            </a:custGeom>
            <a:solidFill>
              <a:srgbClr val="D9E0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04775"/>
              <a:ext cx="1265533" cy="1006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75000" y="1713668"/>
            <a:ext cx="3826320" cy="3360298"/>
            <a:chOff x="0" y="0"/>
            <a:chExt cx="1265533" cy="11113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5533" cy="1111399"/>
            </a:xfrm>
            <a:custGeom>
              <a:avLst/>
              <a:gdLst/>
              <a:ahLst/>
              <a:cxnLst/>
              <a:rect r="r" b="b" t="t" l="l"/>
              <a:pathLst>
                <a:path h="1111399" w="1265533">
                  <a:moveTo>
                    <a:pt x="56653" y="0"/>
                  </a:moveTo>
                  <a:lnTo>
                    <a:pt x="1208880" y="0"/>
                  </a:lnTo>
                  <a:cubicBezTo>
                    <a:pt x="1223905" y="0"/>
                    <a:pt x="1238315" y="5969"/>
                    <a:pt x="1248940" y="16593"/>
                  </a:cubicBezTo>
                  <a:cubicBezTo>
                    <a:pt x="1259564" y="27218"/>
                    <a:pt x="1265533" y="41628"/>
                    <a:pt x="1265533" y="56653"/>
                  </a:cubicBezTo>
                  <a:lnTo>
                    <a:pt x="1265533" y="1054746"/>
                  </a:lnTo>
                  <a:cubicBezTo>
                    <a:pt x="1265533" y="1069771"/>
                    <a:pt x="1259564" y="1084181"/>
                    <a:pt x="1248940" y="1094806"/>
                  </a:cubicBezTo>
                  <a:cubicBezTo>
                    <a:pt x="1238315" y="1105430"/>
                    <a:pt x="1223905" y="1111399"/>
                    <a:pt x="1208880" y="1111399"/>
                  </a:cubicBezTo>
                  <a:lnTo>
                    <a:pt x="56653" y="1111399"/>
                  </a:lnTo>
                  <a:cubicBezTo>
                    <a:pt x="41628" y="1111399"/>
                    <a:pt x="27218" y="1105430"/>
                    <a:pt x="16593" y="1094806"/>
                  </a:cubicBezTo>
                  <a:cubicBezTo>
                    <a:pt x="5969" y="1084181"/>
                    <a:pt x="0" y="1069771"/>
                    <a:pt x="0" y="1054746"/>
                  </a:cubicBezTo>
                  <a:lnTo>
                    <a:pt x="0" y="56653"/>
                  </a:lnTo>
                  <a:cubicBezTo>
                    <a:pt x="0" y="41628"/>
                    <a:pt x="5969" y="27218"/>
                    <a:pt x="16593" y="16593"/>
                  </a:cubicBezTo>
                  <a:cubicBezTo>
                    <a:pt x="27218" y="5969"/>
                    <a:pt x="41628" y="0"/>
                    <a:pt x="56653" y="0"/>
                  </a:cubicBezTo>
                  <a:close/>
                </a:path>
              </a:pathLst>
            </a:custGeom>
            <a:solidFill>
              <a:srgbClr val="91A2D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04775"/>
              <a:ext cx="1265533" cy="1006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070286" y="2437494"/>
            <a:ext cx="1089312" cy="7734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60"/>
              </a:lnSpc>
            </a:pPr>
            <a:r>
              <a:rPr lang="en-US" sz="6000" spc="-378">
                <a:solidFill>
                  <a:srgbClr val="19285D"/>
                </a:solidFill>
                <a:latin typeface="Open Sauce"/>
                <a:ea typeface="Open Sauce"/>
                <a:cs typeface="Open Sauce"/>
                <a:sym typeface="Open Sauce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77450" y="3309222"/>
            <a:ext cx="3274983" cy="1183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935"/>
              </a:lnSpc>
            </a:pPr>
            <a:r>
              <a:rPr lang="en-US" b="true" sz="1500" u="none">
                <a:solidFill>
                  <a:srgbClr val="19285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{{s11_text_2}}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675000" y="5213034"/>
            <a:ext cx="3826320" cy="3360298"/>
            <a:chOff x="0" y="0"/>
            <a:chExt cx="1265533" cy="11113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5533" cy="1111399"/>
            </a:xfrm>
            <a:custGeom>
              <a:avLst/>
              <a:gdLst/>
              <a:ahLst/>
              <a:cxnLst/>
              <a:rect r="r" b="b" t="t" l="l"/>
              <a:pathLst>
                <a:path h="1111399" w="1265533">
                  <a:moveTo>
                    <a:pt x="56653" y="0"/>
                  </a:moveTo>
                  <a:lnTo>
                    <a:pt x="1208880" y="0"/>
                  </a:lnTo>
                  <a:cubicBezTo>
                    <a:pt x="1223905" y="0"/>
                    <a:pt x="1238315" y="5969"/>
                    <a:pt x="1248940" y="16593"/>
                  </a:cubicBezTo>
                  <a:cubicBezTo>
                    <a:pt x="1259564" y="27218"/>
                    <a:pt x="1265533" y="41628"/>
                    <a:pt x="1265533" y="56653"/>
                  </a:cubicBezTo>
                  <a:lnTo>
                    <a:pt x="1265533" y="1054746"/>
                  </a:lnTo>
                  <a:cubicBezTo>
                    <a:pt x="1265533" y="1069771"/>
                    <a:pt x="1259564" y="1084181"/>
                    <a:pt x="1248940" y="1094806"/>
                  </a:cubicBezTo>
                  <a:cubicBezTo>
                    <a:pt x="1238315" y="1105430"/>
                    <a:pt x="1223905" y="1111399"/>
                    <a:pt x="1208880" y="1111399"/>
                  </a:cubicBezTo>
                  <a:lnTo>
                    <a:pt x="56653" y="1111399"/>
                  </a:lnTo>
                  <a:cubicBezTo>
                    <a:pt x="41628" y="1111399"/>
                    <a:pt x="27218" y="1105430"/>
                    <a:pt x="16593" y="1094806"/>
                  </a:cubicBezTo>
                  <a:cubicBezTo>
                    <a:pt x="5969" y="1084181"/>
                    <a:pt x="0" y="1069771"/>
                    <a:pt x="0" y="1054746"/>
                  </a:cubicBezTo>
                  <a:lnTo>
                    <a:pt x="0" y="56653"/>
                  </a:lnTo>
                  <a:cubicBezTo>
                    <a:pt x="0" y="41628"/>
                    <a:pt x="5969" y="27218"/>
                    <a:pt x="16593" y="16593"/>
                  </a:cubicBezTo>
                  <a:cubicBezTo>
                    <a:pt x="27218" y="5969"/>
                    <a:pt x="41628" y="0"/>
                    <a:pt x="56653" y="0"/>
                  </a:cubicBezTo>
                  <a:close/>
                </a:path>
              </a:pathLst>
            </a:custGeom>
            <a:solidFill>
              <a:srgbClr val="D9E0F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04775"/>
              <a:ext cx="1265533" cy="1006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043504" y="2433125"/>
            <a:ext cx="1089312" cy="7734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60"/>
              </a:lnSpc>
            </a:pPr>
            <a:r>
              <a:rPr lang="en-US" sz="6000" spc="-378">
                <a:solidFill>
                  <a:srgbClr val="19285D"/>
                </a:solidFill>
                <a:latin typeface="Open Sauce"/>
                <a:ea typeface="Open Sauce"/>
                <a:cs typeface="Open Sauce"/>
                <a:sym typeface="Open Sauce"/>
              </a:rPr>
              <a:t/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950668" y="3304853"/>
            <a:ext cx="3274983" cy="1183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935"/>
              </a:lnSpc>
            </a:pPr>
            <a:r>
              <a:rPr lang="en-US" b="true" sz="1500" u="none">
                <a:solidFill>
                  <a:srgbClr val="19285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{{s11_text_3}}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043504" y="5932492"/>
            <a:ext cx="1089312" cy="7734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60"/>
              </a:lnSpc>
            </a:pPr>
            <a:r>
              <a:rPr lang="en-US" sz="6000" spc="-378">
                <a:solidFill>
                  <a:srgbClr val="19285D"/>
                </a:solidFill>
                <a:latin typeface="Open Sauce"/>
                <a:ea typeface="Open Sauce"/>
                <a:cs typeface="Open Sauce"/>
                <a:sym typeface="Open Sauce"/>
              </a:rPr>
              <a:t/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950668" y="6804220"/>
            <a:ext cx="3274983" cy="1183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935"/>
              </a:lnSpc>
            </a:pPr>
            <a:r>
              <a:rPr lang="en-US" b="true" sz="1500" u="none">
                <a:solidFill>
                  <a:srgbClr val="19285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{{s11_text_4}}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070286" y="5932492"/>
            <a:ext cx="1089312" cy="7734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60"/>
              </a:lnSpc>
            </a:pPr>
            <a:r>
              <a:rPr lang="en-US" sz="6000" spc="-378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/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77450" y="6804220"/>
            <a:ext cx="3274983" cy="1183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935"/>
              </a:lnSpc>
            </a:pPr>
            <a:r>
              <a:rPr lang="en-US" b="true" sz="1500" u="none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{{s11_text_5}}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80807" y="2189749"/>
            <a:ext cx="7153956" cy="923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7200"/>
              </a:lnSpc>
            </a:pPr>
            <a:r>
              <a:rPr lang="en-US" b="true" sz="6000" spc="-168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{{s12_title}}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0807" y="3344270"/>
            <a:ext cx="7153956" cy="21017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{{s12_text_1}}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3384" y="2589696"/>
            <a:ext cx="6099053" cy="1807538"/>
          </a:xfrm>
          <a:custGeom>
            <a:avLst/>
            <a:gdLst/>
            <a:ahLst/>
            <a:cxnLst/>
            <a:rect r="r" b="b" t="t" l="l"/>
            <a:pathLst>
              <a:path h="1807538" w="6099053">
                <a:moveTo>
                  <a:pt x="0" y="0"/>
                </a:moveTo>
                <a:lnTo>
                  <a:pt x="6099053" y="0"/>
                </a:lnTo>
                <a:lnTo>
                  <a:pt x="6099053" y="1807537"/>
                </a:lnTo>
                <a:lnTo>
                  <a:pt x="0" y="18075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341227" y="3493465"/>
            <a:ext cx="5518167" cy="4203840"/>
          </a:xfrm>
          <a:custGeom>
            <a:avLst/>
            <a:gdLst/>
            <a:ahLst/>
            <a:cxnLst/>
            <a:rect r="r" b="b" t="t" l="l"/>
            <a:pathLst>
              <a:path h="4203840" w="5518167">
                <a:moveTo>
                  <a:pt x="0" y="0"/>
                </a:moveTo>
                <a:lnTo>
                  <a:pt x="5518166" y="0"/>
                </a:lnTo>
                <a:lnTo>
                  <a:pt x="5518166" y="4203839"/>
                </a:lnTo>
                <a:lnTo>
                  <a:pt x="0" y="42038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680807" y="5986003"/>
            <a:ext cx="7153956" cy="21017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{{s12_text_2}}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43910" y="1405723"/>
            <a:ext cx="7697292" cy="1838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7200"/>
              </a:lnSpc>
            </a:pPr>
            <a:r>
              <a:rPr lang="en-US" b="true" sz="6000" spc="-168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{{s13_title}}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345810" y="3548848"/>
            <a:ext cx="8367205" cy="1668055"/>
            <a:chOff x="0" y="0"/>
            <a:chExt cx="3002145" cy="59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02145" cy="598496"/>
            </a:xfrm>
            <a:custGeom>
              <a:avLst/>
              <a:gdLst/>
              <a:ahLst/>
              <a:cxnLst/>
              <a:rect r="r" b="b" t="t" l="l"/>
              <a:pathLst>
                <a:path h="598496" w="3002145">
                  <a:moveTo>
                    <a:pt x="25908" y="0"/>
                  </a:moveTo>
                  <a:lnTo>
                    <a:pt x="2976237" y="0"/>
                  </a:lnTo>
                  <a:cubicBezTo>
                    <a:pt x="2990546" y="0"/>
                    <a:pt x="3002145" y="11599"/>
                    <a:pt x="3002145" y="25908"/>
                  </a:cubicBezTo>
                  <a:lnTo>
                    <a:pt x="3002145" y="572589"/>
                  </a:lnTo>
                  <a:cubicBezTo>
                    <a:pt x="3002145" y="586897"/>
                    <a:pt x="2990546" y="598496"/>
                    <a:pt x="2976237" y="598496"/>
                  </a:cubicBezTo>
                  <a:lnTo>
                    <a:pt x="25908" y="598496"/>
                  </a:lnTo>
                  <a:cubicBezTo>
                    <a:pt x="11599" y="598496"/>
                    <a:pt x="0" y="586897"/>
                    <a:pt x="0" y="572589"/>
                  </a:cubicBezTo>
                  <a:lnTo>
                    <a:pt x="0" y="25908"/>
                  </a:lnTo>
                  <a:cubicBezTo>
                    <a:pt x="0" y="11599"/>
                    <a:pt x="11599" y="0"/>
                    <a:pt x="25908" y="0"/>
                  </a:cubicBezTo>
                  <a:close/>
                </a:path>
              </a:pathLst>
            </a:custGeom>
            <a:solidFill>
              <a:srgbClr val="D9E0F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3002145" cy="493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843910" y="3784613"/>
            <a:ext cx="7371005" cy="11489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334"/>
              </a:lnSpc>
            </a:pPr>
            <a:r>
              <a:rPr lang="en-US" b="true" sz="1567" u="none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{{s13_text_1}}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292376" y="2535438"/>
            <a:ext cx="3651286" cy="5216123"/>
          </a:xfrm>
          <a:custGeom>
            <a:avLst/>
            <a:gdLst/>
            <a:ahLst/>
            <a:cxnLst/>
            <a:rect r="r" b="b" t="t" l="l"/>
            <a:pathLst>
              <a:path h="5216123" w="3651286">
                <a:moveTo>
                  <a:pt x="0" y="0"/>
                </a:moveTo>
                <a:lnTo>
                  <a:pt x="3651286" y="0"/>
                </a:lnTo>
                <a:lnTo>
                  <a:pt x="3651286" y="5216124"/>
                </a:lnTo>
                <a:lnTo>
                  <a:pt x="0" y="5216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345810" y="5374374"/>
            <a:ext cx="8367205" cy="1668055"/>
            <a:chOff x="0" y="0"/>
            <a:chExt cx="3002145" cy="5984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02145" cy="598496"/>
            </a:xfrm>
            <a:custGeom>
              <a:avLst/>
              <a:gdLst/>
              <a:ahLst/>
              <a:cxnLst/>
              <a:rect r="r" b="b" t="t" l="l"/>
              <a:pathLst>
                <a:path h="598496" w="3002145">
                  <a:moveTo>
                    <a:pt x="25908" y="0"/>
                  </a:moveTo>
                  <a:lnTo>
                    <a:pt x="2976237" y="0"/>
                  </a:lnTo>
                  <a:cubicBezTo>
                    <a:pt x="2990546" y="0"/>
                    <a:pt x="3002145" y="11599"/>
                    <a:pt x="3002145" y="25908"/>
                  </a:cubicBezTo>
                  <a:lnTo>
                    <a:pt x="3002145" y="572589"/>
                  </a:lnTo>
                  <a:cubicBezTo>
                    <a:pt x="3002145" y="586897"/>
                    <a:pt x="2990546" y="598496"/>
                    <a:pt x="2976237" y="598496"/>
                  </a:cubicBezTo>
                  <a:lnTo>
                    <a:pt x="25908" y="598496"/>
                  </a:lnTo>
                  <a:cubicBezTo>
                    <a:pt x="11599" y="598496"/>
                    <a:pt x="0" y="586897"/>
                    <a:pt x="0" y="572589"/>
                  </a:cubicBezTo>
                  <a:lnTo>
                    <a:pt x="0" y="25908"/>
                  </a:lnTo>
                  <a:cubicBezTo>
                    <a:pt x="0" y="11599"/>
                    <a:pt x="11599" y="0"/>
                    <a:pt x="25908" y="0"/>
                  </a:cubicBezTo>
                  <a:close/>
                </a:path>
              </a:pathLst>
            </a:custGeom>
            <a:solidFill>
              <a:srgbClr val="91A2D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04775"/>
              <a:ext cx="3002145" cy="493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847635" y="5612037"/>
            <a:ext cx="7371005" cy="11489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334"/>
              </a:lnSpc>
            </a:pPr>
            <a:r>
              <a:rPr lang="en-US" b="true" sz="1567" u="none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{{s13_text_2}}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345810" y="7203697"/>
            <a:ext cx="8367205" cy="1668055"/>
            <a:chOff x="0" y="0"/>
            <a:chExt cx="3002145" cy="5984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02145" cy="598496"/>
            </a:xfrm>
            <a:custGeom>
              <a:avLst/>
              <a:gdLst/>
              <a:ahLst/>
              <a:cxnLst/>
              <a:rect r="r" b="b" t="t" l="l"/>
              <a:pathLst>
                <a:path h="598496" w="3002145">
                  <a:moveTo>
                    <a:pt x="25908" y="0"/>
                  </a:moveTo>
                  <a:lnTo>
                    <a:pt x="2976237" y="0"/>
                  </a:lnTo>
                  <a:cubicBezTo>
                    <a:pt x="2990546" y="0"/>
                    <a:pt x="3002145" y="11599"/>
                    <a:pt x="3002145" y="25908"/>
                  </a:cubicBezTo>
                  <a:lnTo>
                    <a:pt x="3002145" y="572589"/>
                  </a:lnTo>
                  <a:cubicBezTo>
                    <a:pt x="3002145" y="586897"/>
                    <a:pt x="2990546" y="598496"/>
                    <a:pt x="2976237" y="598496"/>
                  </a:cubicBezTo>
                  <a:lnTo>
                    <a:pt x="25908" y="598496"/>
                  </a:lnTo>
                  <a:cubicBezTo>
                    <a:pt x="11599" y="598496"/>
                    <a:pt x="0" y="586897"/>
                    <a:pt x="0" y="572589"/>
                  </a:cubicBezTo>
                  <a:lnTo>
                    <a:pt x="0" y="25908"/>
                  </a:lnTo>
                  <a:cubicBezTo>
                    <a:pt x="0" y="11599"/>
                    <a:pt x="11599" y="0"/>
                    <a:pt x="25908" y="0"/>
                  </a:cubicBezTo>
                  <a:close/>
                </a:path>
              </a:pathLst>
            </a:custGeom>
            <a:solidFill>
              <a:srgbClr val="D9E0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04775"/>
              <a:ext cx="3002145" cy="493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847635" y="7439462"/>
            <a:ext cx="7371005" cy="11489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334"/>
              </a:lnSpc>
            </a:pPr>
            <a:r>
              <a:rPr lang="en-US" b="true" sz="1567" u="none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{{s13_text_3}}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12436" y="1747762"/>
            <a:ext cx="10786257" cy="923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7200"/>
              </a:lnSpc>
            </a:pPr>
            <a:r>
              <a:rPr lang="en-US" b="true" sz="6000" spc="-168">
                <a:solidFill>
                  <a:srgbClr val="FBF6F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{{s14_title}}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27574" y="2933066"/>
            <a:ext cx="11709723" cy="13968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{{s14_text_1}}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50703" y="4587114"/>
            <a:ext cx="11709723" cy="13968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{{s14_text_2}}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337861" y="7168830"/>
            <a:ext cx="2421406" cy="3459152"/>
          </a:xfrm>
          <a:custGeom>
            <a:avLst/>
            <a:gdLst/>
            <a:ahLst/>
            <a:cxnLst/>
            <a:rect r="r" b="b" t="t" l="l"/>
            <a:pathLst>
              <a:path h="3459152" w="2421406">
                <a:moveTo>
                  <a:pt x="0" y="0"/>
                </a:moveTo>
                <a:lnTo>
                  <a:pt x="2421407" y="0"/>
                </a:lnTo>
                <a:lnTo>
                  <a:pt x="2421407" y="3459152"/>
                </a:lnTo>
                <a:lnTo>
                  <a:pt x="0" y="34591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10247" y="7789876"/>
            <a:ext cx="1708514" cy="2830370"/>
          </a:xfrm>
          <a:custGeom>
            <a:avLst/>
            <a:gdLst/>
            <a:ahLst/>
            <a:cxnLst/>
            <a:rect r="r" b="b" t="t" l="l"/>
            <a:pathLst>
              <a:path h="2830370" w="1708514">
                <a:moveTo>
                  <a:pt x="0" y="0"/>
                </a:moveTo>
                <a:lnTo>
                  <a:pt x="1708514" y="0"/>
                </a:lnTo>
                <a:lnTo>
                  <a:pt x="1708514" y="2830371"/>
                </a:lnTo>
                <a:lnTo>
                  <a:pt x="0" y="28303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0333608" y="7789876"/>
            <a:ext cx="3248354" cy="3147951"/>
          </a:xfrm>
          <a:custGeom>
            <a:avLst/>
            <a:gdLst/>
            <a:ahLst/>
            <a:cxnLst/>
            <a:rect r="r" b="b" t="t" l="l"/>
            <a:pathLst>
              <a:path h="3147951" w="3248354">
                <a:moveTo>
                  <a:pt x="3248355" y="0"/>
                </a:moveTo>
                <a:lnTo>
                  <a:pt x="0" y="0"/>
                </a:lnTo>
                <a:lnTo>
                  <a:pt x="0" y="3147951"/>
                </a:lnTo>
                <a:lnTo>
                  <a:pt x="3248355" y="3147951"/>
                </a:lnTo>
                <a:lnTo>
                  <a:pt x="324835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09735" y="7789876"/>
            <a:ext cx="3192102" cy="2217060"/>
          </a:xfrm>
          <a:custGeom>
            <a:avLst/>
            <a:gdLst/>
            <a:ahLst/>
            <a:cxnLst/>
            <a:rect r="r" b="b" t="t" l="l"/>
            <a:pathLst>
              <a:path h="2217060" w="3192102">
                <a:moveTo>
                  <a:pt x="0" y="0"/>
                </a:moveTo>
                <a:lnTo>
                  <a:pt x="3192101" y="0"/>
                </a:lnTo>
                <a:lnTo>
                  <a:pt x="3192101" y="2217060"/>
                </a:lnTo>
                <a:lnTo>
                  <a:pt x="0" y="2217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3204083" y="7789876"/>
            <a:ext cx="3160199" cy="3085503"/>
          </a:xfrm>
          <a:custGeom>
            <a:avLst/>
            <a:gdLst/>
            <a:ahLst/>
            <a:cxnLst/>
            <a:rect r="r" b="b" t="t" l="l"/>
            <a:pathLst>
              <a:path h="3085503" w="3160199">
                <a:moveTo>
                  <a:pt x="0" y="0"/>
                </a:moveTo>
                <a:lnTo>
                  <a:pt x="3160199" y="0"/>
                </a:lnTo>
                <a:lnTo>
                  <a:pt x="3160199" y="3085504"/>
                </a:lnTo>
                <a:lnTo>
                  <a:pt x="0" y="30855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87683" y="7789876"/>
            <a:ext cx="1249615" cy="2217060"/>
          </a:xfrm>
          <a:custGeom>
            <a:avLst/>
            <a:gdLst/>
            <a:ahLst/>
            <a:cxnLst/>
            <a:rect r="r" b="b" t="t" l="l"/>
            <a:pathLst>
              <a:path h="2217060" w="1249615">
                <a:moveTo>
                  <a:pt x="0" y="0"/>
                </a:moveTo>
                <a:lnTo>
                  <a:pt x="1249616" y="0"/>
                </a:lnTo>
                <a:lnTo>
                  <a:pt x="1249616" y="2217060"/>
                </a:lnTo>
                <a:lnTo>
                  <a:pt x="0" y="22170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8852515" y="7789876"/>
            <a:ext cx="852808" cy="3147951"/>
          </a:xfrm>
          <a:custGeom>
            <a:avLst/>
            <a:gdLst/>
            <a:ahLst/>
            <a:cxnLst/>
            <a:rect r="r" b="b" t="t" l="l"/>
            <a:pathLst>
              <a:path h="3147951" w="852808">
                <a:moveTo>
                  <a:pt x="0" y="0"/>
                </a:moveTo>
                <a:lnTo>
                  <a:pt x="852809" y="0"/>
                </a:lnTo>
                <a:lnTo>
                  <a:pt x="852809" y="3147951"/>
                </a:lnTo>
                <a:lnTo>
                  <a:pt x="0" y="314795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43360" y="1266443"/>
            <a:ext cx="12001281" cy="7754114"/>
          </a:xfrm>
          <a:custGeom>
            <a:avLst/>
            <a:gdLst/>
            <a:ahLst/>
            <a:cxnLst/>
            <a:rect r="r" b="b" t="t" l="l"/>
            <a:pathLst>
              <a:path h="7754114" w="12001281">
                <a:moveTo>
                  <a:pt x="0" y="0"/>
                </a:moveTo>
                <a:lnTo>
                  <a:pt x="12001280" y="0"/>
                </a:lnTo>
                <a:lnTo>
                  <a:pt x="12001280" y="7754114"/>
                </a:lnTo>
                <a:lnTo>
                  <a:pt x="0" y="7754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5268207" y="3056539"/>
            <a:ext cx="7751586" cy="1838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7200"/>
              </a:lnSpc>
            </a:pPr>
            <a:r>
              <a:rPr lang="en-US" b="true" sz="6000" spc="-168">
                <a:solidFill>
                  <a:srgbClr val="19285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{{s15_title}}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14043" y="5119213"/>
            <a:ext cx="9259914" cy="21017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830"/>
              </a:lnSpc>
            </a:pPr>
            <a:r>
              <a:rPr lang="en-US" b="true" sz="1899" u="none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{{s15_text_1}}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80807" y="2189749"/>
            <a:ext cx="7153956" cy="923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7200"/>
              </a:lnSpc>
            </a:pPr>
            <a:r>
              <a:rPr lang="en-US" b="true" sz="6000" spc="-168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{{s16_title}}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0807" y="3344270"/>
            <a:ext cx="7153956" cy="21017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{{s16_text_1}}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3384" y="2589696"/>
            <a:ext cx="6099053" cy="1807538"/>
          </a:xfrm>
          <a:custGeom>
            <a:avLst/>
            <a:gdLst/>
            <a:ahLst/>
            <a:cxnLst/>
            <a:rect r="r" b="b" t="t" l="l"/>
            <a:pathLst>
              <a:path h="1807538" w="6099053">
                <a:moveTo>
                  <a:pt x="0" y="0"/>
                </a:moveTo>
                <a:lnTo>
                  <a:pt x="6099053" y="0"/>
                </a:lnTo>
                <a:lnTo>
                  <a:pt x="6099053" y="1807537"/>
                </a:lnTo>
                <a:lnTo>
                  <a:pt x="0" y="18075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341227" y="3493465"/>
            <a:ext cx="5518167" cy="4203840"/>
          </a:xfrm>
          <a:custGeom>
            <a:avLst/>
            <a:gdLst/>
            <a:ahLst/>
            <a:cxnLst/>
            <a:rect r="r" b="b" t="t" l="l"/>
            <a:pathLst>
              <a:path h="4203840" w="5518167">
                <a:moveTo>
                  <a:pt x="0" y="0"/>
                </a:moveTo>
                <a:lnTo>
                  <a:pt x="5518166" y="0"/>
                </a:lnTo>
                <a:lnTo>
                  <a:pt x="5518166" y="4203839"/>
                </a:lnTo>
                <a:lnTo>
                  <a:pt x="0" y="42038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680807" y="5986003"/>
            <a:ext cx="7153956" cy="21017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{{s16_text_2}}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12436" y="1747762"/>
            <a:ext cx="10786257" cy="923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7200"/>
              </a:lnSpc>
            </a:pPr>
            <a:r>
              <a:rPr lang="en-US" b="true" sz="6000" spc="-168">
                <a:solidFill>
                  <a:srgbClr val="FBF6F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{{s17_title}}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27574" y="2933066"/>
            <a:ext cx="11709723" cy="13968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{{s17_text_1}}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50703" y="4587114"/>
            <a:ext cx="11709723" cy="13968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{{s17_text_2}}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337861" y="7168830"/>
            <a:ext cx="2421406" cy="3459152"/>
          </a:xfrm>
          <a:custGeom>
            <a:avLst/>
            <a:gdLst/>
            <a:ahLst/>
            <a:cxnLst/>
            <a:rect r="r" b="b" t="t" l="l"/>
            <a:pathLst>
              <a:path h="3459152" w="2421406">
                <a:moveTo>
                  <a:pt x="0" y="0"/>
                </a:moveTo>
                <a:lnTo>
                  <a:pt x="2421407" y="0"/>
                </a:lnTo>
                <a:lnTo>
                  <a:pt x="2421407" y="3459152"/>
                </a:lnTo>
                <a:lnTo>
                  <a:pt x="0" y="34591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10247" y="7789876"/>
            <a:ext cx="1708514" cy="2830370"/>
          </a:xfrm>
          <a:custGeom>
            <a:avLst/>
            <a:gdLst/>
            <a:ahLst/>
            <a:cxnLst/>
            <a:rect r="r" b="b" t="t" l="l"/>
            <a:pathLst>
              <a:path h="2830370" w="1708514">
                <a:moveTo>
                  <a:pt x="0" y="0"/>
                </a:moveTo>
                <a:lnTo>
                  <a:pt x="1708514" y="0"/>
                </a:lnTo>
                <a:lnTo>
                  <a:pt x="1708514" y="2830371"/>
                </a:lnTo>
                <a:lnTo>
                  <a:pt x="0" y="28303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0333608" y="7789876"/>
            <a:ext cx="3248354" cy="3147951"/>
          </a:xfrm>
          <a:custGeom>
            <a:avLst/>
            <a:gdLst/>
            <a:ahLst/>
            <a:cxnLst/>
            <a:rect r="r" b="b" t="t" l="l"/>
            <a:pathLst>
              <a:path h="3147951" w="3248354">
                <a:moveTo>
                  <a:pt x="3248355" y="0"/>
                </a:moveTo>
                <a:lnTo>
                  <a:pt x="0" y="0"/>
                </a:lnTo>
                <a:lnTo>
                  <a:pt x="0" y="3147951"/>
                </a:lnTo>
                <a:lnTo>
                  <a:pt x="3248355" y="3147951"/>
                </a:lnTo>
                <a:lnTo>
                  <a:pt x="324835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09735" y="7789876"/>
            <a:ext cx="3192102" cy="2217060"/>
          </a:xfrm>
          <a:custGeom>
            <a:avLst/>
            <a:gdLst/>
            <a:ahLst/>
            <a:cxnLst/>
            <a:rect r="r" b="b" t="t" l="l"/>
            <a:pathLst>
              <a:path h="2217060" w="3192102">
                <a:moveTo>
                  <a:pt x="0" y="0"/>
                </a:moveTo>
                <a:lnTo>
                  <a:pt x="3192101" y="0"/>
                </a:lnTo>
                <a:lnTo>
                  <a:pt x="3192101" y="2217060"/>
                </a:lnTo>
                <a:lnTo>
                  <a:pt x="0" y="2217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3204083" y="7789876"/>
            <a:ext cx="3160199" cy="3085503"/>
          </a:xfrm>
          <a:custGeom>
            <a:avLst/>
            <a:gdLst/>
            <a:ahLst/>
            <a:cxnLst/>
            <a:rect r="r" b="b" t="t" l="l"/>
            <a:pathLst>
              <a:path h="3085503" w="3160199">
                <a:moveTo>
                  <a:pt x="0" y="0"/>
                </a:moveTo>
                <a:lnTo>
                  <a:pt x="3160199" y="0"/>
                </a:lnTo>
                <a:lnTo>
                  <a:pt x="3160199" y="3085504"/>
                </a:lnTo>
                <a:lnTo>
                  <a:pt x="0" y="30855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87683" y="7789876"/>
            <a:ext cx="1249615" cy="2217060"/>
          </a:xfrm>
          <a:custGeom>
            <a:avLst/>
            <a:gdLst/>
            <a:ahLst/>
            <a:cxnLst/>
            <a:rect r="r" b="b" t="t" l="l"/>
            <a:pathLst>
              <a:path h="2217060" w="1249615">
                <a:moveTo>
                  <a:pt x="0" y="0"/>
                </a:moveTo>
                <a:lnTo>
                  <a:pt x="1249616" y="0"/>
                </a:lnTo>
                <a:lnTo>
                  <a:pt x="1249616" y="2217060"/>
                </a:lnTo>
                <a:lnTo>
                  <a:pt x="0" y="22170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8852515" y="7789876"/>
            <a:ext cx="852808" cy="3147951"/>
          </a:xfrm>
          <a:custGeom>
            <a:avLst/>
            <a:gdLst/>
            <a:ahLst/>
            <a:cxnLst/>
            <a:rect r="r" b="b" t="t" l="l"/>
            <a:pathLst>
              <a:path h="3147951" w="852808">
                <a:moveTo>
                  <a:pt x="0" y="0"/>
                </a:moveTo>
                <a:lnTo>
                  <a:pt x="852809" y="0"/>
                </a:lnTo>
                <a:lnTo>
                  <a:pt x="852809" y="3147951"/>
                </a:lnTo>
                <a:lnTo>
                  <a:pt x="0" y="314795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43910" y="1405723"/>
            <a:ext cx="7697292" cy="1838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7200"/>
              </a:lnSpc>
            </a:pPr>
            <a:r>
              <a:rPr lang="en-US" b="true" sz="6000" spc="-168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{{s18_title}}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345810" y="3548848"/>
            <a:ext cx="8367205" cy="1668055"/>
            <a:chOff x="0" y="0"/>
            <a:chExt cx="3002145" cy="59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02145" cy="598496"/>
            </a:xfrm>
            <a:custGeom>
              <a:avLst/>
              <a:gdLst/>
              <a:ahLst/>
              <a:cxnLst/>
              <a:rect r="r" b="b" t="t" l="l"/>
              <a:pathLst>
                <a:path h="598496" w="3002145">
                  <a:moveTo>
                    <a:pt x="25908" y="0"/>
                  </a:moveTo>
                  <a:lnTo>
                    <a:pt x="2976237" y="0"/>
                  </a:lnTo>
                  <a:cubicBezTo>
                    <a:pt x="2990546" y="0"/>
                    <a:pt x="3002145" y="11599"/>
                    <a:pt x="3002145" y="25908"/>
                  </a:cubicBezTo>
                  <a:lnTo>
                    <a:pt x="3002145" y="572589"/>
                  </a:lnTo>
                  <a:cubicBezTo>
                    <a:pt x="3002145" y="586897"/>
                    <a:pt x="2990546" y="598496"/>
                    <a:pt x="2976237" y="598496"/>
                  </a:cubicBezTo>
                  <a:lnTo>
                    <a:pt x="25908" y="598496"/>
                  </a:lnTo>
                  <a:cubicBezTo>
                    <a:pt x="11599" y="598496"/>
                    <a:pt x="0" y="586897"/>
                    <a:pt x="0" y="572589"/>
                  </a:cubicBezTo>
                  <a:lnTo>
                    <a:pt x="0" y="25908"/>
                  </a:lnTo>
                  <a:cubicBezTo>
                    <a:pt x="0" y="11599"/>
                    <a:pt x="11599" y="0"/>
                    <a:pt x="25908" y="0"/>
                  </a:cubicBezTo>
                  <a:close/>
                </a:path>
              </a:pathLst>
            </a:custGeom>
            <a:solidFill>
              <a:srgbClr val="D9E0F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3002145" cy="493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843910" y="3784613"/>
            <a:ext cx="7371005" cy="11489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334"/>
              </a:lnSpc>
            </a:pPr>
            <a:r>
              <a:rPr lang="en-US" b="true" sz="1567" u="none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{{s18_text_1}}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292376" y="2535438"/>
            <a:ext cx="3651286" cy="5216123"/>
          </a:xfrm>
          <a:custGeom>
            <a:avLst/>
            <a:gdLst/>
            <a:ahLst/>
            <a:cxnLst/>
            <a:rect r="r" b="b" t="t" l="l"/>
            <a:pathLst>
              <a:path h="5216123" w="3651286">
                <a:moveTo>
                  <a:pt x="0" y="0"/>
                </a:moveTo>
                <a:lnTo>
                  <a:pt x="3651286" y="0"/>
                </a:lnTo>
                <a:lnTo>
                  <a:pt x="3651286" y="5216124"/>
                </a:lnTo>
                <a:lnTo>
                  <a:pt x="0" y="5216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345810" y="5374374"/>
            <a:ext cx="8367205" cy="1668055"/>
            <a:chOff x="0" y="0"/>
            <a:chExt cx="3002145" cy="5984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02145" cy="598496"/>
            </a:xfrm>
            <a:custGeom>
              <a:avLst/>
              <a:gdLst/>
              <a:ahLst/>
              <a:cxnLst/>
              <a:rect r="r" b="b" t="t" l="l"/>
              <a:pathLst>
                <a:path h="598496" w="3002145">
                  <a:moveTo>
                    <a:pt x="25908" y="0"/>
                  </a:moveTo>
                  <a:lnTo>
                    <a:pt x="2976237" y="0"/>
                  </a:lnTo>
                  <a:cubicBezTo>
                    <a:pt x="2990546" y="0"/>
                    <a:pt x="3002145" y="11599"/>
                    <a:pt x="3002145" y="25908"/>
                  </a:cubicBezTo>
                  <a:lnTo>
                    <a:pt x="3002145" y="572589"/>
                  </a:lnTo>
                  <a:cubicBezTo>
                    <a:pt x="3002145" y="586897"/>
                    <a:pt x="2990546" y="598496"/>
                    <a:pt x="2976237" y="598496"/>
                  </a:cubicBezTo>
                  <a:lnTo>
                    <a:pt x="25908" y="598496"/>
                  </a:lnTo>
                  <a:cubicBezTo>
                    <a:pt x="11599" y="598496"/>
                    <a:pt x="0" y="586897"/>
                    <a:pt x="0" y="572589"/>
                  </a:cubicBezTo>
                  <a:lnTo>
                    <a:pt x="0" y="25908"/>
                  </a:lnTo>
                  <a:cubicBezTo>
                    <a:pt x="0" y="11599"/>
                    <a:pt x="11599" y="0"/>
                    <a:pt x="25908" y="0"/>
                  </a:cubicBezTo>
                  <a:close/>
                </a:path>
              </a:pathLst>
            </a:custGeom>
            <a:solidFill>
              <a:srgbClr val="91A2D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04775"/>
              <a:ext cx="3002145" cy="493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847635" y="5612037"/>
            <a:ext cx="7371005" cy="11489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334"/>
              </a:lnSpc>
            </a:pPr>
            <a:r>
              <a:rPr lang="en-US" b="true" sz="1567" u="none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{{s18_text_2}}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345810" y="7203697"/>
            <a:ext cx="8367205" cy="1668055"/>
            <a:chOff x="0" y="0"/>
            <a:chExt cx="3002145" cy="5984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02145" cy="598496"/>
            </a:xfrm>
            <a:custGeom>
              <a:avLst/>
              <a:gdLst/>
              <a:ahLst/>
              <a:cxnLst/>
              <a:rect r="r" b="b" t="t" l="l"/>
              <a:pathLst>
                <a:path h="598496" w="3002145">
                  <a:moveTo>
                    <a:pt x="25908" y="0"/>
                  </a:moveTo>
                  <a:lnTo>
                    <a:pt x="2976237" y="0"/>
                  </a:lnTo>
                  <a:cubicBezTo>
                    <a:pt x="2990546" y="0"/>
                    <a:pt x="3002145" y="11599"/>
                    <a:pt x="3002145" y="25908"/>
                  </a:cubicBezTo>
                  <a:lnTo>
                    <a:pt x="3002145" y="572589"/>
                  </a:lnTo>
                  <a:cubicBezTo>
                    <a:pt x="3002145" y="586897"/>
                    <a:pt x="2990546" y="598496"/>
                    <a:pt x="2976237" y="598496"/>
                  </a:cubicBezTo>
                  <a:lnTo>
                    <a:pt x="25908" y="598496"/>
                  </a:lnTo>
                  <a:cubicBezTo>
                    <a:pt x="11599" y="598496"/>
                    <a:pt x="0" y="586897"/>
                    <a:pt x="0" y="572589"/>
                  </a:cubicBezTo>
                  <a:lnTo>
                    <a:pt x="0" y="25908"/>
                  </a:lnTo>
                  <a:cubicBezTo>
                    <a:pt x="0" y="11599"/>
                    <a:pt x="11599" y="0"/>
                    <a:pt x="25908" y="0"/>
                  </a:cubicBezTo>
                  <a:close/>
                </a:path>
              </a:pathLst>
            </a:custGeom>
            <a:solidFill>
              <a:srgbClr val="D9E0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04775"/>
              <a:ext cx="3002145" cy="493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847635" y="7439462"/>
            <a:ext cx="7371005" cy="11489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334"/>
              </a:lnSpc>
            </a:pPr>
            <a:r>
              <a:rPr lang="en-US" b="true" sz="1567" u="none">
                <a:solidFill>
                  <a:srgbClr val="19285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{{s18_text_3}}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393057" y="3432110"/>
            <a:ext cx="2866243" cy="2866243"/>
          </a:xfrm>
          <a:custGeom>
            <a:avLst/>
            <a:gdLst/>
            <a:ahLst/>
            <a:cxnLst/>
            <a:rect r="r" b="b" t="t" l="l"/>
            <a:pathLst>
              <a:path h="2866243" w="2866243">
                <a:moveTo>
                  <a:pt x="0" y="0"/>
                </a:moveTo>
                <a:lnTo>
                  <a:pt x="2866243" y="0"/>
                </a:lnTo>
                <a:lnTo>
                  <a:pt x="2866243" y="2866243"/>
                </a:lnTo>
                <a:lnTo>
                  <a:pt x="0" y="2866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6809" y="1028700"/>
            <a:ext cx="2182284" cy="3117549"/>
          </a:xfrm>
          <a:custGeom>
            <a:avLst/>
            <a:gdLst/>
            <a:ahLst/>
            <a:cxnLst/>
            <a:rect r="r" b="b" t="t" l="l"/>
            <a:pathLst>
              <a:path h="3117549" w="2182284">
                <a:moveTo>
                  <a:pt x="0" y="0"/>
                </a:moveTo>
                <a:lnTo>
                  <a:pt x="2182284" y="0"/>
                </a:lnTo>
                <a:lnTo>
                  <a:pt x="2182284" y="3117549"/>
                </a:lnTo>
                <a:lnTo>
                  <a:pt x="0" y="31175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5344592"/>
            <a:ext cx="1539793" cy="2550862"/>
          </a:xfrm>
          <a:custGeom>
            <a:avLst/>
            <a:gdLst/>
            <a:ahLst/>
            <a:cxnLst/>
            <a:rect r="r" b="b" t="t" l="l"/>
            <a:pathLst>
              <a:path h="2550862" w="1539793">
                <a:moveTo>
                  <a:pt x="0" y="0"/>
                </a:moveTo>
                <a:lnTo>
                  <a:pt x="1539793" y="0"/>
                </a:lnTo>
                <a:lnTo>
                  <a:pt x="1539793" y="2550861"/>
                </a:lnTo>
                <a:lnTo>
                  <a:pt x="0" y="25508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128443" y="8025315"/>
            <a:ext cx="2927568" cy="2837080"/>
          </a:xfrm>
          <a:custGeom>
            <a:avLst/>
            <a:gdLst/>
            <a:ahLst/>
            <a:cxnLst/>
            <a:rect r="r" b="b" t="t" l="l"/>
            <a:pathLst>
              <a:path h="2837080" w="2927568">
                <a:moveTo>
                  <a:pt x="2927568" y="0"/>
                </a:moveTo>
                <a:lnTo>
                  <a:pt x="0" y="0"/>
                </a:lnTo>
                <a:lnTo>
                  <a:pt x="0" y="2837080"/>
                </a:lnTo>
                <a:lnTo>
                  <a:pt x="2927568" y="2837080"/>
                </a:lnTo>
                <a:lnTo>
                  <a:pt x="2927568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82207" y="6620023"/>
            <a:ext cx="2876871" cy="1998117"/>
          </a:xfrm>
          <a:custGeom>
            <a:avLst/>
            <a:gdLst/>
            <a:ahLst/>
            <a:cxnLst/>
            <a:rect r="r" b="b" t="t" l="l"/>
            <a:pathLst>
              <a:path h="1998117" w="2876871">
                <a:moveTo>
                  <a:pt x="0" y="0"/>
                </a:moveTo>
                <a:lnTo>
                  <a:pt x="2876870" y="0"/>
                </a:lnTo>
                <a:lnTo>
                  <a:pt x="2876870" y="1998117"/>
                </a:lnTo>
                <a:lnTo>
                  <a:pt x="0" y="19981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882207" y="327961"/>
            <a:ext cx="2848118" cy="2780799"/>
          </a:xfrm>
          <a:custGeom>
            <a:avLst/>
            <a:gdLst/>
            <a:ahLst/>
            <a:cxnLst/>
            <a:rect r="r" b="b" t="t" l="l"/>
            <a:pathLst>
              <a:path h="2780799" w="2848118">
                <a:moveTo>
                  <a:pt x="0" y="0"/>
                </a:moveTo>
                <a:lnTo>
                  <a:pt x="2848118" y="0"/>
                </a:lnTo>
                <a:lnTo>
                  <a:pt x="2848118" y="2780799"/>
                </a:lnTo>
                <a:lnTo>
                  <a:pt x="0" y="278079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82207" y="9163050"/>
            <a:ext cx="2848118" cy="2780799"/>
          </a:xfrm>
          <a:custGeom>
            <a:avLst/>
            <a:gdLst/>
            <a:ahLst/>
            <a:cxnLst/>
            <a:rect r="r" b="b" t="t" l="l"/>
            <a:pathLst>
              <a:path h="2780799" w="2848118">
                <a:moveTo>
                  <a:pt x="0" y="0"/>
                </a:moveTo>
                <a:lnTo>
                  <a:pt x="2848118" y="0"/>
                </a:lnTo>
                <a:lnTo>
                  <a:pt x="2848118" y="2780799"/>
                </a:lnTo>
                <a:lnTo>
                  <a:pt x="0" y="278079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87308" y="-647383"/>
            <a:ext cx="1471992" cy="2611598"/>
          </a:xfrm>
          <a:custGeom>
            <a:avLst/>
            <a:gdLst/>
            <a:ahLst/>
            <a:cxnLst/>
            <a:rect r="r" b="b" t="t" l="l"/>
            <a:pathLst>
              <a:path h="2611598" w="1471992">
                <a:moveTo>
                  <a:pt x="0" y="0"/>
                </a:moveTo>
                <a:lnTo>
                  <a:pt x="1471992" y="0"/>
                </a:lnTo>
                <a:lnTo>
                  <a:pt x="1471992" y="2611598"/>
                </a:lnTo>
                <a:lnTo>
                  <a:pt x="0" y="26115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2882207" y="3432110"/>
            <a:ext cx="646414" cy="2386091"/>
          </a:xfrm>
          <a:custGeom>
            <a:avLst/>
            <a:gdLst/>
            <a:ahLst/>
            <a:cxnLst/>
            <a:rect r="r" b="b" t="t" l="l"/>
            <a:pathLst>
              <a:path h="2386091" w="646414">
                <a:moveTo>
                  <a:pt x="0" y="0"/>
                </a:moveTo>
                <a:lnTo>
                  <a:pt x="646413" y="0"/>
                </a:lnTo>
                <a:lnTo>
                  <a:pt x="646413" y="2386091"/>
                </a:lnTo>
                <a:lnTo>
                  <a:pt x="0" y="238609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680807" y="2805578"/>
            <a:ext cx="8115300" cy="19812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7800"/>
              </a:lnSpc>
            </a:pPr>
            <a:r>
              <a:rPr lang="en-US" b="true" sz="6500" spc="-182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{{adabiyotlar}}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0807" y="5027274"/>
            <a:ext cx="7751586" cy="245414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830"/>
              </a:lnSpc>
            </a:pPr>
            <a:r>
              <a:rPr lang="en-US" sz="1899" u="none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{{adabiyotlar_ro_yxati}}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" t="-6688" r="-1912" b="-156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8432" y="-593903"/>
            <a:ext cx="2594264" cy="2514078"/>
          </a:xfrm>
          <a:custGeom>
            <a:avLst/>
            <a:gdLst/>
            <a:ahLst/>
            <a:cxnLst/>
            <a:rect r="r" b="b" t="t" l="l"/>
            <a:pathLst>
              <a:path h="2514078" w="2594264">
                <a:moveTo>
                  <a:pt x="0" y="0"/>
                </a:moveTo>
                <a:lnTo>
                  <a:pt x="2594264" y="0"/>
                </a:lnTo>
                <a:lnTo>
                  <a:pt x="2594264" y="2514078"/>
                </a:lnTo>
                <a:lnTo>
                  <a:pt x="0" y="25140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991107">
            <a:off x="3066238" y="-1266722"/>
            <a:ext cx="2664607" cy="3104944"/>
          </a:xfrm>
          <a:custGeom>
            <a:avLst/>
            <a:gdLst/>
            <a:ahLst/>
            <a:cxnLst/>
            <a:rect r="r" b="b" t="t" l="l"/>
            <a:pathLst>
              <a:path h="3104944" w="2664607">
                <a:moveTo>
                  <a:pt x="0" y="0"/>
                </a:moveTo>
                <a:lnTo>
                  <a:pt x="2664607" y="0"/>
                </a:lnTo>
                <a:lnTo>
                  <a:pt x="2664607" y="3104944"/>
                </a:lnTo>
                <a:lnTo>
                  <a:pt x="0" y="3104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29537" y="-689153"/>
            <a:ext cx="1210631" cy="2005563"/>
          </a:xfrm>
          <a:custGeom>
            <a:avLst/>
            <a:gdLst/>
            <a:ahLst/>
            <a:cxnLst/>
            <a:rect r="r" b="b" t="t" l="l"/>
            <a:pathLst>
              <a:path h="2005563" w="1210631">
                <a:moveTo>
                  <a:pt x="0" y="0"/>
                </a:moveTo>
                <a:lnTo>
                  <a:pt x="1210631" y="0"/>
                </a:lnTo>
                <a:lnTo>
                  <a:pt x="1210631" y="2005563"/>
                </a:lnTo>
                <a:lnTo>
                  <a:pt x="0" y="2005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6519235" y="-748531"/>
            <a:ext cx="2442379" cy="2442379"/>
          </a:xfrm>
          <a:custGeom>
            <a:avLst/>
            <a:gdLst/>
            <a:ahLst/>
            <a:cxnLst/>
            <a:rect r="r" b="b" t="t" l="l"/>
            <a:pathLst>
              <a:path h="2442379" w="2442379">
                <a:moveTo>
                  <a:pt x="0" y="0"/>
                </a:moveTo>
                <a:lnTo>
                  <a:pt x="2442379" y="0"/>
                </a:lnTo>
                <a:lnTo>
                  <a:pt x="2442379" y="2442379"/>
                </a:lnTo>
                <a:lnTo>
                  <a:pt x="0" y="24423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82790" y="5509362"/>
            <a:ext cx="646414" cy="2386091"/>
          </a:xfrm>
          <a:custGeom>
            <a:avLst/>
            <a:gdLst/>
            <a:ahLst/>
            <a:cxnLst/>
            <a:rect r="r" b="b" t="t" l="l"/>
            <a:pathLst>
              <a:path h="2386091" w="646414">
                <a:moveTo>
                  <a:pt x="0" y="0"/>
                </a:moveTo>
                <a:lnTo>
                  <a:pt x="646414" y="0"/>
                </a:lnTo>
                <a:lnTo>
                  <a:pt x="646414" y="2386091"/>
                </a:lnTo>
                <a:lnTo>
                  <a:pt x="0" y="238609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839696" y="1549985"/>
            <a:ext cx="2182284" cy="3117549"/>
          </a:xfrm>
          <a:custGeom>
            <a:avLst/>
            <a:gdLst/>
            <a:ahLst/>
            <a:cxnLst/>
            <a:rect r="r" b="b" t="t" l="l"/>
            <a:pathLst>
              <a:path h="3117549" w="2182284">
                <a:moveTo>
                  <a:pt x="0" y="0"/>
                </a:moveTo>
                <a:lnTo>
                  <a:pt x="2182284" y="0"/>
                </a:lnTo>
                <a:lnTo>
                  <a:pt x="2182284" y="3117549"/>
                </a:lnTo>
                <a:lnTo>
                  <a:pt x="0" y="311754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259300" y="5344592"/>
            <a:ext cx="1539793" cy="2550862"/>
          </a:xfrm>
          <a:custGeom>
            <a:avLst/>
            <a:gdLst/>
            <a:ahLst/>
            <a:cxnLst/>
            <a:rect r="r" b="b" t="t" l="l"/>
            <a:pathLst>
              <a:path h="2550862" w="1539793">
                <a:moveTo>
                  <a:pt x="0" y="0"/>
                </a:moveTo>
                <a:lnTo>
                  <a:pt x="1539793" y="0"/>
                </a:lnTo>
                <a:lnTo>
                  <a:pt x="1539793" y="2550861"/>
                </a:lnTo>
                <a:lnTo>
                  <a:pt x="0" y="255086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6072604" y="8215815"/>
            <a:ext cx="2670650" cy="2588103"/>
          </a:xfrm>
          <a:custGeom>
            <a:avLst/>
            <a:gdLst/>
            <a:ahLst/>
            <a:cxnLst/>
            <a:rect r="r" b="b" t="t" l="l"/>
            <a:pathLst>
              <a:path h="2588103" w="2670650">
                <a:moveTo>
                  <a:pt x="2670650" y="0"/>
                </a:moveTo>
                <a:lnTo>
                  <a:pt x="0" y="0"/>
                </a:lnTo>
                <a:lnTo>
                  <a:pt x="0" y="2588103"/>
                </a:lnTo>
                <a:lnTo>
                  <a:pt x="2670650" y="2588103"/>
                </a:lnTo>
                <a:lnTo>
                  <a:pt x="267065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700093" y="8732138"/>
            <a:ext cx="2848118" cy="2780799"/>
          </a:xfrm>
          <a:custGeom>
            <a:avLst/>
            <a:gdLst/>
            <a:ahLst/>
            <a:cxnLst/>
            <a:rect r="r" b="b" t="t" l="l"/>
            <a:pathLst>
              <a:path h="2780799" w="2848118">
                <a:moveTo>
                  <a:pt x="0" y="0"/>
                </a:moveTo>
                <a:lnTo>
                  <a:pt x="2848119" y="0"/>
                </a:lnTo>
                <a:lnTo>
                  <a:pt x="2848119" y="2780799"/>
                </a:lnTo>
                <a:lnTo>
                  <a:pt x="0" y="278079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6312440">
            <a:off x="9298044" y="8596472"/>
            <a:ext cx="2619284" cy="3052132"/>
          </a:xfrm>
          <a:custGeom>
            <a:avLst/>
            <a:gdLst/>
            <a:ahLst/>
            <a:cxnLst/>
            <a:rect r="r" b="b" t="t" l="l"/>
            <a:pathLst>
              <a:path h="3052132" w="2619284">
                <a:moveTo>
                  <a:pt x="0" y="3052131"/>
                </a:moveTo>
                <a:lnTo>
                  <a:pt x="2619284" y="3052131"/>
                </a:lnTo>
                <a:lnTo>
                  <a:pt x="2619284" y="0"/>
                </a:lnTo>
                <a:lnTo>
                  <a:pt x="0" y="0"/>
                </a:lnTo>
                <a:lnTo>
                  <a:pt x="0" y="305213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882207" y="8906392"/>
            <a:ext cx="2732040" cy="1897526"/>
          </a:xfrm>
          <a:custGeom>
            <a:avLst/>
            <a:gdLst/>
            <a:ahLst/>
            <a:cxnLst/>
            <a:rect r="r" b="b" t="t" l="l"/>
            <a:pathLst>
              <a:path h="1897526" w="2732040">
                <a:moveTo>
                  <a:pt x="0" y="0"/>
                </a:moveTo>
                <a:lnTo>
                  <a:pt x="2732040" y="0"/>
                </a:lnTo>
                <a:lnTo>
                  <a:pt x="2732040" y="1897526"/>
                </a:lnTo>
                <a:lnTo>
                  <a:pt x="0" y="189752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-442788" y="2126311"/>
            <a:ext cx="1471992" cy="2611598"/>
          </a:xfrm>
          <a:custGeom>
            <a:avLst/>
            <a:gdLst/>
            <a:ahLst/>
            <a:cxnLst/>
            <a:rect r="r" b="b" t="t" l="l"/>
            <a:pathLst>
              <a:path h="2611598" w="1471992">
                <a:moveTo>
                  <a:pt x="0" y="0"/>
                </a:moveTo>
                <a:lnTo>
                  <a:pt x="1471992" y="0"/>
                </a:lnTo>
                <a:lnTo>
                  <a:pt x="1471992" y="2611598"/>
                </a:lnTo>
                <a:lnTo>
                  <a:pt x="0" y="261159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2867131" y="8732138"/>
            <a:ext cx="2269276" cy="2437699"/>
          </a:xfrm>
          <a:custGeom>
            <a:avLst/>
            <a:gdLst/>
            <a:ahLst/>
            <a:cxnLst/>
            <a:rect r="r" b="b" t="t" l="l"/>
            <a:pathLst>
              <a:path h="2437699" w="2269276">
                <a:moveTo>
                  <a:pt x="0" y="0"/>
                </a:moveTo>
                <a:lnTo>
                  <a:pt x="2269276" y="0"/>
                </a:lnTo>
                <a:lnTo>
                  <a:pt x="2269276" y="2437699"/>
                </a:lnTo>
                <a:lnTo>
                  <a:pt x="0" y="243769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-271474" y="7966838"/>
            <a:ext cx="2581066" cy="3086057"/>
          </a:xfrm>
          <a:custGeom>
            <a:avLst/>
            <a:gdLst/>
            <a:ahLst/>
            <a:cxnLst/>
            <a:rect r="r" b="b" t="t" l="l"/>
            <a:pathLst>
              <a:path h="3086057" w="2581066">
                <a:moveTo>
                  <a:pt x="0" y="0"/>
                </a:moveTo>
                <a:lnTo>
                  <a:pt x="2581066" y="0"/>
                </a:lnTo>
                <a:lnTo>
                  <a:pt x="2581066" y="3086057"/>
                </a:lnTo>
                <a:lnTo>
                  <a:pt x="0" y="308605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10800000">
            <a:off x="10207938" y="-1421868"/>
            <a:ext cx="3594398" cy="2738278"/>
          </a:xfrm>
          <a:custGeom>
            <a:avLst/>
            <a:gdLst/>
            <a:ahLst/>
            <a:cxnLst/>
            <a:rect r="r" b="b" t="t" l="l"/>
            <a:pathLst>
              <a:path h="2738278" w="3594398">
                <a:moveTo>
                  <a:pt x="0" y="0"/>
                </a:moveTo>
                <a:lnTo>
                  <a:pt x="3594398" y="0"/>
                </a:lnTo>
                <a:lnTo>
                  <a:pt x="3594398" y="2738278"/>
                </a:lnTo>
                <a:lnTo>
                  <a:pt x="0" y="2738278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3671117" y="-1464389"/>
            <a:ext cx="2848118" cy="2780799"/>
          </a:xfrm>
          <a:custGeom>
            <a:avLst/>
            <a:gdLst/>
            <a:ahLst/>
            <a:cxnLst/>
            <a:rect r="r" b="b" t="t" l="l"/>
            <a:pathLst>
              <a:path h="2780799" w="2848118">
                <a:moveTo>
                  <a:pt x="0" y="0"/>
                </a:moveTo>
                <a:lnTo>
                  <a:pt x="2848118" y="0"/>
                </a:lnTo>
                <a:lnTo>
                  <a:pt x="2848118" y="2780799"/>
                </a:lnTo>
                <a:lnTo>
                  <a:pt x="0" y="278079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365554" y="-560960"/>
            <a:ext cx="1570164" cy="1877370"/>
          </a:xfrm>
          <a:custGeom>
            <a:avLst/>
            <a:gdLst/>
            <a:ahLst/>
            <a:cxnLst/>
            <a:rect r="r" b="b" t="t" l="l"/>
            <a:pathLst>
              <a:path h="1877370" w="1570164">
                <a:moveTo>
                  <a:pt x="0" y="0"/>
                </a:moveTo>
                <a:lnTo>
                  <a:pt x="1570164" y="0"/>
                </a:lnTo>
                <a:lnTo>
                  <a:pt x="1570164" y="1877370"/>
                </a:lnTo>
                <a:lnTo>
                  <a:pt x="0" y="187737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4039773" y="2783916"/>
            <a:ext cx="10208454" cy="369983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14176"/>
              </a:lnSpc>
            </a:pPr>
            <a:r>
              <a:rPr lang="en-US" b="true" sz="10000" spc="-405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{{yakun}}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70778" y="6848067"/>
            <a:ext cx="9946445" cy="5048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3600"/>
              </a:lnSpc>
            </a:pPr>
            <a:r>
              <a:rPr lang="en-US" b="true" sz="4000" spc="-96">
                <a:solidFill>
                  <a:srgbClr val="2E2E2E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DAHXbUkF8FU</dc:identifier>
  <dcterms:modified xsi:type="dcterms:W3CDTF">2011-08-01T06:04:30Z</dcterms:modified>
  <cp:revision>1</cp:revision>
  <dc:title>Blue and White Illustrated Science Presentation</dc:title>
</cp:coreProperties>
</file>