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Times New Roman MT Italics" charset="1" panose="02030502070405090303"/>
      <p:regular r:id="rId17"/>
    </p:embeddedFont>
    <p:embeddedFont>
      <p:font typeface="Times New Roman MT" charset="1" panose="02030502070405020303"/>
      <p:regular r:id="rId18"/>
    </p:embeddedFont>
    <p:embeddedFont>
      <p:font typeface="Times New Roman MT Ultra-Bold" charset="1" panose="02030902070405020303"/>
      <p:regular r:id="rId19"/>
    </p:embeddedFont>
    <p:embeddedFont>
      <p:font typeface="Times New Roman MT Bold" charset="1" panose="02030802070405020303"/>
      <p:regular r:id="rId20"/>
    </p:embeddedFont>
    <p:embeddedFont>
      <p:font typeface="Times New Roman MT Bold Italics" charset="1" panose="020308020704050903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439" y="9078055"/>
            <a:ext cx="19570879" cy="2067272"/>
            <a:chOff x="0" y="0"/>
            <a:chExt cx="5154470" cy="544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470" cy="544467"/>
            </a:xfrm>
            <a:custGeom>
              <a:avLst/>
              <a:gdLst/>
              <a:ahLst/>
              <a:cxnLst/>
              <a:rect r="r" b="b" t="t" l="l"/>
              <a:pathLst>
                <a:path h="544467" w="5154470">
                  <a:moveTo>
                    <a:pt x="0" y="0"/>
                  </a:moveTo>
                  <a:lnTo>
                    <a:pt x="5154470" y="0"/>
                  </a:lnTo>
                  <a:lnTo>
                    <a:pt x="5154470" y="544467"/>
                  </a:lnTo>
                  <a:lnTo>
                    <a:pt x="0" y="54446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54470" cy="582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53740" y="5143500"/>
            <a:ext cx="3200443" cy="4604953"/>
          </a:xfrm>
          <a:custGeom>
            <a:avLst/>
            <a:gdLst/>
            <a:ahLst/>
            <a:cxnLst/>
            <a:rect r="r" b="b" t="t" l="l"/>
            <a:pathLst>
              <a:path h="4604953" w="3200443">
                <a:moveTo>
                  <a:pt x="0" y="0"/>
                </a:moveTo>
                <a:lnTo>
                  <a:pt x="3200443" y="0"/>
                </a:lnTo>
                <a:lnTo>
                  <a:pt x="3200443" y="4604953"/>
                </a:lnTo>
                <a:lnTo>
                  <a:pt x="0" y="46049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07517" y="365123"/>
            <a:ext cx="2436960" cy="5130442"/>
          </a:xfrm>
          <a:custGeom>
            <a:avLst/>
            <a:gdLst/>
            <a:ahLst/>
            <a:cxnLst/>
            <a:rect r="r" b="b" t="t" l="l"/>
            <a:pathLst>
              <a:path h="5130442" w="2436960">
                <a:moveTo>
                  <a:pt x="0" y="0"/>
                </a:moveTo>
                <a:lnTo>
                  <a:pt x="2436960" y="0"/>
                </a:lnTo>
                <a:lnTo>
                  <a:pt x="2436960" y="5130442"/>
                </a:lnTo>
                <a:lnTo>
                  <a:pt x="0" y="5130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29744" y="5438415"/>
            <a:ext cx="8228513" cy="72491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972"/>
              </a:lnSpc>
            </a:pPr>
            <a:r>
              <a:rPr lang="en-US" sz="4400" i="true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/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29744" y="6997786"/>
            <a:ext cx="8228513" cy="67462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633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{{muallif}}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188809" y="6789854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9"/>
                </a:lnTo>
                <a:lnTo>
                  <a:pt x="0" y="1702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828341" y="1857079"/>
            <a:ext cx="8631318" cy="33839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2430"/>
              </a:lnSpc>
            </a:pPr>
            <a:r>
              <a:rPr lang="en-US" b="true" sz="10000">
                <a:solidFill>
                  <a:srgbClr val="404040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{{topic}}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658294" y="1925213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8"/>
                </a:lnTo>
                <a:lnTo>
                  <a:pt x="0" y="17021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439" y="9078055"/>
            <a:ext cx="19570879" cy="2067272"/>
            <a:chOff x="0" y="0"/>
            <a:chExt cx="5154470" cy="544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470" cy="544467"/>
            </a:xfrm>
            <a:custGeom>
              <a:avLst/>
              <a:gdLst/>
              <a:ahLst/>
              <a:cxnLst/>
              <a:rect r="r" b="b" t="t" l="l"/>
              <a:pathLst>
                <a:path h="544467" w="5154470">
                  <a:moveTo>
                    <a:pt x="0" y="0"/>
                  </a:moveTo>
                  <a:lnTo>
                    <a:pt x="5154470" y="0"/>
                  </a:lnTo>
                  <a:lnTo>
                    <a:pt x="5154470" y="544467"/>
                  </a:lnTo>
                  <a:lnTo>
                    <a:pt x="0" y="54446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54470" cy="582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92707" y="1744243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8"/>
                </a:lnTo>
                <a:lnTo>
                  <a:pt x="0" y="1702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692707" y="598436"/>
            <a:ext cx="4064581" cy="8741034"/>
          </a:xfrm>
          <a:custGeom>
            <a:avLst/>
            <a:gdLst/>
            <a:ahLst/>
            <a:cxnLst/>
            <a:rect r="r" b="b" t="t" l="l"/>
            <a:pathLst>
              <a:path h="8741034" w="4064581">
                <a:moveTo>
                  <a:pt x="4064580" y="0"/>
                </a:moveTo>
                <a:lnTo>
                  <a:pt x="0" y="0"/>
                </a:lnTo>
                <a:lnTo>
                  <a:pt x="0" y="8741033"/>
                </a:lnTo>
                <a:lnTo>
                  <a:pt x="4064580" y="8741033"/>
                </a:lnTo>
                <a:lnTo>
                  <a:pt x="406458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3675" y="1744243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8"/>
                </a:lnTo>
                <a:lnTo>
                  <a:pt x="0" y="1702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388675" y="4553941"/>
            <a:ext cx="7459128" cy="830022"/>
            <a:chOff x="0" y="0"/>
            <a:chExt cx="1964544" cy="2186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64544" cy="218607"/>
            </a:xfrm>
            <a:custGeom>
              <a:avLst/>
              <a:gdLst/>
              <a:ahLst/>
              <a:cxnLst/>
              <a:rect r="r" b="b" t="t" l="l"/>
              <a:pathLst>
                <a:path h="218607" w="1964544">
                  <a:moveTo>
                    <a:pt x="0" y="0"/>
                  </a:moveTo>
                  <a:lnTo>
                    <a:pt x="1964544" y="0"/>
                  </a:lnTo>
                  <a:lnTo>
                    <a:pt x="1964544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64544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641439" y="3469965"/>
            <a:ext cx="4750229" cy="6090037"/>
          </a:xfrm>
          <a:custGeom>
            <a:avLst/>
            <a:gdLst/>
            <a:ahLst/>
            <a:cxnLst/>
            <a:rect r="r" b="b" t="t" l="l"/>
            <a:pathLst>
              <a:path h="6090037" w="4750229">
                <a:moveTo>
                  <a:pt x="0" y="0"/>
                </a:moveTo>
                <a:lnTo>
                  <a:pt x="4750229" y="0"/>
                </a:lnTo>
                <a:lnTo>
                  <a:pt x="4750229" y="6090037"/>
                </a:lnTo>
                <a:lnTo>
                  <a:pt x="0" y="60900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132719" y="1668452"/>
            <a:ext cx="10022562" cy="2628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604"/>
              </a:lnSpc>
            </a:pPr>
            <a:r>
              <a:rPr lang="en-US" sz="7200" b="true">
                <a:solidFill>
                  <a:srgbClr val="4040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{{reja}}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81553" y="4578745"/>
            <a:ext cx="5524893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{{reja_1}}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388675" y="5650663"/>
            <a:ext cx="7459128" cy="830022"/>
            <a:chOff x="0" y="0"/>
            <a:chExt cx="1964544" cy="2186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64544" cy="218607"/>
            </a:xfrm>
            <a:custGeom>
              <a:avLst/>
              <a:gdLst/>
              <a:ahLst/>
              <a:cxnLst/>
              <a:rect r="r" b="b" t="t" l="l"/>
              <a:pathLst>
                <a:path h="218607" w="1964544">
                  <a:moveTo>
                    <a:pt x="0" y="0"/>
                  </a:moveTo>
                  <a:lnTo>
                    <a:pt x="1964544" y="0"/>
                  </a:lnTo>
                  <a:lnTo>
                    <a:pt x="1964544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64544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381553" y="5675467"/>
            <a:ext cx="5524893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{{reja_2}}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388675" y="6747386"/>
            <a:ext cx="7459128" cy="830022"/>
            <a:chOff x="0" y="0"/>
            <a:chExt cx="1964544" cy="2186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64544" cy="218607"/>
            </a:xfrm>
            <a:custGeom>
              <a:avLst/>
              <a:gdLst/>
              <a:ahLst/>
              <a:cxnLst/>
              <a:rect r="r" b="b" t="t" l="l"/>
              <a:pathLst>
                <a:path h="218607" w="1964544">
                  <a:moveTo>
                    <a:pt x="0" y="0"/>
                  </a:moveTo>
                  <a:lnTo>
                    <a:pt x="1964544" y="0"/>
                  </a:lnTo>
                  <a:lnTo>
                    <a:pt x="1964544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964544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381553" y="6772189"/>
            <a:ext cx="5524893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{{reja_3}}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388675" y="7844108"/>
            <a:ext cx="7459128" cy="830022"/>
            <a:chOff x="0" y="0"/>
            <a:chExt cx="1964544" cy="21860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64544" cy="218607"/>
            </a:xfrm>
            <a:custGeom>
              <a:avLst/>
              <a:gdLst/>
              <a:ahLst/>
              <a:cxnLst/>
              <a:rect r="r" b="b" t="t" l="l"/>
              <a:pathLst>
                <a:path h="218607" w="1964544">
                  <a:moveTo>
                    <a:pt x="0" y="0"/>
                  </a:moveTo>
                  <a:lnTo>
                    <a:pt x="1964544" y="0"/>
                  </a:lnTo>
                  <a:lnTo>
                    <a:pt x="1964544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964544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440197" y="7868912"/>
            <a:ext cx="7407607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{{reja_4}}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439" y="9078055"/>
            <a:ext cx="19570879" cy="2067272"/>
            <a:chOff x="0" y="0"/>
            <a:chExt cx="5154470" cy="544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470" cy="544467"/>
            </a:xfrm>
            <a:custGeom>
              <a:avLst/>
              <a:gdLst/>
              <a:ahLst/>
              <a:cxnLst/>
              <a:rect r="r" b="b" t="t" l="l"/>
              <a:pathLst>
                <a:path h="544467" w="5154470">
                  <a:moveTo>
                    <a:pt x="0" y="0"/>
                  </a:moveTo>
                  <a:lnTo>
                    <a:pt x="5154470" y="0"/>
                  </a:lnTo>
                  <a:lnTo>
                    <a:pt x="5154470" y="544467"/>
                  </a:lnTo>
                  <a:lnTo>
                    <a:pt x="0" y="54446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54470" cy="582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53740" y="5143500"/>
            <a:ext cx="3200443" cy="4604953"/>
          </a:xfrm>
          <a:custGeom>
            <a:avLst/>
            <a:gdLst/>
            <a:ahLst/>
            <a:cxnLst/>
            <a:rect r="r" b="b" t="t" l="l"/>
            <a:pathLst>
              <a:path h="4604953" w="3200443">
                <a:moveTo>
                  <a:pt x="0" y="0"/>
                </a:moveTo>
                <a:lnTo>
                  <a:pt x="3200443" y="0"/>
                </a:lnTo>
                <a:lnTo>
                  <a:pt x="3200443" y="4604953"/>
                </a:lnTo>
                <a:lnTo>
                  <a:pt x="0" y="46049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07517" y="365123"/>
            <a:ext cx="2436960" cy="5130442"/>
          </a:xfrm>
          <a:custGeom>
            <a:avLst/>
            <a:gdLst/>
            <a:ahLst/>
            <a:cxnLst/>
            <a:rect r="r" b="b" t="t" l="l"/>
            <a:pathLst>
              <a:path h="5130442" w="2436960">
                <a:moveTo>
                  <a:pt x="0" y="0"/>
                </a:moveTo>
                <a:lnTo>
                  <a:pt x="2436960" y="0"/>
                </a:lnTo>
                <a:lnTo>
                  <a:pt x="2436960" y="5130442"/>
                </a:lnTo>
                <a:lnTo>
                  <a:pt x="0" y="5130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91681" y="4430674"/>
            <a:ext cx="7704638" cy="36772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{{s03_text_1}}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074634" y="6405770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9"/>
                </a:lnTo>
                <a:lnTo>
                  <a:pt x="0" y="1702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13366" y="1521279"/>
            <a:ext cx="9861267" cy="2628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604"/>
              </a:lnSpc>
            </a:pPr>
            <a:r>
              <a:rPr lang="en-US" sz="7200" b="true">
                <a:solidFill>
                  <a:srgbClr val="4040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{{s03_title}}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762406" y="2079250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8"/>
                </a:lnTo>
                <a:lnTo>
                  <a:pt x="0" y="17021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439" y="9078055"/>
            <a:ext cx="19570879" cy="2067272"/>
            <a:chOff x="0" y="0"/>
            <a:chExt cx="5154470" cy="544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470" cy="544467"/>
            </a:xfrm>
            <a:custGeom>
              <a:avLst/>
              <a:gdLst/>
              <a:ahLst/>
              <a:cxnLst/>
              <a:rect r="r" b="b" t="t" l="l"/>
              <a:pathLst>
                <a:path h="544467" w="5154470">
                  <a:moveTo>
                    <a:pt x="0" y="0"/>
                  </a:moveTo>
                  <a:lnTo>
                    <a:pt x="5154470" y="0"/>
                  </a:lnTo>
                  <a:lnTo>
                    <a:pt x="5154470" y="544467"/>
                  </a:lnTo>
                  <a:lnTo>
                    <a:pt x="0" y="54446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54470" cy="582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036230" y="6441803"/>
            <a:ext cx="2043728" cy="1941541"/>
          </a:xfrm>
          <a:custGeom>
            <a:avLst/>
            <a:gdLst/>
            <a:ahLst/>
            <a:cxnLst/>
            <a:rect r="r" b="b" t="t" l="l"/>
            <a:pathLst>
              <a:path h="1941541" w="2043728">
                <a:moveTo>
                  <a:pt x="0" y="0"/>
                </a:moveTo>
                <a:lnTo>
                  <a:pt x="2043728" y="0"/>
                </a:lnTo>
                <a:lnTo>
                  <a:pt x="2043728" y="1941542"/>
                </a:lnTo>
                <a:lnTo>
                  <a:pt x="0" y="1941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7931" y="1806827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9"/>
                </a:lnTo>
                <a:lnTo>
                  <a:pt x="0" y="17021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41439" y="4240547"/>
            <a:ext cx="4121148" cy="5283523"/>
          </a:xfrm>
          <a:custGeom>
            <a:avLst/>
            <a:gdLst/>
            <a:ahLst/>
            <a:cxnLst/>
            <a:rect r="r" b="b" t="t" l="l"/>
            <a:pathLst>
              <a:path h="5283523" w="4121148">
                <a:moveTo>
                  <a:pt x="0" y="0"/>
                </a:moveTo>
                <a:lnTo>
                  <a:pt x="4121147" y="0"/>
                </a:lnTo>
                <a:lnTo>
                  <a:pt x="4121147" y="5283523"/>
                </a:lnTo>
                <a:lnTo>
                  <a:pt x="0" y="5283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41617" y="3532293"/>
            <a:ext cx="9426631" cy="1847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{{s04_text_1}}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41617" y="1692527"/>
            <a:ext cx="12320422" cy="1409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604"/>
              </a:lnSpc>
            </a:pPr>
            <a:r>
              <a:rPr lang="en-US" sz="7200" b="true">
                <a:solidFill>
                  <a:srgbClr val="4040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{{s04_title}}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441617" y="5900523"/>
            <a:ext cx="4713315" cy="830022"/>
            <a:chOff x="0" y="0"/>
            <a:chExt cx="1241367" cy="2186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41367" cy="218607"/>
            </a:xfrm>
            <a:custGeom>
              <a:avLst/>
              <a:gdLst/>
              <a:ahLst/>
              <a:cxnLst/>
              <a:rect r="r" b="b" t="t" l="l"/>
              <a:pathLst>
                <a:path h="218607" w="1241367">
                  <a:moveTo>
                    <a:pt x="0" y="0"/>
                  </a:moveTo>
                  <a:lnTo>
                    <a:pt x="1241367" y="0"/>
                  </a:lnTo>
                  <a:lnTo>
                    <a:pt x="1241367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41367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083787" y="5925327"/>
            <a:ext cx="3428976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{{s04_label_1}}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79964" y="5900523"/>
            <a:ext cx="4713315" cy="830022"/>
            <a:chOff x="0" y="0"/>
            <a:chExt cx="1241367" cy="2186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1367" cy="218607"/>
            </a:xfrm>
            <a:custGeom>
              <a:avLst/>
              <a:gdLst/>
              <a:ahLst/>
              <a:cxnLst/>
              <a:rect r="r" b="b" t="t" l="l"/>
              <a:pathLst>
                <a:path h="218607" w="1241367">
                  <a:moveTo>
                    <a:pt x="0" y="0"/>
                  </a:moveTo>
                  <a:lnTo>
                    <a:pt x="1241367" y="0"/>
                  </a:lnTo>
                  <a:lnTo>
                    <a:pt x="1241367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41367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22134" y="5925327"/>
            <a:ext cx="3428976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{{s04_label_2}}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441617" y="7254420"/>
            <a:ext cx="4713315" cy="830022"/>
            <a:chOff x="0" y="0"/>
            <a:chExt cx="1241367" cy="2186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41367" cy="218607"/>
            </a:xfrm>
            <a:custGeom>
              <a:avLst/>
              <a:gdLst/>
              <a:ahLst/>
              <a:cxnLst/>
              <a:rect r="r" b="b" t="t" l="l"/>
              <a:pathLst>
                <a:path h="218607" w="1241367">
                  <a:moveTo>
                    <a:pt x="0" y="0"/>
                  </a:moveTo>
                  <a:lnTo>
                    <a:pt x="1241367" y="0"/>
                  </a:lnTo>
                  <a:lnTo>
                    <a:pt x="1241367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41367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218814" y="7279224"/>
            <a:ext cx="5158922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{{s04_label_3}}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6293253" y="3027836"/>
            <a:ext cx="1573410" cy="1494739"/>
          </a:xfrm>
          <a:custGeom>
            <a:avLst/>
            <a:gdLst/>
            <a:ahLst/>
            <a:cxnLst/>
            <a:rect r="r" b="b" t="t" l="l"/>
            <a:pathLst>
              <a:path h="1494739" w="1573410">
                <a:moveTo>
                  <a:pt x="0" y="0"/>
                </a:moveTo>
                <a:lnTo>
                  <a:pt x="1573410" y="0"/>
                </a:lnTo>
                <a:lnTo>
                  <a:pt x="1573410" y="1494739"/>
                </a:lnTo>
                <a:lnTo>
                  <a:pt x="0" y="1494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439" y="9078055"/>
            <a:ext cx="19570879" cy="2067272"/>
            <a:chOff x="0" y="0"/>
            <a:chExt cx="5154470" cy="544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470" cy="544467"/>
            </a:xfrm>
            <a:custGeom>
              <a:avLst/>
              <a:gdLst/>
              <a:ahLst/>
              <a:cxnLst/>
              <a:rect r="r" b="b" t="t" l="l"/>
              <a:pathLst>
                <a:path h="544467" w="5154470">
                  <a:moveTo>
                    <a:pt x="0" y="0"/>
                  </a:moveTo>
                  <a:lnTo>
                    <a:pt x="5154470" y="0"/>
                  </a:lnTo>
                  <a:lnTo>
                    <a:pt x="5154470" y="544467"/>
                  </a:lnTo>
                  <a:lnTo>
                    <a:pt x="0" y="54446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54470" cy="582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718312" y="5379508"/>
            <a:ext cx="2043728" cy="1941541"/>
          </a:xfrm>
          <a:custGeom>
            <a:avLst/>
            <a:gdLst/>
            <a:ahLst/>
            <a:cxnLst/>
            <a:rect r="r" b="b" t="t" l="l"/>
            <a:pathLst>
              <a:path h="1941541" w="2043728">
                <a:moveTo>
                  <a:pt x="0" y="0"/>
                </a:moveTo>
                <a:lnTo>
                  <a:pt x="2043728" y="0"/>
                </a:lnTo>
                <a:lnTo>
                  <a:pt x="2043728" y="1941541"/>
                </a:lnTo>
                <a:lnTo>
                  <a:pt x="0" y="1941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19468" y="1228156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8"/>
                </a:lnTo>
                <a:lnTo>
                  <a:pt x="0" y="1702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41439" y="3551326"/>
            <a:ext cx="4658741" cy="5972744"/>
          </a:xfrm>
          <a:custGeom>
            <a:avLst/>
            <a:gdLst/>
            <a:ahLst/>
            <a:cxnLst/>
            <a:rect r="r" b="b" t="t" l="l"/>
            <a:pathLst>
              <a:path h="5972744" w="4658741">
                <a:moveTo>
                  <a:pt x="0" y="0"/>
                </a:moveTo>
                <a:lnTo>
                  <a:pt x="4658740" y="0"/>
                </a:lnTo>
                <a:lnTo>
                  <a:pt x="4658740" y="5972744"/>
                </a:lnTo>
                <a:lnTo>
                  <a:pt x="0" y="59727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460245">
            <a:off x="15906272" y="-761537"/>
            <a:ext cx="2513075" cy="3514790"/>
          </a:xfrm>
          <a:custGeom>
            <a:avLst/>
            <a:gdLst/>
            <a:ahLst/>
            <a:cxnLst/>
            <a:rect r="r" b="b" t="t" l="l"/>
            <a:pathLst>
              <a:path h="3514790" w="2513075">
                <a:moveTo>
                  <a:pt x="0" y="0"/>
                </a:moveTo>
                <a:lnTo>
                  <a:pt x="2513075" y="0"/>
                </a:lnTo>
                <a:lnTo>
                  <a:pt x="2513075" y="3514790"/>
                </a:lnTo>
                <a:lnTo>
                  <a:pt x="0" y="35147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460245">
            <a:off x="13785718" y="787720"/>
            <a:ext cx="1212439" cy="1695718"/>
          </a:xfrm>
          <a:custGeom>
            <a:avLst/>
            <a:gdLst/>
            <a:ahLst/>
            <a:cxnLst/>
            <a:rect r="r" b="b" t="t" l="l"/>
            <a:pathLst>
              <a:path h="1695718" w="1212439">
                <a:moveTo>
                  <a:pt x="0" y="0"/>
                </a:moveTo>
                <a:lnTo>
                  <a:pt x="1212438" y="0"/>
                </a:lnTo>
                <a:lnTo>
                  <a:pt x="1212438" y="1695718"/>
                </a:lnTo>
                <a:lnTo>
                  <a:pt x="0" y="16957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291681" y="4430674"/>
            <a:ext cx="7704638" cy="36772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{{s05_text_1}}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97821" y="1521279"/>
            <a:ext cx="8692358" cy="2628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604"/>
              </a:lnSpc>
            </a:pPr>
            <a:r>
              <a:rPr lang="en-US" sz="7200" b="true">
                <a:solidFill>
                  <a:srgbClr val="4040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{{s05_title}}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439" y="9078055"/>
            <a:ext cx="19570879" cy="2067272"/>
            <a:chOff x="0" y="0"/>
            <a:chExt cx="5154470" cy="544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470" cy="544467"/>
            </a:xfrm>
            <a:custGeom>
              <a:avLst/>
              <a:gdLst/>
              <a:ahLst/>
              <a:cxnLst/>
              <a:rect r="r" b="b" t="t" l="l"/>
              <a:pathLst>
                <a:path h="544467" w="5154470">
                  <a:moveTo>
                    <a:pt x="0" y="0"/>
                  </a:moveTo>
                  <a:lnTo>
                    <a:pt x="5154470" y="0"/>
                  </a:lnTo>
                  <a:lnTo>
                    <a:pt x="5154470" y="544467"/>
                  </a:lnTo>
                  <a:lnTo>
                    <a:pt x="0" y="54446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54470" cy="582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38465" y="6342785"/>
            <a:ext cx="2043728" cy="1941541"/>
          </a:xfrm>
          <a:custGeom>
            <a:avLst/>
            <a:gdLst/>
            <a:ahLst/>
            <a:cxnLst/>
            <a:rect r="r" b="b" t="t" l="l"/>
            <a:pathLst>
              <a:path h="1941541" w="2043728">
                <a:moveTo>
                  <a:pt x="0" y="0"/>
                </a:moveTo>
                <a:lnTo>
                  <a:pt x="2043728" y="0"/>
                </a:lnTo>
                <a:lnTo>
                  <a:pt x="2043728" y="1941542"/>
                </a:lnTo>
                <a:lnTo>
                  <a:pt x="0" y="1941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7931" y="1412724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8"/>
                </a:lnTo>
                <a:lnTo>
                  <a:pt x="0" y="1702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460245">
            <a:off x="15906272" y="-761537"/>
            <a:ext cx="2513075" cy="3514790"/>
          </a:xfrm>
          <a:custGeom>
            <a:avLst/>
            <a:gdLst/>
            <a:ahLst/>
            <a:cxnLst/>
            <a:rect r="r" b="b" t="t" l="l"/>
            <a:pathLst>
              <a:path h="3514790" w="2513075">
                <a:moveTo>
                  <a:pt x="0" y="0"/>
                </a:moveTo>
                <a:lnTo>
                  <a:pt x="2513075" y="0"/>
                </a:lnTo>
                <a:lnTo>
                  <a:pt x="2513075" y="3514790"/>
                </a:lnTo>
                <a:lnTo>
                  <a:pt x="0" y="35147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983230" y="7351018"/>
            <a:ext cx="2356658" cy="830022"/>
            <a:chOff x="0" y="0"/>
            <a:chExt cx="620683" cy="2186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0683" cy="218607"/>
            </a:xfrm>
            <a:custGeom>
              <a:avLst/>
              <a:gdLst/>
              <a:ahLst/>
              <a:cxnLst/>
              <a:rect r="r" b="b" t="t" l="l"/>
              <a:pathLst>
                <a:path h="218607" w="620683">
                  <a:moveTo>
                    <a:pt x="0" y="0"/>
                  </a:moveTo>
                  <a:lnTo>
                    <a:pt x="620683" y="0"/>
                  </a:lnTo>
                  <a:lnTo>
                    <a:pt x="620683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20683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20863" y="7351018"/>
            <a:ext cx="2356658" cy="830022"/>
            <a:chOff x="0" y="0"/>
            <a:chExt cx="620683" cy="2186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0683" cy="218607"/>
            </a:xfrm>
            <a:custGeom>
              <a:avLst/>
              <a:gdLst/>
              <a:ahLst/>
              <a:cxnLst/>
              <a:rect r="r" b="b" t="t" l="l"/>
              <a:pathLst>
                <a:path h="218607" w="620683">
                  <a:moveTo>
                    <a:pt x="0" y="0"/>
                  </a:moveTo>
                  <a:lnTo>
                    <a:pt x="620683" y="0"/>
                  </a:lnTo>
                  <a:lnTo>
                    <a:pt x="620683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20683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58496" y="7392311"/>
            <a:ext cx="2356658" cy="830022"/>
            <a:chOff x="0" y="0"/>
            <a:chExt cx="620683" cy="2186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0683" cy="218607"/>
            </a:xfrm>
            <a:custGeom>
              <a:avLst/>
              <a:gdLst/>
              <a:ahLst/>
              <a:cxnLst/>
              <a:rect r="r" b="b" t="t" l="l"/>
              <a:pathLst>
                <a:path h="218607" w="620683">
                  <a:moveTo>
                    <a:pt x="0" y="0"/>
                  </a:moveTo>
                  <a:lnTo>
                    <a:pt x="620683" y="0"/>
                  </a:lnTo>
                  <a:lnTo>
                    <a:pt x="620683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20683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596128" y="7392311"/>
            <a:ext cx="2356658" cy="830022"/>
            <a:chOff x="0" y="0"/>
            <a:chExt cx="620683" cy="2186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0683" cy="218607"/>
            </a:xfrm>
            <a:custGeom>
              <a:avLst/>
              <a:gdLst/>
              <a:ahLst/>
              <a:cxnLst/>
              <a:rect r="r" b="b" t="t" l="l"/>
              <a:pathLst>
                <a:path h="218607" w="620683">
                  <a:moveTo>
                    <a:pt x="0" y="0"/>
                  </a:moveTo>
                  <a:lnTo>
                    <a:pt x="620683" y="0"/>
                  </a:lnTo>
                  <a:lnTo>
                    <a:pt x="620683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20683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1088070" y="3795845"/>
            <a:ext cx="4709350" cy="5778344"/>
          </a:xfrm>
          <a:custGeom>
            <a:avLst/>
            <a:gdLst/>
            <a:ahLst/>
            <a:cxnLst/>
            <a:rect r="r" b="b" t="t" l="l"/>
            <a:pathLst>
              <a:path h="5778344" w="4709350">
                <a:moveTo>
                  <a:pt x="0" y="0"/>
                </a:moveTo>
                <a:lnTo>
                  <a:pt x="4709350" y="0"/>
                </a:lnTo>
                <a:lnTo>
                  <a:pt x="4709350" y="5778344"/>
                </a:lnTo>
                <a:lnTo>
                  <a:pt x="0" y="57783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340705" y="3633920"/>
            <a:ext cx="9426631" cy="2953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{{s06_text_1}}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79708" y="1950367"/>
            <a:ext cx="11148624" cy="1409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604"/>
              </a:lnSpc>
            </a:pPr>
            <a:r>
              <a:rPr lang="en-US" sz="7200" b="true">
                <a:solidFill>
                  <a:srgbClr val="4040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{{s06_title}}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68681" y="7375822"/>
            <a:ext cx="1985756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{{s06_label_1}}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06314" y="7375822"/>
            <a:ext cx="1985756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{{s06_label_2}}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43947" y="7417114"/>
            <a:ext cx="1985756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{{s06_label_3}}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77103" y="7442473"/>
            <a:ext cx="1985756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{{s06_label_4}}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439" y="9078055"/>
            <a:ext cx="19570879" cy="2067272"/>
            <a:chOff x="0" y="0"/>
            <a:chExt cx="5154470" cy="544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470" cy="544467"/>
            </a:xfrm>
            <a:custGeom>
              <a:avLst/>
              <a:gdLst/>
              <a:ahLst/>
              <a:cxnLst/>
              <a:rect r="r" b="b" t="t" l="l"/>
              <a:pathLst>
                <a:path h="544467" w="5154470">
                  <a:moveTo>
                    <a:pt x="0" y="0"/>
                  </a:moveTo>
                  <a:lnTo>
                    <a:pt x="5154470" y="0"/>
                  </a:lnTo>
                  <a:lnTo>
                    <a:pt x="5154470" y="544467"/>
                  </a:lnTo>
                  <a:lnTo>
                    <a:pt x="0" y="54446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54470" cy="582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835247" y="2182622"/>
            <a:ext cx="5905311" cy="7245780"/>
          </a:xfrm>
          <a:custGeom>
            <a:avLst/>
            <a:gdLst/>
            <a:ahLst/>
            <a:cxnLst/>
            <a:rect r="r" b="b" t="t" l="l"/>
            <a:pathLst>
              <a:path h="7245780" w="5905311">
                <a:moveTo>
                  <a:pt x="0" y="0"/>
                </a:moveTo>
                <a:lnTo>
                  <a:pt x="5905310" y="0"/>
                </a:lnTo>
                <a:lnTo>
                  <a:pt x="5905310" y="7245780"/>
                </a:lnTo>
                <a:lnTo>
                  <a:pt x="0" y="7245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08324" y="5066284"/>
            <a:ext cx="7830808" cy="2953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{{s07_text_1}}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320714" y="3628967"/>
            <a:ext cx="1514533" cy="1514533"/>
          </a:xfrm>
          <a:custGeom>
            <a:avLst/>
            <a:gdLst/>
            <a:ahLst/>
            <a:cxnLst/>
            <a:rect r="r" b="b" t="t" l="l"/>
            <a:pathLst>
              <a:path h="1514533" w="1514533">
                <a:moveTo>
                  <a:pt x="0" y="0"/>
                </a:moveTo>
                <a:lnTo>
                  <a:pt x="1514533" y="0"/>
                </a:lnTo>
                <a:lnTo>
                  <a:pt x="1514533" y="1514533"/>
                </a:lnTo>
                <a:lnTo>
                  <a:pt x="0" y="1514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08324" y="2153031"/>
            <a:ext cx="8876736" cy="2628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604"/>
              </a:lnSpc>
            </a:pPr>
            <a:r>
              <a:rPr lang="en-US" sz="7200" b="true">
                <a:solidFill>
                  <a:srgbClr val="4040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{{s07_title}}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221604" y="739617"/>
            <a:ext cx="1518953" cy="1443005"/>
          </a:xfrm>
          <a:custGeom>
            <a:avLst/>
            <a:gdLst/>
            <a:ahLst/>
            <a:cxnLst/>
            <a:rect r="r" b="b" t="t" l="l"/>
            <a:pathLst>
              <a:path h="1443005" w="1518953">
                <a:moveTo>
                  <a:pt x="0" y="0"/>
                </a:moveTo>
                <a:lnTo>
                  <a:pt x="1518953" y="0"/>
                </a:lnTo>
                <a:lnTo>
                  <a:pt x="1518953" y="1443005"/>
                </a:lnTo>
                <a:lnTo>
                  <a:pt x="0" y="1443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9371" y="1028700"/>
            <a:ext cx="1214655" cy="1153922"/>
          </a:xfrm>
          <a:custGeom>
            <a:avLst/>
            <a:gdLst/>
            <a:ahLst/>
            <a:cxnLst/>
            <a:rect r="r" b="b" t="t" l="l"/>
            <a:pathLst>
              <a:path h="1153922" w="1214655">
                <a:moveTo>
                  <a:pt x="0" y="0"/>
                </a:moveTo>
                <a:lnTo>
                  <a:pt x="1214655" y="0"/>
                </a:lnTo>
                <a:lnTo>
                  <a:pt x="1214655" y="1153922"/>
                </a:lnTo>
                <a:lnTo>
                  <a:pt x="0" y="1153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620592" y="6046978"/>
            <a:ext cx="1214655" cy="1153922"/>
          </a:xfrm>
          <a:custGeom>
            <a:avLst/>
            <a:gdLst/>
            <a:ahLst/>
            <a:cxnLst/>
            <a:rect r="r" b="b" t="t" l="l"/>
            <a:pathLst>
              <a:path h="1153922" w="1214655">
                <a:moveTo>
                  <a:pt x="0" y="0"/>
                </a:moveTo>
                <a:lnTo>
                  <a:pt x="1214655" y="0"/>
                </a:lnTo>
                <a:lnTo>
                  <a:pt x="1214655" y="1153922"/>
                </a:lnTo>
                <a:lnTo>
                  <a:pt x="0" y="1153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439" y="9078055"/>
            <a:ext cx="19570879" cy="2067272"/>
            <a:chOff x="0" y="0"/>
            <a:chExt cx="5154470" cy="544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470" cy="544467"/>
            </a:xfrm>
            <a:custGeom>
              <a:avLst/>
              <a:gdLst/>
              <a:ahLst/>
              <a:cxnLst/>
              <a:rect r="r" b="b" t="t" l="l"/>
              <a:pathLst>
                <a:path h="544467" w="5154470">
                  <a:moveTo>
                    <a:pt x="0" y="0"/>
                  </a:moveTo>
                  <a:lnTo>
                    <a:pt x="5154470" y="0"/>
                  </a:lnTo>
                  <a:lnTo>
                    <a:pt x="5154470" y="544467"/>
                  </a:lnTo>
                  <a:lnTo>
                    <a:pt x="0" y="54446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54470" cy="582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835247" y="2182622"/>
            <a:ext cx="5905311" cy="7245780"/>
          </a:xfrm>
          <a:custGeom>
            <a:avLst/>
            <a:gdLst/>
            <a:ahLst/>
            <a:cxnLst/>
            <a:rect r="r" b="b" t="t" l="l"/>
            <a:pathLst>
              <a:path h="7245780" w="5905311">
                <a:moveTo>
                  <a:pt x="0" y="0"/>
                </a:moveTo>
                <a:lnTo>
                  <a:pt x="5905310" y="0"/>
                </a:lnTo>
                <a:lnTo>
                  <a:pt x="5905310" y="7245780"/>
                </a:lnTo>
                <a:lnTo>
                  <a:pt x="0" y="7245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00997" y="2828579"/>
            <a:ext cx="8469137" cy="2953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{{s08_text_1}}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320714" y="3628967"/>
            <a:ext cx="1514533" cy="1514533"/>
          </a:xfrm>
          <a:custGeom>
            <a:avLst/>
            <a:gdLst/>
            <a:ahLst/>
            <a:cxnLst/>
            <a:rect r="r" b="b" t="t" l="l"/>
            <a:pathLst>
              <a:path h="1514533" w="1514533">
                <a:moveTo>
                  <a:pt x="0" y="0"/>
                </a:moveTo>
                <a:lnTo>
                  <a:pt x="1514533" y="0"/>
                </a:lnTo>
                <a:lnTo>
                  <a:pt x="1514533" y="1514533"/>
                </a:lnTo>
                <a:lnTo>
                  <a:pt x="0" y="1514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00997" y="1172153"/>
            <a:ext cx="9876983" cy="13188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040"/>
              </a:lnSpc>
            </a:pPr>
            <a:r>
              <a:rPr lang="en-US" sz="7200" b="true">
                <a:solidFill>
                  <a:srgbClr val="4040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{{s08_title}}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221604" y="739617"/>
            <a:ext cx="1518953" cy="1443005"/>
          </a:xfrm>
          <a:custGeom>
            <a:avLst/>
            <a:gdLst/>
            <a:ahLst/>
            <a:cxnLst/>
            <a:rect r="r" b="b" t="t" l="l"/>
            <a:pathLst>
              <a:path h="1443005" w="1518953">
                <a:moveTo>
                  <a:pt x="0" y="0"/>
                </a:moveTo>
                <a:lnTo>
                  <a:pt x="1518953" y="0"/>
                </a:lnTo>
                <a:lnTo>
                  <a:pt x="1518953" y="1443005"/>
                </a:lnTo>
                <a:lnTo>
                  <a:pt x="0" y="1443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10683" y="6461989"/>
            <a:ext cx="1567298" cy="1488933"/>
          </a:xfrm>
          <a:custGeom>
            <a:avLst/>
            <a:gdLst/>
            <a:ahLst/>
            <a:cxnLst/>
            <a:rect r="r" b="b" t="t" l="l"/>
            <a:pathLst>
              <a:path h="1488933" w="1567298">
                <a:moveTo>
                  <a:pt x="0" y="0"/>
                </a:moveTo>
                <a:lnTo>
                  <a:pt x="1567297" y="0"/>
                </a:lnTo>
                <a:lnTo>
                  <a:pt x="1567297" y="1488933"/>
                </a:lnTo>
                <a:lnTo>
                  <a:pt x="0" y="14889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04532" y="6277264"/>
            <a:ext cx="2356658" cy="830022"/>
            <a:chOff x="0" y="0"/>
            <a:chExt cx="620683" cy="2186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0683" cy="218607"/>
            </a:xfrm>
            <a:custGeom>
              <a:avLst/>
              <a:gdLst/>
              <a:ahLst/>
              <a:cxnLst/>
              <a:rect r="r" b="b" t="t" l="l"/>
              <a:pathLst>
                <a:path h="218607" w="620683">
                  <a:moveTo>
                    <a:pt x="0" y="0"/>
                  </a:moveTo>
                  <a:lnTo>
                    <a:pt x="620683" y="0"/>
                  </a:lnTo>
                  <a:lnTo>
                    <a:pt x="620683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20683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85507" y="6327426"/>
            <a:ext cx="1985756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{{s08_label_1}}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899632" y="6277264"/>
            <a:ext cx="3740502" cy="830022"/>
            <a:chOff x="0" y="0"/>
            <a:chExt cx="985153" cy="2186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5153" cy="218607"/>
            </a:xfrm>
            <a:custGeom>
              <a:avLst/>
              <a:gdLst/>
              <a:ahLst/>
              <a:cxnLst/>
              <a:rect r="r" b="b" t="t" l="l"/>
              <a:pathLst>
                <a:path h="218607" w="985153">
                  <a:moveTo>
                    <a:pt x="0" y="0"/>
                  </a:moveTo>
                  <a:lnTo>
                    <a:pt x="985153" y="0"/>
                  </a:lnTo>
                  <a:lnTo>
                    <a:pt x="985153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85153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923635" y="6302067"/>
            <a:ext cx="3716499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{{s08_label_2}}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4532" y="7535911"/>
            <a:ext cx="3083428" cy="830022"/>
            <a:chOff x="0" y="0"/>
            <a:chExt cx="812096" cy="21860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096" cy="218607"/>
            </a:xfrm>
            <a:custGeom>
              <a:avLst/>
              <a:gdLst/>
              <a:ahLst/>
              <a:cxnLst/>
              <a:rect r="r" b="b" t="t" l="l"/>
              <a:pathLst>
                <a:path h="218607" w="812096">
                  <a:moveTo>
                    <a:pt x="0" y="0"/>
                  </a:moveTo>
                  <a:lnTo>
                    <a:pt x="812096" y="0"/>
                  </a:lnTo>
                  <a:lnTo>
                    <a:pt x="812096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12096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00997" y="7554961"/>
            <a:ext cx="3090499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{{s08_label_3}}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655573" y="7535911"/>
            <a:ext cx="2363366" cy="830022"/>
            <a:chOff x="0" y="0"/>
            <a:chExt cx="622450" cy="21860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2450" cy="218607"/>
            </a:xfrm>
            <a:custGeom>
              <a:avLst/>
              <a:gdLst/>
              <a:ahLst/>
              <a:cxnLst/>
              <a:rect r="r" b="b" t="t" l="l"/>
              <a:pathLst>
                <a:path h="218607" w="622450">
                  <a:moveTo>
                    <a:pt x="0" y="0"/>
                  </a:moveTo>
                  <a:lnTo>
                    <a:pt x="622450" y="0"/>
                  </a:lnTo>
                  <a:lnTo>
                    <a:pt x="622450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22450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655573" y="7560715"/>
            <a:ext cx="2363366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{{s08_label_4}}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439" y="9078055"/>
            <a:ext cx="19570879" cy="2067272"/>
            <a:chOff x="0" y="0"/>
            <a:chExt cx="5154470" cy="544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470" cy="544467"/>
            </a:xfrm>
            <a:custGeom>
              <a:avLst/>
              <a:gdLst/>
              <a:ahLst/>
              <a:cxnLst/>
              <a:rect r="r" b="b" t="t" l="l"/>
              <a:pathLst>
                <a:path h="544467" w="5154470">
                  <a:moveTo>
                    <a:pt x="0" y="0"/>
                  </a:moveTo>
                  <a:lnTo>
                    <a:pt x="5154470" y="0"/>
                  </a:lnTo>
                  <a:lnTo>
                    <a:pt x="5154470" y="544467"/>
                  </a:lnTo>
                  <a:lnTo>
                    <a:pt x="0" y="54446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54470" cy="582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586670" y="2719162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9"/>
                </a:lnTo>
                <a:lnTo>
                  <a:pt x="0" y="17021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60245">
            <a:off x="16002762" y="5505159"/>
            <a:ext cx="2513075" cy="3514790"/>
          </a:xfrm>
          <a:custGeom>
            <a:avLst/>
            <a:gdLst/>
            <a:ahLst/>
            <a:cxnLst/>
            <a:rect r="r" b="b" t="t" l="l"/>
            <a:pathLst>
              <a:path h="3514790" w="2513075">
                <a:moveTo>
                  <a:pt x="0" y="0"/>
                </a:moveTo>
                <a:lnTo>
                  <a:pt x="2513076" y="0"/>
                </a:lnTo>
                <a:lnTo>
                  <a:pt x="2513076" y="3514790"/>
                </a:lnTo>
                <a:lnTo>
                  <a:pt x="0" y="35147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460245">
            <a:off x="16780023" y="3744740"/>
            <a:ext cx="1212439" cy="1695718"/>
          </a:xfrm>
          <a:custGeom>
            <a:avLst/>
            <a:gdLst/>
            <a:ahLst/>
            <a:cxnLst/>
            <a:rect r="r" b="b" t="t" l="l"/>
            <a:pathLst>
              <a:path h="1695718" w="1212439">
                <a:moveTo>
                  <a:pt x="0" y="0"/>
                </a:moveTo>
                <a:lnTo>
                  <a:pt x="1212438" y="0"/>
                </a:lnTo>
                <a:lnTo>
                  <a:pt x="1212438" y="1695718"/>
                </a:lnTo>
                <a:lnTo>
                  <a:pt x="0" y="1695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641439" y="640575"/>
            <a:ext cx="4064581" cy="8741034"/>
          </a:xfrm>
          <a:custGeom>
            <a:avLst/>
            <a:gdLst/>
            <a:ahLst/>
            <a:cxnLst/>
            <a:rect r="r" b="b" t="t" l="l"/>
            <a:pathLst>
              <a:path h="8741034" w="4064581">
                <a:moveTo>
                  <a:pt x="0" y="0"/>
                </a:moveTo>
                <a:lnTo>
                  <a:pt x="4064580" y="0"/>
                </a:lnTo>
                <a:lnTo>
                  <a:pt x="4064580" y="8741034"/>
                </a:lnTo>
                <a:lnTo>
                  <a:pt x="0" y="87410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27252" y="2484522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8" y="0"/>
                </a:lnTo>
                <a:lnTo>
                  <a:pt x="1791778" y="1702189"/>
                </a:lnTo>
                <a:lnTo>
                  <a:pt x="0" y="17021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460245">
            <a:off x="13882209" y="7087101"/>
            <a:ext cx="1212439" cy="1695718"/>
          </a:xfrm>
          <a:custGeom>
            <a:avLst/>
            <a:gdLst/>
            <a:ahLst/>
            <a:cxnLst/>
            <a:rect r="r" b="b" t="t" l="l"/>
            <a:pathLst>
              <a:path h="1695718" w="1212439">
                <a:moveTo>
                  <a:pt x="0" y="0"/>
                </a:moveTo>
                <a:lnTo>
                  <a:pt x="1212438" y="0"/>
                </a:lnTo>
                <a:lnTo>
                  <a:pt x="1212438" y="1695718"/>
                </a:lnTo>
                <a:lnTo>
                  <a:pt x="0" y="1695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204165" y="4981575"/>
            <a:ext cx="7225891" cy="2953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{{s09_text_1}}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04165" y="1964334"/>
            <a:ext cx="7879671" cy="2628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604"/>
              </a:lnSpc>
            </a:pPr>
            <a:r>
              <a:rPr lang="en-US" sz="7200" b="true">
                <a:solidFill>
                  <a:srgbClr val="4040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{{s09_title}}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439" y="9078055"/>
            <a:ext cx="19570879" cy="2067272"/>
            <a:chOff x="0" y="0"/>
            <a:chExt cx="5154470" cy="544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470" cy="544467"/>
            </a:xfrm>
            <a:custGeom>
              <a:avLst/>
              <a:gdLst/>
              <a:ahLst/>
              <a:cxnLst/>
              <a:rect r="r" b="b" t="t" l="l"/>
              <a:pathLst>
                <a:path h="544467" w="5154470">
                  <a:moveTo>
                    <a:pt x="0" y="0"/>
                  </a:moveTo>
                  <a:lnTo>
                    <a:pt x="5154470" y="0"/>
                  </a:lnTo>
                  <a:lnTo>
                    <a:pt x="5154470" y="544467"/>
                  </a:lnTo>
                  <a:lnTo>
                    <a:pt x="0" y="54446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54470" cy="582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92707" y="1744243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8"/>
                </a:lnTo>
                <a:lnTo>
                  <a:pt x="0" y="1702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1439" y="640575"/>
            <a:ext cx="4064581" cy="8741034"/>
          </a:xfrm>
          <a:custGeom>
            <a:avLst/>
            <a:gdLst/>
            <a:ahLst/>
            <a:cxnLst/>
            <a:rect r="r" b="b" t="t" l="l"/>
            <a:pathLst>
              <a:path h="8741034" w="4064581">
                <a:moveTo>
                  <a:pt x="0" y="0"/>
                </a:moveTo>
                <a:lnTo>
                  <a:pt x="4064580" y="0"/>
                </a:lnTo>
                <a:lnTo>
                  <a:pt x="4064580" y="8741034"/>
                </a:lnTo>
                <a:lnTo>
                  <a:pt x="0" y="8741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27252" y="2484522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8" y="0"/>
                </a:lnTo>
                <a:lnTo>
                  <a:pt x="1791778" y="1702189"/>
                </a:lnTo>
                <a:lnTo>
                  <a:pt x="0" y="17021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207700" y="6434455"/>
            <a:ext cx="2356658" cy="830022"/>
            <a:chOff x="0" y="0"/>
            <a:chExt cx="620683" cy="2186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0683" cy="218607"/>
            </a:xfrm>
            <a:custGeom>
              <a:avLst/>
              <a:gdLst/>
              <a:ahLst/>
              <a:cxnLst/>
              <a:rect r="r" b="b" t="t" l="l"/>
              <a:pathLst>
                <a:path h="218607" w="620683">
                  <a:moveTo>
                    <a:pt x="0" y="0"/>
                  </a:moveTo>
                  <a:lnTo>
                    <a:pt x="620683" y="0"/>
                  </a:lnTo>
                  <a:lnTo>
                    <a:pt x="620683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20683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02800" y="6434455"/>
            <a:ext cx="3740502" cy="830022"/>
            <a:chOff x="0" y="0"/>
            <a:chExt cx="985153" cy="2186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5153" cy="218607"/>
            </a:xfrm>
            <a:custGeom>
              <a:avLst/>
              <a:gdLst/>
              <a:ahLst/>
              <a:cxnLst/>
              <a:rect r="r" b="b" t="t" l="l"/>
              <a:pathLst>
                <a:path h="218607" w="985153">
                  <a:moveTo>
                    <a:pt x="0" y="0"/>
                  </a:moveTo>
                  <a:lnTo>
                    <a:pt x="985153" y="0"/>
                  </a:lnTo>
                  <a:lnTo>
                    <a:pt x="985153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85153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207700" y="7693102"/>
            <a:ext cx="3083428" cy="830022"/>
            <a:chOff x="0" y="0"/>
            <a:chExt cx="812096" cy="2186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096" cy="218607"/>
            </a:xfrm>
            <a:custGeom>
              <a:avLst/>
              <a:gdLst/>
              <a:ahLst/>
              <a:cxnLst/>
              <a:rect r="r" b="b" t="t" l="l"/>
              <a:pathLst>
                <a:path h="218607" w="812096">
                  <a:moveTo>
                    <a:pt x="0" y="0"/>
                  </a:moveTo>
                  <a:lnTo>
                    <a:pt x="812096" y="0"/>
                  </a:lnTo>
                  <a:lnTo>
                    <a:pt x="812096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096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658741" y="7693102"/>
            <a:ext cx="2363366" cy="830022"/>
            <a:chOff x="0" y="0"/>
            <a:chExt cx="622450" cy="2186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2450" cy="218607"/>
            </a:xfrm>
            <a:custGeom>
              <a:avLst/>
              <a:gdLst/>
              <a:ahLst/>
              <a:cxnLst/>
              <a:rect r="r" b="b" t="t" l="l"/>
              <a:pathLst>
                <a:path h="218607" w="622450">
                  <a:moveTo>
                    <a:pt x="0" y="0"/>
                  </a:moveTo>
                  <a:lnTo>
                    <a:pt x="622450" y="0"/>
                  </a:lnTo>
                  <a:lnTo>
                    <a:pt x="622450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22450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4029335" y="5011092"/>
            <a:ext cx="3581019" cy="4591050"/>
          </a:xfrm>
          <a:custGeom>
            <a:avLst/>
            <a:gdLst/>
            <a:ahLst/>
            <a:cxnLst/>
            <a:rect r="r" b="b" t="t" l="l"/>
            <a:pathLst>
              <a:path h="4591050" w="3581019">
                <a:moveTo>
                  <a:pt x="0" y="0"/>
                </a:moveTo>
                <a:lnTo>
                  <a:pt x="3581019" y="0"/>
                </a:lnTo>
                <a:lnTo>
                  <a:pt x="3581019" y="4591050"/>
                </a:lnTo>
                <a:lnTo>
                  <a:pt x="0" y="459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204165" y="3585845"/>
            <a:ext cx="8825170" cy="22294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{{s10_text_1}}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04165" y="1722840"/>
            <a:ext cx="10022562" cy="1409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604"/>
              </a:lnSpc>
            </a:pPr>
            <a:r>
              <a:rPr lang="en-US" sz="7200" b="true">
                <a:solidFill>
                  <a:srgbClr val="4040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{{s10_title}}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88675" y="6484617"/>
            <a:ext cx="1985756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{{s10_label_1}}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26803" y="6459259"/>
            <a:ext cx="3716499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{{s10_label_2}}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204165" y="7712152"/>
            <a:ext cx="3090499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{{s10_label_3}}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658741" y="7717906"/>
            <a:ext cx="2363366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{{s10_label_4}}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439" y="9078055"/>
            <a:ext cx="19570879" cy="2067272"/>
            <a:chOff x="0" y="0"/>
            <a:chExt cx="5154470" cy="544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470" cy="544467"/>
            </a:xfrm>
            <a:custGeom>
              <a:avLst/>
              <a:gdLst/>
              <a:ahLst/>
              <a:cxnLst/>
              <a:rect r="r" b="b" t="t" l="l"/>
              <a:pathLst>
                <a:path h="544467" w="5154470">
                  <a:moveTo>
                    <a:pt x="0" y="0"/>
                  </a:moveTo>
                  <a:lnTo>
                    <a:pt x="5154470" y="0"/>
                  </a:lnTo>
                  <a:lnTo>
                    <a:pt x="5154470" y="544467"/>
                  </a:lnTo>
                  <a:lnTo>
                    <a:pt x="0" y="54446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54470" cy="582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036230" y="6441803"/>
            <a:ext cx="2043728" cy="1941541"/>
          </a:xfrm>
          <a:custGeom>
            <a:avLst/>
            <a:gdLst/>
            <a:ahLst/>
            <a:cxnLst/>
            <a:rect r="r" b="b" t="t" l="l"/>
            <a:pathLst>
              <a:path h="1941541" w="2043728">
                <a:moveTo>
                  <a:pt x="0" y="0"/>
                </a:moveTo>
                <a:lnTo>
                  <a:pt x="2043728" y="0"/>
                </a:lnTo>
                <a:lnTo>
                  <a:pt x="2043728" y="1941542"/>
                </a:lnTo>
                <a:lnTo>
                  <a:pt x="0" y="1941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7931" y="1806827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9"/>
                </a:lnTo>
                <a:lnTo>
                  <a:pt x="0" y="17021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41439" y="4240547"/>
            <a:ext cx="4121148" cy="5283523"/>
          </a:xfrm>
          <a:custGeom>
            <a:avLst/>
            <a:gdLst/>
            <a:ahLst/>
            <a:cxnLst/>
            <a:rect r="r" b="b" t="t" l="l"/>
            <a:pathLst>
              <a:path h="5283523" w="4121148">
                <a:moveTo>
                  <a:pt x="0" y="0"/>
                </a:moveTo>
                <a:lnTo>
                  <a:pt x="4121147" y="0"/>
                </a:lnTo>
                <a:lnTo>
                  <a:pt x="4121147" y="5283523"/>
                </a:lnTo>
                <a:lnTo>
                  <a:pt x="0" y="5283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41617" y="3532293"/>
            <a:ext cx="9426631" cy="1847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{{s11_text_1}}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41617" y="1692527"/>
            <a:ext cx="12320422" cy="1409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604"/>
              </a:lnSpc>
            </a:pPr>
            <a:r>
              <a:rPr lang="en-US" sz="7200" b="true">
                <a:solidFill>
                  <a:srgbClr val="4040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{{s11_title}}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441617" y="5900523"/>
            <a:ext cx="4713315" cy="830022"/>
            <a:chOff x="0" y="0"/>
            <a:chExt cx="1241367" cy="2186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41367" cy="218607"/>
            </a:xfrm>
            <a:custGeom>
              <a:avLst/>
              <a:gdLst/>
              <a:ahLst/>
              <a:cxnLst/>
              <a:rect r="r" b="b" t="t" l="l"/>
              <a:pathLst>
                <a:path h="218607" w="1241367">
                  <a:moveTo>
                    <a:pt x="0" y="0"/>
                  </a:moveTo>
                  <a:lnTo>
                    <a:pt x="1241367" y="0"/>
                  </a:lnTo>
                  <a:lnTo>
                    <a:pt x="1241367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41367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083787" y="5925327"/>
            <a:ext cx="3428976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{{s11_label_1}}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79964" y="5900523"/>
            <a:ext cx="4713315" cy="830022"/>
            <a:chOff x="0" y="0"/>
            <a:chExt cx="1241367" cy="2186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1367" cy="218607"/>
            </a:xfrm>
            <a:custGeom>
              <a:avLst/>
              <a:gdLst/>
              <a:ahLst/>
              <a:cxnLst/>
              <a:rect r="r" b="b" t="t" l="l"/>
              <a:pathLst>
                <a:path h="218607" w="1241367">
                  <a:moveTo>
                    <a:pt x="0" y="0"/>
                  </a:moveTo>
                  <a:lnTo>
                    <a:pt x="1241367" y="0"/>
                  </a:lnTo>
                  <a:lnTo>
                    <a:pt x="1241367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41367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22134" y="5925327"/>
            <a:ext cx="3428976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{{s11_label_2}}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441617" y="7254420"/>
            <a:ext cx="4713315" cy="830022"/>
            <a:chOff x="0" y="0"/>
            <a:chExt cx="1241367" cy="2186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41367" cy="218607"/>
            </a:xfrm>
            <a:custGeom>
              <a:avLst/>
              <a:gdLst/>
              <a:ahLst/>
              <a:cxnLst/>
              <a:rect r="r" b="b" t="t" l="l"/>
              <a:pathLst>
                <a:path h="218607" w="1241367">
                  <a:moveTo>
                    <a:pt x="0" y="0"/>
                  </a:moveTo>
                  <a:lnTo>
                    <a:pt x="1241367" y="0"/>
                  </a:lnTo>
                  <a:lnTo>
                    <a:pt x="1241367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41367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218814" y="7279224"/>
            <a:ext cx="5158922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{{s11_label_3}}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6293253" y="3027836"/>
            <a:ext cx="1573410" cy="1494739"/>
          </a:xfrm>
          <a:custGeom>
            <a:avLst/>
            <a:gdLst/>
            <a:ahLst/>
            <a:cxnLst/>
            <a:rect r="r" b="b" t="t" l="l"/>
            <a:pathLst>
              <a:path h="1494739" w="1573410">
                <a:moveTo>
                  <a:pt x="0" y="0"/>
                </a:moveTo>
                <a:lnTo>
                  <a:pt x="1573410" y="0"/>
                </a:lnTo>
                <a:lnTo>
                  <a:pt x="1573410" y="1494739"/>
                </a:lnTo>
                <a:lnTo>
                  <a:pt x="0" y="1494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439" y="9078055"/>
            <a:ext cx="19570879" cy="2067272"/>
            <a:chOff x="0" y="0"/>
            <a:chExt cx="5154470" cy="544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470" cy="544467"/>
            </a:xfrm>
            <a:custGeom>
              <a:avLst/>
              <a:gdLst/>
              <a:ahLst/>
              <a:cxnLst/>
              <a:rect r="r" b="b" t="t" l="l"/>
              <a:pathLst>
                <a:path h="544467" w="5154470">
                  <a:moveTo>
                    <a:pt x="0" y="0"/>
                  </a:moveTo>
                  <a:lnTo>
                    <a:pt x="5154470" y="0"/>
                  </a:lnTo>
                  <a:lnTo>
                    <a:pt x="5154470" y="544467"/>
                  </a:lnTo>
                  <a:lnTo>
                    <a:pt x="0" y="54446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54470" cy="582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718312" y="5379508"/>
            <a:ext cx="2043728" cy="1941541"/>
          </a:xfrm>
          <a:custGeom>
            <a:avLst/>
            <a:gdLst/>
            <a:ahLst/>
            <a:cxnLst/>
            <a:rect r="r" b="b" t="t" l="l"/>
            <a:pathLst>
              <a:path h="1941541" w="2043728">
                <a:moveTo>
                  <a:pt x="0" y="0"/>
                </a:moveTo>
                <a:lnTo>
                  <a:pt x="2043728" y="0"/>
                </a:lnTo>
                <a:lnTo>
                  <a:pt x="2043728" y="1941541"/>
                </a:lnTo>
                <a:lnTo>
                  <a:pt x="0" y="1941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19468" y="1228156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8"/>
                </a:lnTo>
                <a:lnTo>
                  <a:pt x="0" y="1702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41439" y="3551326"/>
            <a:ext cx="4658741" cy="5972744"/>
          </a:xfrm>
          <a:custGeom>
            <a:avLst/>
            <a:gdLst/>
            <a:ahLst/>
            <a:cxnLst/>
            <a:rect r="r" b="b" t="t" l="l"/>
            <a:pathLst>
              <a:path h="5972744" w="4658741">
                <a:moveTo>
                  <a:pt x="0" y="0"/>
                </a:moveTo>
                <a:lnTo>
                  <a:pt x="4658740" y="0"/>
                </a:lnTo>
                <a:lnTo>
                  <a:pt x="4658740" y="5972744"/>
                </a:lnTo>
                <a:lnTo>
                  <a:pt x="0" y="59727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460245">
            <a:off x="15906272" y="-761537"/>
            <a:ext cx="2513075" cy="3514790"/>
          </a:xfrm>
          <a:custGeom>
            <a:avLst/>
            <a:gdLst/>
            <a:ahLst/>
            <a:cxnLst/>
            <a:rect r="r" b="b" t="t" l="l"/>
            <a:pathLst>
              <a:path h="3514790" w="2513075">
                <a:moveTo>
                  <a:pt x="0" y="0"/>
                </a:moveTo>
                <a:lnTo>
                  <a:pt x="2513075" y="0"/>
                </a:lnTo>
                <a:lnTo>
                  <a:pt x="2513075" y="3514790"/>
                </a:lnTo>
                <a:lnTo>
                  <a:pt x="0" y="35147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460245">
            <a:off x="13785718" y="787720"/>
            <a:ext cx="1212439" cy="1695718"/>
          </a:xfrm>
          <a:custGeom>
            <a:avLst/>
            <a:gdLst/>
            <a:ahLst/>
            <a:cxnLst/>
            <a:rect r="r" b="b" t="t" l="l"/>
            <a:pathLst>
              <a:path h="1695718" w="1212439">
                <a:moveTo>
                  <a:pt x="0" y="0"/>
                </a:moveTo>
                <a:lnTo>
                  <a:pt x="1212438" y="0"/>
                </a:lnTo>
                <a:lnTo>
                  <a:pt x="1212438" y="1695718"/>
                </a:lnTo>
                <a:lnTo>
                  <a:pt x="0" y="16957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291681" y="4430674"/>
            <a:ext cx="7704638" cy="36772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{{s12_text_1}}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97821" y="1521279"/>
            <a:ext cx="8692358" cy="2628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604"/>
              </a:lnSpc>
            </a:pPr>
            <a:r>
              <a:rPr lang="en-US" sz="7200" b="true">
                <a:solidFill>
                  <a:srgbClr val="4040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{{s12_title}}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439" y="9078055"/>
            <a:ext cx="19570879" cy="2067272"/>
            <a:chOff x="0" y="0"/>
            <a:chExt cx="5154470" cy="544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470" cy="544467"/>
            </a:xfrm>
            <a:custGeom>
              <a:avLst/>
              <a:gdLst/>
              <a:ahLst/>
              <a:cxnLst/>
              <a:rect r="r" b="b" t="t" l="l"/>
              <a:pathLst>
                <a:path h="544467" w="5154470">
                  <a:moveTo>
                    <a:pt x="0" y="0"/>
                  </a:moveTo>
                  <a:lnTo>
                    <a:pt x="5154470" y="0"/>
                  </a:lnTo>
                  <a:lnTo>
                    <a:pt x="5154470" y="544467"/>
                  </a:lnTo>
                  <a:lnTo>
                    <a:pt x="0" y="54446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54470" cy="582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38465" y="6342785"/>
            <a:ext cx="2043728" cy="1941541"/>
          </a:xfrm>
          <a:custGeom>
            <a:avLst/>
            <a:gdLst/>
            <a:ahLst/>
            <a:cxnLst/>
            <a:rect r="r" b="b" t="t" l="l"/>
            <a:pathLst>
              <a:path h="1941541" w="2043728">
                <a:moveTo>
                  <a:pt x="0" y="0"/>
                </a:moveTo>
                <a:lnTo>
                  <a:pt x="2043728" y="0"/>
                </a:lnTo>
                <a:lnTo>
                  <a:pt x="2043728" y="1941542"/>
                </a:lnTo>
                <a:lnTo>
                  <a:pt x="0" y="1941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7931" y="1412724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8"/>
                </a:lnTo>
                <a:lnTo>
                  <a:pt x="0" y="1702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460245">
            <a:off x="15906272" y="-761537"/>
            <a:ext cx="2513075" cy="3514790"/>
          </a:xfrm>
          <a:custGeom>
            <a:avLst/>
            <a:gdLst/>
            <a:ahLst/>
            <a:cxnLst/>
            <a:rect r="r" b="b" t="t" l="l"/>
            <a:pathLst>
              <a:path h="3514790" w="2513075">
                <a:moveTo>
                  <a:pt x="0" y="0"/>
                </a:moveTo>
                <a:lnTo>
                  <a:pt x="2513075" y="0"/>
                </a:lnTo>
                <a:lnTo>
                  <a:pt x="2513075" y="3514790"/>
                </a:lnTo>
                <a:lnTo>
                  <a:pt x="0" y="35147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983230" y="7351018"/>
            <a:ext cx="2356658" cy="830022"/>
            <a:chOff x="0" y="0"/>
            <a:chExt cx="620683" cy="2186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0683" cy="218607"/>
            </a:xfrm>
            <a:custGeom>
              <a:avLst/>
              <a:gdLst/>
              <a:ahLst/>
              <a:cxnLst/>
              <a:rect r="r" b="b" t="t" l="l"/>
              <a:pathLst>
                <a:path h="218607" w="620683">
                  <a:moveTo>
                    <a:pt x="0" y="0"/>
                  </a:moveTo>
                  <a:lnTo>
                    <a:pt x="620683" y="0"/>
                  </a:lnTo>
                  <a:lnTo>
                    <a:pt x="620683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20683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20863" y="7351018"/>
            <a:ext cx="2356658" cy="830022"/>
            <a:chOff x="0" y="0"/>
            <a:chExt cx="620683" cy="2186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0683" cy="218607"/>
            </a:xfrm>
            <a:custGeom>
              <a:avLst/>
              <a:gdLst/>
              <a:ahLst/>
              <a:cxnLst/>
              <a:rect r="r" b="b" t="t" l="l"/>
              <a:pathLst>
                <a:path h="218607" w="620683">
                  <a:moveTo>
                    <a:pt x="0" y="0"/>
                  </a:moveTo>
                  <a:lnTo>
                    <a:pt x="620683" y="0"/>
                  </a:lnTo>
                  <a:lnTo>
                    <a:pt x="620683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20683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58496" y="7392311"/>
            <a:ext cx="2356658" cy="830022"/>
            <a:chOff x="0" y="0"/>
            <a:chExt cx="620683" cy="2186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0683" cy="218607"/>
            </a:xfrm>
            <a:custGeom>
              <a:avLst/>
              <a:gdLst/>
              <a:ahLst/>
              <a:cxnLst/>
              <a:rect r="r" b="b" t="t" l="l"/>
              <a:pathLst>
                <a:path h="218607" w="620683">
                  <a:moveTo>
                    <a:pt x="0" y="0"/>
                  </a:moveTo>
                  <a:lnTo>
                    <a:pt x="620683" y="0"/>
                  </a:lnTo>
                  <a:lnTo>
                    <a:pt x="620683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20683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596128" y="7392311"/>
            <a:ext cx="2356658" cy="830022"/>
            <a:chOff x="0" y="0"/>
            <a:chExt cx="620683" cy="2186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0683" cy="218607"/>
            </a:xfrm>
            <a:custGeom>
              <a:avLst/>
              <a:gdLst/>
              <a:ahLst/>
              <a:cxnLst/>
              <a:rect r="r" b="b" t="t" l="l"/>
              <a:pathLst>
                <a:path h="218607" w="620683">
                  <a:moveTo>
                    <a:pt x="0" y="0"/>
                  </a:moveTo>
                  <a:lnTo>
                    <a:pt x="620683" y="0"/>
                  </a:lnTo>
                  <a:lnTo>
                    <a:pt x="620683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20683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1088070" y="3795845"/>
            <a:ext cx="4709350" cy="5778344"/>
          </a:xfrm>
          <a:custGeom>
            <a:avLst/>
            <a:gdLst/>
            <a:ahLst/>
            <a:cxnLst/>
            <a:rect r="r" b="b" t="t" l="l"/>
            <a:pathLst>
              <a:path h="5778344" w="4709350">
                <a:moveTo>
                  <a:pt x="0" y="0"/>
                </a:moveTo>
                <a:lnTo>
                  <a:pt x="4709350" y="0"/>
                </a:lnTo>
                <a:lnTo>
                  <a:pt x="4709350" y="5778344"/>
                </a:lnTo>
                <a:lnTo>
                  <a:pt x="0" y="57783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340705" y="3633920"/>
            <a:ext cx="9426631" cy="2953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{{s13_text_1}}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79708" y="1950367"/>
            <a:ext cx="11148624" cy="1409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604"/>
              </a:lnSpc>
            </a:pPr>
            <a:r>
              <a:rPr lang="en-US" sz="7200" b="true">
                <a:solidFill>
                  <a:srgbClr val="4040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{{s13_title}}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68681" y="7375822"/>
            <a:ext cx="1985756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{{s13_label_1}}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06314" y="7375822"/>
            <a:ext cx="1985756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{{s13_label_2}}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43947" y="7417114"/>
            <a:ext cx="1985756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{{s13_label_3}}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77103" y="7442473"/>
            <a:ext cx="1985756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{{s13_label_4}}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439" y="9078055"/>
            <a:ext cx="19570879" cy="2067272"/>
            <a:chOff x="0" y="0"/>
            <a:chExt cx="5154470" cy="544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470" cy="544467"/>
            </a:xfrm>
            <a:custGeom>
              <a:avLst/>
              <a:gdLst/>
              <a:ahLst/>
              <a:cxnLst/>
              <a:rect r="r" b="b" t="t" l="l"/>
              <a:pathLst>
                <a:path h="544467" w="5154470">
                  <a:moveTo>
                    <a:pt x="0" y="0"/>
                  </a:moveTo>
                  <a:lnTo>
                    <a:pt x="5154470" y="0"/>
                  </a:lnTo>
                  <a:lnTo>
                    <a:pt x="5154470" y="544467"/>
                  </a:lnTo>
                  <a:lnTo>
                    <a:pt x="0" y="54446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54470" cy="582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835247" y="2182622"/>
            <a:ext cx="5905311" cy="7245780"/>
          </a:xfrm>
          <a:custGeom>
            <a:avLst/>
            <a:gdLst/>
            <a:ahLst/>
            <a:cxnLst/>
            <a:rect r="r" b="b" t="t" l="l"/>
            <a:pathLst>
              <a:path h="7245780" w="5905311">
                <a:moveTo>
                  <a:pt x="0" y="0"/>
                </a:moveTo>
                <a:lnTo>
                  <a:pt x="5905310" y="0"/>
                </a:lnTo>
                <a:lnTo>
                  <a:pt x="5905310" y="7245780"/>
                </a:lnTo>
                <a:lnTo>
                  <a:pt x="0" y="7245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08324" y="5066284"/>
            <a:ext cx="7830808" cy="2953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{{s14_text_1}}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320714" y="3628967"/>
            <a:ext cx="1514533" cy="1514533"/>
          </a:xfrm>
          <a:custGeom>
            <a:avLst/>
            <a:gdLst/>
            <a:ahLst/>
            <a:cxnLst/>
            <a:rect r="r" b="b" t="t" l="l"/>
            <a:pathLst>
              <a:path h="1514533" w="1514533">
                <a:moveTo>
                  <a:pt x="0" y="0"/>
                </a:moveTo>
                <a:lnTo>
                  <a:pt x="1514533" y="0"/>
                </a:lnTo>
                <a:lnTo>
                  <a:pt x="1514533" y="1514533"/>
                </a:lnTo>
                <a:lnTo>
                  <a:pt x="0" y="1514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08324" y="2153031"/>
            <a:ext cx="8876736" cy="2628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604"/>
              </a:lnSpc>
            </a:pPr>
            <a:r>
              <a:rPr lang="en-US" sz="7200" b="true">
                <a:solidFill>
                  <a:srgbClr val="4040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{{s14_title}}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221604" y="739617"/>
            <a:ext cx="1518953" cy="1443005"/>
          </a:xfrm>
          <a:custGeom>
            <a:avLst/>
            <a:gdLst/>
            <a:ahLst/>
            <a:cxnLst/>
            <a:rect r="r" b="b" t="t" l="l"/>
            <a:pathLst>
              <a:path h="1443005" w="1518953">
                <a:moveTo>
                  <a:pt x="0" y="0"/>
                </a:moveTo>
                <a:lnTo>
                  <a:pt x="1518953" y="0"/>
                </a:lnTo>
                <a:lnTo>
                  <a:pt x="1518953" y="1443005"/>
                </a:lnTo>
                <a:lnTo>
                  <a:pt x="0" y="1443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9371" y="1028700"/>
            <a:ext cx="1214655" cy="1153922"/>
          </a:xfrm>
          <a:custGeom>
            <a:avLst/>
            <a:gdLst/>
            <a:ahLst/>
            <a:cxnLst/>
            <a:rect r="r" b="b" t="t" l="l"/>
            <a:pathLst>
              <a:path h="1153922" w="1214655">
                <a:moveTo>
                  <a:pt x="0" y="0"/>
                </a:moveTo>
                <a:lnTo>
                  <a:pt x="1214655" y="0"/>
                </a:lnTo>
                <a:lnTo>
                  <a:pt x="1214655" y="1153922"/>
                </a:lnTo>
                <a:lnTo>
                  <a:pt x="0" y="1153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620592" y="6046978"/>
            <a:ext cx="1214655" cy="1153922"/>
          </a:xfrm>
          <a:custGeom>
            <a:avLst/>
            <a:gdLst/>
            <a:ahLst/>
            <a:cxnLst/>
            <a:rect r="r" b="b" t="t" l="l"/>
            <a:pathLst>
              <a:path h="1153922" w="1214655">
                <a:moveTo>
                  <a:pt x="0" y="0"/>
                </a:moveTo>
                <a:lnTo>
                  <a:pt x="1214655" y="0"/>
                </a:lnTo>
                <a:lnTo>
                  <a:pt x="1214655" y="1153922"/>
                </a:lnTo>
                <a:lnTo>
                  <a:pt x="0" y="1153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439" y="9078055"/>
            <a:ext cx="19570879" cy="2067272"/>
            <a:chOff x="0" y="0"/>
            <a:chExt cx="5154470" cy="544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470" cy="544467"/>
            </a:xfrm>
            <a:custGeom>
              <a:avLst/>
              <a:gdLst/>
              <a:ahLst/>
              <a:cxnLst/>
              <a:rect r="r" b="b" t="t" l="l"/>
              <a:pathLst>
                <a:path h="544467" w="5154470">
                  <a:moveTo>
                    <a:pt x="0" y="0"/>
                  </a:moveTo>
                  <a:lnTo>
                    <a:pt x="5154470" y="0"/>
                  </a:lnTo>
                  <a:lnTo>
                    <a:pt x="5154470" y="544467"/>
                  </a:lnTo>
                  <a:lnTo>
                    <a:pt x="0" y="54446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54470" cy="582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835247" y="2182622"/>
            <a:ext cx="5905311" cy="7245780"/>
          </a:xfrm>
          <a:custGeom>
            <a:avLst/>
            <a:gdLst/>
            <a:ahLst/>
            <a:cxnLst/>
            <a:rect r="r" b="b" t="t" l="l"/>
            <a:pathLst>
              <a:path h="7245780" w="5905311">
                <a:moveTo>
                  <a:pt x="0" y="0"/>
                </a:moveTo>
                <a:lnTo>
                  <a:pt x="5905310" y="0"/>
                </a:lnTo>
                <a:lnTo>
                  <a:pt x="5905310" y="7245780"/>
                </a:lnTo>
                <a:lnTo>
                  <a:pt x="0" y="7245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00997" y="2828579"/>
            <a:ext cx="8469137" cy="2953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{{s15_text_1}}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320714" y="3628967"/>
            <a:ext cx="1514533" cy="1514533"/>
          </a:xfrm>
          <a:custGeom>
            <a:avLst/>
            <a:gdLst/>
            <a:ahLst/>
            <a:cxnLst/>
            <a:rect r="r" b="b" t="t" l="l"/>
            <a:pathLst>
              <a:path h="1514533" w="1514533">
                <a:moveTo>
                  <a:pt x="0" y="0"/>
                </a:moveTo>
                <a:lnTo>
                  <a:pt x="1514533" y="0"/>
                </a:lnTo>
                <a:lnTo>
                  <a:pt x="1514533" y="1514533"/>
                </a:lnTo>
                <a:lnTo>
                  <a:pt x="0" y="1514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00997" y="1172153"/>
            <a:ext cx="9876983" cy="13188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040"/>
              </a:lnSpc>
            </a:pPr>
            <a:r>
              <a:rPr lang="en-US" sz="7200" b="true">
                <a:solidFill>
                  <a:srgbClr val="4040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{{s15_title}}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221604" y="739617"/>
            <a:ext cx="1518953" cy="1443005"/>
          </a:xfrm>
          <a:custGeom>
            <a:avLst/>
            <a:gdLst/>
            <a:ahLst/>
            <a:cxnLst/>
            <a:rect r="r" b="b" t="t" l="l"/>
            <a:pathLst>
              <a:path h="1443005" w="1518953">
                <a:moveTo>
                  <a:pt x="0" y="0"/>
                </a:moveTo>
                <a:lnTo>
                  <a:pt x="1518953" y="0"/>
                </a:lnTo>
                <a:lnTo>
                  <a:pt x="1518953" y="1443005"/>
                </a:lnTo>
                <a:lnTo>
                  <a:pt x="0" y="1443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10683" y="6461989"/>
            <a:ext cx="1567298" cy="1488933"/>
          </a:xfrm>
          <a:custGeom>
            <a:avLst/>
            <a:gdLst/>
            <a:ahLst/>
            <a:cxnLst/>
            <a:rect r="r" b="b" t="t" l="l"/>
            <a:pathLst>
              <a:path h="1488933" w="1567298">
                <a:moveTo>
                  <a:pt x="0" y="0"/>
                </a:moveTo>
                <a:lnTo>
                  <a:pt x="1567297" y="0"/>
                </a:lnTo>
                <a:lnTo>
                  <a:pt x="1567297" y="1488933"/>
                </a:lnTo>
                <a:lnTo>
                  <a:pt x="0" y="14889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04532" y="6277264"/>
            <a:ext cx="2356658" cy="830022"/>
            <a:chOff x="0" y="0"/>
            <a:chExt cx="620683" cy="2186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0683" cy="218607"/>
            </a:xfrm>
            <a:custGeom>
              <a:avLst/>
              <a:gdLst/>
              <a:ahLst/>
              <a:cxnLst/>
              <a:rect r="r" b="b" t="t" l="l"/>
              <a:pathLst>
                <a:path h="218607" w="620683">
                  <a:moveTo>
                    <a:pt x="0" y="0"/>
                  </a:moveTo>
                  <a:lnTo>
                    <a:pt x="620683" y="0"/>
                  </a:lnTo>
                  <a:lnTo>
                    <a:pt x="620683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20683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85507" y="6327426"/>
            <a:ext cx="1985756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{{s15_label_1}}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899632" y="6277264"/>
            <a:ext cx="3740502" cy="830022"/>
            <a:chOff x="0" y="0"/>
            <a:chExt cx="985153" cy="2186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5153" cy="218607"/>
            </a:xfrm>
            <a:custGeom>
              <a:avLst/>
              <a:gdLst/>
              <a:ahLst/>
              <a:cxnLst/>
              <a:rect r="r" b="b" t="t" l="l"/>
              <a:pathLst>
                <a:path h="218607" w="985153">
                  <a:moveTo>
                    <a:pt x="0" y="0"/>
                  </a:moveTo>
                  <a:lnTo>
                    <a:pt x="985153" y="0"/>
                  </a:lnTo>
                  <a:lnTo>
                    <a:pt x="985153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85153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923635" y="6302067"/>
            <a:ext cx="3716499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{{s15_label_2}}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4532" y="7535911"/>
            <a:ext cx="3083428" cy="830022"/>
            <a:chOff x="0" y="0"/>
            <a:chExt cx="812096" cy="21860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096" cy="218607"/>
            </a:xfrm>
            <a:custGeom>
              <a:avLst/>
              <a:gdLst/>
              <a:ahLst/>
              <a:cxnLst/>
              <a:rect r="r" b="b" t="t" l="l"/>
              <a:pathLst>
                <a:path h="218607" w="812096">
                  <a:moveTo>
                    <a:pt x="0" y="0"/>
                  </a:moveTo>
                  <a:lnTo>
                    <a:pt x="812096" y="0"/>
                  </a:lnTo>
                  <a:lnTo>
                    <a:pt x="812096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12096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00997" y="7554961"/>
            <a:ext cx="3090499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{{s15_label_3}}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655573" y="7535911"/>
            <a:ext cx="2363366" cy="830022"/>
            <a:chOff x="0" y="0"/>
            <a:chExt cx="622450" cy="21860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2450" cy="218607"/>
            </a:xfrm>
            <a:custGeom>
              <a:avLst/>
              <a:gdLst/>
              <a:ahLst/>
              <a:cxnLst/>
              <a:rect r="r" b="b" t="t" l="l"/>
              <a:pathLst>
                <a:path h="218607" w="622450">
                  <a:moveTo>
                    <a:pt x="0" y="0"/>
                  </a:moveTo>
                  <a:lnTo>
                    <a:pt x="622450" y="0"/>
                  </a:lnTo>
                  <a:lnTo>
                    <a:pt x="622450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22450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655573" y="7560715"/>
            <a:ext cx="2363366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{{s15_label_4}}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439" y="9078055"/>
            <a:ext cx="19570879" cy="2067272"/>
            <a:chOff x="0" y="0"/>
            <a:chExt cx="5154470" cy="544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470" cy="544467"/>
            </a:xfrm>
            <a:custGeom>
              <a:avLst/>
              <a:gdLst/>
              <a:ahLst/>
              <a:cxnLst/>
              <a:rect r="r" b="b" t="t" l="l"/>
              <a:pathLst>
                <a:path h="544467" w="5154470">
                  <a:moveTo>
                    <a:pt x="0" y="0"/>
                  </a:moveTo>
                  <a:lnTo>
                    <a:pt x="5154470" y="0"/>
                  </a:lnTo>
                  <a:lnTo>
                    <a:pt x="5154470" y="544467"/>
                  </a:lnTo>
                  <a:lnTo>
                    <a:pt x="0" y="54446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54470" cy="582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92707" y="1744243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8"/>
                </a:lnTo>
                <a:lnTo>
                  <a:pt x="0" y="1702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1439" y="640575"/>
            <a:ext cx="4064581" cy="8741034"/>
          </a:xfrm>
          <a:custGeom>
            <a:avLst/>
            <a:gdLst/>
            <a:ahLst/>
            <a:cxnLst/>
            <a:rect r="r" b="b" t="t" l="l"/>
            <a:pathLst>
              <a:path h="8741034" w="4064581">
                <a:moveTo>
                  <a:pt x="0" y="0"/>
                </a:moveTo>
                <a:lnTo>
                  <a:pt x="4064580" y="0"/>
                </a:lnTo>
                <a:lnTo>
                  <a:pt x="4064580" y="8741034"/>
                </a:lnTo>
                <a:lnTo>
                  <a:pt x="0" y="8741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27252" y="2484522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8" y="0"/>
                </a:lnTo>
                <a:lnTo>
                  <a:pt x="1791778" y="1702189"/>
                </a:lnTo>
                <a:lnTo>
                  <a:pt x="0" y="17021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207700" y="6434455"/>
            <a:ext cx="2356658" cy="830022"/>
            <a:chOff x="0" y="0"/>
            <a:chExt cx="620683" cy="2186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0683" cy="218607"/>
            </a:xfrm>
            <a:custGeom>
              <a:avLst/>
              <a:gdLst/>
              <a:ahLst/>
              <a:cxnLst/>
              <a:rect r="r" b="b" t="t" l="l"/>
              <a:pathLst>
                <a:path h="218607" w="620683">
                  <a:moveTo>
                    <a:pt x="0" y="0"/>
                  </a:moveTo>
                  <a:lnTo>
                    <a:pt x="620683" y="0"/>
                  </a:lnTo>
                  <a:lnTo>
                    <a:pt x="620683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20683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02800" y="6434455"/>
            <a:ext cx="3740502" cy="830022"/>
            <a:chOff x="0" y="0"/>
            <a:chExt cx="985153" cy="2186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5153" cy="218607"/>
            </a:xfrm>
            <a:custGeom>
              <a:avLst/>
              <a:gdLst/>
              <a:ahLst/>
              <a:cxnLst/>
              <a:rect r="r" b="b" t="t" l="l"/>
              <a:pathLst>
                <a:path h="218607" w="985153">
                  <a:moveTo>
                    <a:pt x="0" y="0"/>
                  </a:moveTo>
                  <a:lnTo>
                    <a:pt x="985153" y="0"/>
                  </a:lnTo>
                  <a:lnTo>
                    <a:pt x="985153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85153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207700" y="7693102"/>
            <a:ext cx="3083428" cy="830022"/>
            <a:chOff x="0" y="0"/>
            <a:chExt cx="812096" cy="2186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096" cy="218607"/>
            </a:xfrm>
            <a:custGeom>
              <a:avLst/>
              <a:gdLst/>
              <a:ahLst/>
              <a:cxnLst/>
              <a:rect r="r" b="b" t="t" l="l"/>
              <a:pathLst>
                <a:path h="218607" w="812096">
                  <a:moveTo>
                    <a:pt x="0" y="0"/>
                  </a:moveTo>
                  <a:lnTo>
                    <a:pt x="812096" y="0"/>
                  </a:lnTo>
                  <a:lnTo>
                    <a:pt x="812096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096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658741" y="7693102"/>
            <a:ext cx="2363366" cy="830022"/>
            <a:chOff x="0" y="0"/>
            <a:chExt cx="622450" cy="2186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2450" cy="218607"/>
            </a:xfrm>
            <a:custGeom>
              <a:avLst/>
              <a:gdLst/>
              <a:ahLst/>
              <a:cxnLst/>
              <a:rect r="r" b="b" t="t" l="l"/>
              <a:pathLst>
                <a:path h="218607" w="622450">
                  <a:moveTo>
                    <a:pt x="0" y="0"/>
                  </a:moveTo>
                  <a:lnTo>
                    <a:pt x="622450" y="0"/>
                  </a:lnTo>
                  <a:lnTo>
                    <a:pt x="622450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22450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4029335" y="5011092"/>
            <a:ext cx="3581019" cy="4591050"/>
          </a:xfrm>
          <a:custGeom>
            <a:avLst/>
            <a:gdLst/>
            <a:ahLst/>
            <a:cxnLst/>
            <a:rect r="r" b="b" t="t" l="l"/>
            <a:pathLst>
              <a:path h="4591050" w="3581019">
                <a:moveTo>
                  <a:pt x="0" y="0"/>
                </a:moveTo>
                <a:lnTo>
                  <a:pt x="3581019" y="0"/>
                </a:lnTo>
                <a:lnTo>
                  <a:pt x="3581019" y="4591050"/>
                </a:lnTo>
                <a:lnTo>
                  <a:pt x="0" y="459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204165" y="3585845"/>
            <a:ext cx="8825170" cy="22294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{{s16_text_1}}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04165" y="1722840"/>
            <a:ext cx="10022562" cy="1409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604"/>
              </a:lnSpc>
            </a:pPr>
            <a:r>
              <a:rPr lang="en-US" sz="7200" b="true">
                <a:solidFill>
                  <a:srgbClr val="4040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{{s16_title}}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88675" y="6484617"/>
            <a:ext cx="1985756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{{s16_label_1}}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26803" y="6459259"/>
            <a:ext cx="3716499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{{s16_label_2}}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204165" y="7712152"/>
            <a:ext cx="3090499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{{s16_label_3}}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658741" y="7717906"/>
            <a:ext cx="2363366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{{s16_label_4}}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439" y="9078055"/>
            <a:ext cx="19570879" cy="2067272"/>
            <a:chOff x="0" y="0"/>
            <a:chExt cx="5154470" cy="544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470" cy="544467"/>
            </a:xfrm>
            <a:custGeom>
              <a:avLst/>
              <a:gdLst/>
              <a:ahLst/>
              <a:cxnLst/>
              <a:rect r="r" b="b" t="t" l="l"/>
              <a:pathLst>
                <a:path h="544467" w="5154470">
                  <a:moveTo>
                    <a:pt x="0" y="0"/>
                  </a:moveTo>
                  <a:lnTo>
                    <a:pt x="5154470" y="0"/>
                  </a:lnTo>
                  <a:lnTo>
                    <a:pt x="5154470" y="544467"/>
                  </a:lnTo>
                  <a:lnTo>
                    <a:pt x="0" y="54446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54470" cy="582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92707" y="1744243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8"/>
                </a:lnTo>
                <a:lnTo>
                  <a:pt x="0" y="1702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692707" y="598436"/>
            <a:ext cx="4064581" cy="8741034"/>
          </a:xfrm>
          <a:custGeom>
            <a:avLst/>
            <a:gdLst/>
            <a:ahLst/>
            <a:cxnLst/>
            <a:rect r="r" b="b" t="t" l="l"/>
            <a:pathLst>
              <a:path h="8741034" w="4064581">
                <a:moveTo>
                  <a:pt x="4064580" y="0"/>
                </a:moveTo>
                <a:lnTo>
                  <a:pt x="0" y="0"/>
                </a:lnTo>
                <a:lnTo>
                  <a:pt x="0" y="8741033"/>
                </a:lnTo>
                <a:lnTo>
                  <a:pt x="4064580" y="8741033"/>
                </a:lnTo>
                <a:lnTo>
                  <a:pt x="406458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3675" y="1744243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8"/>
                </a:lnTo>
                <a:lnTo>
                  <a:pt x="0" y="1702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388675" y="4553941"/>
            <a:ext cx="7459128" cy="830022"/>
            <a:chOff x="0" y="0"/>
            <a:chExt cx="1964544" cy="2186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64544" cy="218607"/>
            </a:xfrm>
            <a:custGeom>
              <a:avLst/>
              <a:gdLst/>
              <a:ahLst/>
              <a:cxnLst/>
              <a:rect r="r" b="b" t="t" l="l"/>
              <a:pathLst>
                <a:path h="218607" w="1964544">
                  <a:moveTo>
                    <a:pt x="0" y="0"/>
                  </a:moveTo>
                  <a:lnTo>
                    <a:pt x="1964544" y="0"/>
                  </a:lnTo>
                  <a:lnTo>
                    <a:pt x="1964544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64544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641439" y="3469965"/>
            <a:ext cx="4750229" cy="6090037"/>
          </a:xfrm>
          <a:custGeom>
            <a:avLst/>
            <a:gdLst/>
            <a:ahLst/>
            <a:cxnLst/>
            <a:rect r="r" b="b" t="t" l="l"/>
            <a:pathLst>
              <a:path h="6090037" w="4750229">
                <a:moveTo>
                  <a:pt x="0" y="0"/>
                </a:moveTo>
                <a:lnTo>
                  <a:pt x="4750229" y="0"/>
                </a:lnTo>
                <a:lnTo>
                  <a:pt x="4750229" y="6090037"/>
                </a:lnTo>
                <a:lnTo>
                  <a:pt x="0" y="60900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132719" y="1668452"/>
            <a:ext cx="10022562" cy="2628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604"/>
              </a:lnSpc>
            </a:pPr>
            <a:r>
              <a:rPr lang="en-US" sz="7200" b="true">
                <a:solidFill>
                  <a:srgbClr val="4040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{{s17_title}}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81553" y="4578745"/>
            <a:ext cx="5524893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{{s17_label_1}}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388675" y="5650663"/>
            <a:ext cx="7459128" cy="830022"/>
            <a:chOff x="0" y="0"/>
            <a:chExt cx="1964544" cy="2186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64544" cy="218607"/>
            </a:xfrm>
            <a:custGeom>
              <a:avLst/>
              <a:gdLst/>
              <a:ahLst/>
              <a:cxnLst/>
              <a:rect r="r" b="b" t="t" l="l"/>
              <a:pathLst>
                <a:path h="218607" w="1964544">
                  <a:moveTo>
                    <a:pt x="0" y="0"/>
                  </a:moveTo>
                  <a:lnTo>
                    <a:pt x="1964544" y="0"/>
                  </a:lnTo>
                  <a:lnTo>
                    <a:pt x="1964544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64544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381553" y="5675467"/>
            <a:ext cx="5524893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{{s17_label_2}}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388675" y="6747386"/>
            <a:ext cx="7459128" cy="830022"/>
            <a:chOff x="0" y="0"/>
            <a:chExt cx="1964544" cy="2186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64544" cy="218607"/>
            </a:xfrm>
            <a:custGeom>
              <a:avLst/>
              <a:gdLst/>
              <a:ahLst/>
              <a:cxnLst/>
              <a:rect r="r" b="b" t="t" l="l"/>
              <a:pathLst>
                <a:path h="218607" w="1964544">
                  <a:moveTo>
                    <a:pt x="0" y="0"/>
                  </a:moveTo>
                  <a:lnTo>
                    <a:pt x="1964544" y="0"/>
                  </a:lnTo>
                  <a:lnTo>
                    <a:pt x="1964544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964544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381553" y="6772189"/>
            <a:ext cx="5524893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{{s17_label_3}}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388675" y="7844108"/>
            <a:ext cx="7459128" cy="830022"/>
            <a:chOff x="0" y="0"/>
            <a:chExt cx="1964544" cy="21860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64544" cy="218607"/>
            </a:xfrm>
            <a:custGeom>
              <a:avLst/>
              <a:gdLst/>
              <a:ahLst/>
              <a:cxnLst/>
              <a:rect r="r" b="b" t="t" l="l"/>
              <a:pathLst>
                <a:path h="218607" w="1964544">
                  <a:moveTo>
                    <a:pt x="0" y="0"/>
                  </a:moveTo>
                  <a:lnTo>
                    <a:pt x="1964544" y="0"/>
                  </a:lnTo>
                  <a:lnTo>
                    <a:pt x="1964544" y="218607"/>
                  </a:lnTo>
                  <a:lnTo>
                    <a:pt x="0" y="21860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964544" cy="25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440197" y="7868912"/>
            <a:ext cx="7407607" cy="647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{{s17_label_4}}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439" y="9078055"/>
            <a:ext cx="19570879" cy="2067272"/>
            <a:chOff x="0" y="0"/>
            <a:chExt cx="5154470" cy="544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470" cy="544467"/>
            </a:xfrm>
            <a:custGeom>
              <a:avLst/>
              <a:gdLst/>
              <a:ahLst/>
              <a:cxnLst/>
              <a:rect r="r" b="b" t="t" l="l"/>
              <a:pathLst>
                <a:path h="544467" w="5154470">
                  <a:moveTo>
                    <a:pt x="0" y="0"/>
                  </a:moveTo>
                  <a:lnTo>
                    <a:pt x="5154470" y="0"/>
                  </a:lnTo>
                  <a:lnTo>
                    <a:pt x="5154470" y="544467"/>
                  </a:lnTo>
                  <a:lnTo>
                    <a:pt x="0" y="54446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54470" cy="582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586670" y="2719162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9"/>
                </a:lnTo>
                <a:lnTo>
                  <a:pt x="0" y="17021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60245">
            <a:off x="16002762" y="5505159"/>
            <a:ext cx="2513075" cy="3514790"/>
          </a:xfrm>
          <a:custGeom>
            <a:avLst/>
            <a:gdLst/>
            <a:ahLst/>
            <a:cxnLst/>
            <a:rect r="r" b="b" t="t" l="l"/>
            <a:pathLst>
              <a:path h="3514790" w="2513075">
                <a:moveTo>
                  <a:pt x="0" y="0"/>
                </a:moveTo>
                <a:lnTo>
                  <a:pt x="2513076" y="0"/>
                </a:lnTo>
                <a:lnTo>
                  <a:pt x="2513076" y="3514790"/>
                </a:lnTo>
                <a:lnTo>
                  <a:pt x="0" y="35147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460245">
            <a:off x="16780023" y="3744740"/>
            <a:ext cx="1212439" cy="1695718"/>
          </a:xfrm>
          <a:custGeom>
            <a:avLst/>
            <a:gdLst/>
            <a:ahLst/>
            <a:cxnLst/>
            <a:rect r="r" b="b" t="t" l="l"/>
            <a:pathLst>
              <a:path h="1695718" w="1212439">
                <a:moveTo>
                  <a:pt x="0" y="0"/>
                </a:moveTo>
                <a:lnTo>
                  <a:pt x="1212438" y="0"/>
                </a:lnTo>
                <a:lnTo>
                  <a:pt x="1212438" y="1695718"/>
                </a:lnTo>
                <a:lnTo>
                  <a:pt x="0" y="1695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641439" y="640575"/>
            <a:ext cx="4064581" cy="8741034"/>
          </a:xfrm>
          <a:custGeom>
            <a:avLst/>
            <a:gdLst/>
            <a:ahLst/>
            <a:cxnLst/>
            <a:rect r="r" b="b" t="t" l="l"/>
            <a:pathLst>
              <a:path h="8741034" w="4064581">
                <a:moveTo>
                  <a:pt x="0" y="0"/>
                </a:moveTo>
                <a:lnTo>
                  <a:pt x="4064580" y="0"/>
                </a:lnTo>
                <a:lnTo>
                  <a:pt x="4064580" y="8741034"/>
                </a:lnTo>
                <a:lnTo>
                  <a:pt x="0" y="87410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27252" y="2484522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8" y="0"/>
                </a:lnTo>
                <a:lnTo>
                  <a:pt x="1791778" y="1702189"/>
                </a:lnTo>
                <a:lnTo>
                  <a:pt x="0" y="17021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460245">
            <a:off x="13882209" y="7087101"/>
            <a:ext cx="1212439" cy="1695718"/>
          </a:xfrm>
          <a:custGeom>
            <a:avLst/>
            <a:gdLst/>
            <a:ahLst/>
            <a:cxnLst/>
            <a:rect r="r" b="b" t="t" l="l"/>
            <a:pathLst>
              <a:path h="1695718" w="1212439">
                <a:moveTo>
                  <a:pt x="0" y="0"/>
                </a:moveTo>
                <a:lnTo>
                  <a:pt x="1212438" y="0"/>
                </a:lnTo>
                <a:lnTo>
                  <a:pt x="1212438" y="1695718"/>
                </a:lnTo>
                <a:lnTo>
                  <a:pt x="0" y="1695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204165" y="4981575"/>
            <a:ext cx="7225891" cy="2953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{{s18_text_1}}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04165" y="1964334"/>
            <a:ext cx="7879671" cy="2628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604"/>
              </a:lnSpc>
            </a:pPr>
            <a:r>
              <a:rPr lang="en-US" sz="7200" b="true">
                <a:solidFill>
                  <a:srgbClr val="4040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{{s18_title}}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439" y="9078055"/>
            <a:ext cx="19570879" cy="2067272"/>
            <a:chOff x="0" y="0"/>
            <a:chExt cx="5154470" cy="544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470" cy="544467"/>
            </a:xfrm>
            <a:custGeom>
              <a:avLst/>
              <a:gdLst/>
              <a:ahLst/>
              <a:cxnLst/>
              <a:rect r="r" b="b" t="t" l="l"/>
              <a:pathLst>
                <a:path h="544467" w="5154470">
                  <a:moveTo>
                    <a:pt x="0" y="0"/>
                  </a:moveTo>
                  <a:lnTo>
                    <a:pt x="5154470" y="0"/>
                  </a:lnTo>
                  <a:lnTo>
                    <a:pt x="5154470" y="544467"/>
                  </a:lnTo>
                  <a:lnTo>
                    <a:pt x="0" y="54446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54470" cy="582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53740" y="5143500"/>
            <a:ext cx="3200443" cy="4604953"/>
          </a:xfrm>
          <a:custGeom>
            <a:avLst/>
            <a:gdLst/>
            <a:ahLst/>
            <a:cxnLst/>
            <a:rect r="r" b="b" t="t" l="l"/>
            <a:pathLst>
              <a:path h="4604953" w="3200443">
                <a:moveTo>
                  <a:pt x="0" y="0"/>
                </a:moveTo>
                <a:lnTo>
                  <a:pt x="3200443" y="0"/>
                </a:lnTo>
                <a:lnTo>
                  <a:pt x="3200443" y="4604953"/>
                </a:lnTo>
                <a:lnTo>
                  <a:pt x="0" y="46049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07517" y="365123"/>
            <a:ext cx="2436960" cy="5130442"/>
          </a:xfrm>
          <a:custGeom>
            <a:avLst/>
            <a:gdLst/>
            <a:ahLst/>
            <a:cxnLst/>
            <a:rect r="r" b="b" t="t" l="l"/>
            <a:pathLst>
              <a:path h="5130442" w="2436960">
                <a:moveTo>
                  <a:pt x="0" y="0"/>
                </a:moveTo>
                <a:lnTo>
                  <a:pt x="2436960" y="0"/>
                </a:lnTo>
                <a:lnTo>
                  <a:pt x="2436960" y="5130442"/>
                </a:lnTo>
                <a:lnTo>
                  <a:pt x="0" y="5130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91681" y="4430674"/>
            <a:ext cx="7704638" cy="36772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5740"/>
              </a:lnSpc>
            </a:pPr>
            <a:r>
              <a:rPr lang="en-US" sz="28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{{adabiyotlar_ro_yxati}}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074634" y="6405770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9"/>
                </a:lnTo>
                <a:lnTo>
                  <a:pt x="0" y="1702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13366" y="1521279"/>
            <a:ext cx="9861267" cy="2628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604"/>
              </a:lnSpc>
            </a:pPr>
            <a:r>
              <a:rPr lang="en-US" sz="7200" b="true">
                <a:solidFill>
                  <a:srgbClr val="4040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{{adabiyotlar}}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762406" y="2079250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8"/>
                </a:lnTo>
                <a:lnTo>
                  <a:pt x="0" y="17021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439" y="9078055"/>
            <a:ext cx="19570879" cy="2067272"/>
            <a:chOff x="0" y="0"/>
            <a:chExt cx="5154470" cy="544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470" cy="544467"/>
            </a:xfrm>
            <a:custGeom>
              <a:avLst/>
              <a:gdLst/>
              <a:ahLst/>
              <a:cxnLst/>
              <a:rect r="r" b="b" t="t" l="l"/>
              <a:pathLst>
                <a:path h="544467" w="5154470">
                  <a:moveTo>
                    <a:pt x="0" y="0"/>
                  </a:moveTo>
                  <a:lnTo>
                    <a:pt x="5154470" y="0"/>
                  </a:lnTo>
                  <a:lnTo>
                    <a:pt x="5154470" y="544467"/>
                  </a:lnTo>
                  <a:lnTo>
                    <a:pt x="0" y="54446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54470" cy="582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92707" y="1744243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8"/>
                </a:lnTo>
                <a:lnTo>
                  <a:pt x="0" y="1702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692707" y="598436"/>
            <a:ext cx="4064581" cy="8741034"/>
          </a:xfrm>
          <a:custGeom>
            <a:avLst/>
            <a:gdLst/>
            <a:ahLst/>
            <a:cxnLst/>
            <a:rect r="r" b="b" t="t" l="l"/>
            <a:pathLst>
              <a:path h="8741034" w="4064581">
                <a:moveTo>
                  <a:pt x="4064580" y="0"/>
                </a:moveTo>
                <a:lnTo>
                  <a:pt x="0" y="0"/>
                </a:lnTo>
                <a:lnTo>
                  <a:pt x="0" y="8741033"/>
                </a:lnTo>
                <a:lnTo>
                  <a:pt x="4064580" y="8741033"/>
                </a:lnTo>
                <a:lnTo>
                  <a:pt x="406458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3675" y="1744243"/>
            <a:ext cx="1791777" cy="1702188"/>
          </a:xfrm>
          <a:custGeom>
            <a:avLst/>
            <a:gdLst/>
            <a:ahLst/>
            <a:cxnLst/>
            <a:rect r="r" b="b" t="t" l="l"/>
            <a:pathLst>
              <a:path h="1702188" w="1791777">
                <a:moveTo>
                  <a:pt x="0" y="0"/>
                </a:moveTo>
                <a:lnTo>
                  <a:pt x="1791777" y="0"/>
                </a:lnTo>
                <a:lnTo>
                  <a:pt x="1791777" y="1702188"/>
                </a:lnTo>
                <a:lnTo>
                  <a:pt x="0" y="1702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641439" y="3469965"/>
            <a:ext cx="4750229" cy="6090037"/>
          </a:xfrm>
          <a:custGeom>
            <a:avLst/>
            <a:gdLst/>
            <a:ahLst/>
            <a:cxnLst/>
            <a:rect r="r" b="b" t="t" l="l"/>
            <a:pathLst>
              <a:path h="6090037" w="4750229">
                <a:moveTo>
                  <a:pt x="0" y="0"/>
                </a:moveTo>
                <a:lnTo>
                  <a:pt x="4750229" y="0"/>
                </a:lnTo>
                <a:lnTo>
                  <a:pt x="4750229" y="6090037"/>
                </a:lnTo>
                <a:lnTo>
                  <a:pt x="0" y="60900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32719" y="2185670"/>
            <a:ext cx="10022562" cy="2628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604"/>
              </a:lnSpc>
            </a:pPr>
            <a:r>
              <a:rPr lang="en-US" sz="8499" b="true">
                <a:solidFill>
                  <a:srgbClr val="4040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{{yakun}}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94393" y="5184987"/>
            <a:ext cx="8899214" cy="1847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94393" y="7313930"/>
            <a:ext cx="8899214" cy="6731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{{muallif}}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DAHXbdhAFQ0</dc:identifier>
  <dcterms:modified xsi:type="dcterms:W3CDTF">2011-08-01T06:04:30Z</dcterms:modified>
  <cp:revision>1</cp:revision>
  <dc:title>Black and White Monochrome Simple Discover Biocemistry Presentation</dc:title>
</cp:coreProperties>
</file>