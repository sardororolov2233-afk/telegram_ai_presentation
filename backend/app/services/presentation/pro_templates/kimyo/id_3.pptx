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SubjectSlide1"/>
    <p:sldId id="257" r:id="rIdSubjectSlide2"/>
    <p:sldId id="258" r:id="rIdSubjectSlide3"/>
    <p:sldId id="259" r:id="rIdSubjectSlide4"/>
    <p:sldId id="260" r:id="rIdSubjectSlide5"/>
    <p:sldId id="261" r:id="rIdSubjectSlide6"/>
    <p:sldId id="262" r:id="rIdSubjectSlide7"/>
    <p:sldId id="263" r:id="rIdSubjectSlide8"/>
    <p:sldId id="264" r:id="rIdSubjectSlide9"/>
    <p:sldId id="265" r:id="rIdSubjectSlide10"/>
    <p:sldId id="266" r:id="rIdSubjectSlide11"/>
    <p:sldId id="267" r:id="rIdSubjectSlide12"/>
    <p:sldId id="268" r:id="rIdSubjectSlide13"/>
    <p:sldId id="269" r:id="rIdSubjectSlide14"/>
    <p:sldId id="270" r:id="rIdSubjectSlide15"/>
    <p:sldId id="271" r:id="rIdSubjectSlide16"/>
    <p:sldId id="272" r:id="rIdSubjectSlide17"/>
    <p:sldId id="273" r:id="rIdSubjectSlide18"/>
    <p:sldId id="274" r:id="rIdSubjectSlide19"/>
    <p:sldId id="275" r:id="rIdSubjectSlide20"/>
  </p:sldIdLst>
  <p:sldSz cx="18288000" cy="10287000"/>
  <p:notesSz cx="6858000" cy="9144000"/>
  <p:embeddedFontLst>
    <p:embeddedFont>
      <p:font typeface="Besom" charset="1" panose="02000000000000000000"/>
      <p:regular r:id="rId17"/>
    </p:embeddedFont>
    <p:embeddedFont>
      <p:font typeface="Bryndan Write" charset="1" panose="02000503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arget="slideMasters/slideMaster1.xml" Type="http://schemas.openxmlformats.org/officeDocument/2006/relationships/slideMaster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SubjectSlide1" Type="http://schemas.openxmlformats.org/officeDocument/2006/relationships/slide" Target="slides/slide1.xml"/><Relationship Id="rIdSubjectSlide2" Type="http://schemas.openxmlformats.org/officeDocument/2006/relationships/slide" Target="slides/slide2.xml"/><Relationship Id="rIdSubjectSlide3" Type="http://schemas.openxmlformats.org/officeDocument/2006/relationships/slide" Target="slides/slide3.xml"/><Relationship Id="rIdSubjectSlide4" Type="http://schemas.openxmlformats.org/officeDocument/2006/relationships/slide" Target="slides/slide4.xml"/><Relationship Id="rIdSubjectSlide5" Type="http://schemas.openxmlformats.org/officeDocument/2006/relationships/slide" Target="slides/slide5.xml"/><Relationship Id="rIdSubjectSlide6" Type="http://schemas.openxmlformats.org/officeDocument/2006/relationships/slide" Target="slides/slide6.xml"/><Relationship Id="rIdSubjectSlide7" Type="http://schemas.openxmlformats.org/officeDocument/2006/relationships/slide" Target="slides/slide7.xml"/><Relationship Id="rIdSubjectSlide8" Type="http://schemas.openxmlformats.org/officeDocument/2006/relationships/slide" Target="slides/slide8.xml"/><Relationship Id="rIdSubjectSlide9" Type="http://schemas.openxmlformats.org/officeDocument/2006/relationships/slide" Target="slides/slide9.xml"/><Relationship Id="rIdSubjectSlide10" Type="http://schemas.openxmlformats.org/officeDocument/2006/relationships/slide" Target="slides/slide10.xml"/><Relationship Id="rIdSubjectSlide11" Type="http://schemas.openxmlformats.org/officeDocument/2006/relationships/slide" Target="slides/slide11.xml"/><Relationship Id="rIdSubjectSlide12" Type="http://schemas.openxmlformats.org/officeDocument/2006/relationships/slide" Target="slides/slide12.xml"/><Relationship Id="rIdSubjectSlide13" Type="http://schemas.openxmlformats.org/officeDocument/2006/relationships/slide" Target="slides/slide13.xml"/><Relationship Id="rIdSubjectSlide14" Type="http://schemas.openxmlformats.org/officeDocument/2006/relationships/slide" Target="slides/slide14.xml"/><Relationship Id="rIdSubjectSlide15" Type="http://schemas.openxmlformats.org/officeDocument/2006/relationships/slide" Target="slides/slide15.xml"/><Relationship Id="rIdSubjectSlide16" Type="http://schemas.openxmlformats.org/officeDocument/2006/relationships/slide" Target="slides/slide16.xml"/><Relationship Id="rIdSubjectSlide17" Type="http://schemas.openxmlformats.org/officeDocument/2006/relationships/slide" Target="slides/slide17.xml"/><Relationship Id="rIdSubjectSlide18" Type="http://schemas.openxmlformats.org/officeDocument/2006/relationships/slide" Target="slides/slide18.xml"/><Relationship Id="rIdSubjectSlide19" Type="http://schemas.openxmlformats.org/officeDocument/2006/relationships/slide" Target="slides/slide19.xml"/><Relationship Id="rIdSubjectSlide20" Type="http://schemas.openxmlformats.org/officeDocument/2006/relationships/slide" Target="slides/slide20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1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2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13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14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16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17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8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9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20.xml.rels><?xml version='1.0' encoding='UTF-8' standalone='yes'?>
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42502" y="1733178"/>
            <a:ext cx="10402996" cy="6143326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3573"/>
              </a:lnSpc>
            </a:pPr>
            <a:r>
              <a:rPr lang="en-US" sz="10000" spc="785">
                <a:solidFill>
                  <a:srgbClr val="087B92"/>
                </a:solidFill>
                <a:latin typeface="Besom"/>
                <a:ea typeface="Besom"/>
                <a:cs typeface="Besom"/>
                <a:sym typeface="Besom"/>
              </a:rPr>
              <a:t>{{topic}}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472227">
            <a:off x="12634816" y="6972631"/>
            <a:ext cx="2194956" cy="2111149"/>
          </a:xfrm>
          <a:custGeom>
            <a:avLst/>
            <a:gdLst/>
            <a:ahLst/>
            <a:cxnLst/>
            <a:rect r="r" b="b" t="t" l="l"/>
            <a:pathLst>
              <a:path h="2111149" w="2194956">
                <a:moveTo>
                  <a:pt x="0" y="0"/>
                </a:moveTo>
                <a:lnTo>
                  <a:pt x="2194956" y="0"/>
                </a:lnTo>
                <a:lnTo>
                  <a:pt x="2194956" y="2111148"/>
                </a:lnTo>
                <a:lnTo>
                  <a:pt x="0" y="21111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69373" y="3692558"/>
            <a:ext cx="3418627" cy="5839270"/>
          </a:xfrm>
          <a:custGeom>
            <a:avLst/>
            <a:gdLst/>
            <a:ahLst/>
            <a:cxnLst/>
            <a:rect r="r" b="b" t="t" l="l"/>
            <a:pathLst>
              <a:path h="5839270" w="3418627">
                <a:moveTo>
                  <a:pt x="0" y="0"/>
                </a:moveTo>
                <a:lnTo>
                  <a:pt x="3418627" y="0"/>
                </a:lnTo>
                <a:lnTo>
                  <a:pt x="3418627" y="5839270"/>
                </a:lnTo>
                <a:lnTo>
                  <a:pt x="0" y="583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32631" y="7076726"/>
            <a:ext cx="2914697" cy="2686820"/>
          </a:xfrm>
          <a:custGeom>
            <a:avLst/>
            <a:gdLst/>
            <a:ahLst/>
            <a:cxnLst/>
            <a:rect r="r" b="b" t="t" l="l"/>
            <a:pathLst>
              <a:path h="2686820" w="2914697">
                <a:moveTo>
                  <a:pt x="0" y="0"/>
                </a:moveTo>
                <a:lnTo>
                  <a:pt x="2914696" y="0"/>
                </a:lnTo>
                <a:lnTo>
                  <a:pt x="2914696" y="2686820"/>
                </a:lnTo>
                <a:lnTo>
                  <a:pt x="0" y="26868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833087">
            <a:off x="581295" y="150681"/>
            <a:ext cx="2780728" cy="3046615"/>
          </a:xfrm>
          <a:custGeom>
            <a:avLst/>
            <a:gdLst/>
            <a:ahLst/>
            <a:cxnLst/>
            <a:rect r="r" b="b" t="t" l="l"/>
            <a:pathLst>
              <a:path h="3046615" w="2780728">
                <a:moveTo>
                  <a:pt x="0" y="0"/>
                </a:moveTo>
                <a:lnTo>
                  <a:pt x="2780728" y="0"/>
                </a:lnTo>
                <a:lnTo>
                  <a:pt x="2780728" y="3046615"/>
                </a:lnTo>
                <a:lnTo>
                  <a:pt x="0" y="304661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345498" y="456679"/>
            <a:ext cx="1975104" cy="4114800"/>
          </a:xfrm>
          <a:custGeom>
            <a:avLst/>
            <a:gdLst/>
            <a:ahLst/>
            <a:cxnLst/>
            <a:rect r="r" b="b" t="t" l="l"/>
            <a:pathLst>
              <a:path h="4114800" w="1975104">
                <a:moveTo>
                  <a:pt x="1975104" y="0"/>
                </a:moveTo>
                <a:lnTo>
                  <a:pt x="0" y="0"/>
                </a:lnTo>
                <a:lnTo>
                  <a:pt x="0" y="4114800"/>
                </a:lnTo>
                <a:lnTo>
                  <a:pt x="1975104" y="4114800"/>
                </a:lnTo>
                <a:lnTo>
                  <a:pt x="197510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620685">
            <a:off x="887597" y="4317358"/>
            <a:ext cx="1290068" cy="1838179"/>
          </a:xfrm>
          <a:custGeom>
            <a:avLst/>
            <a:gdLst/>
            <a:ahLst/>
            <a:cxnLst/>
            <a:rect r="r" b="b" t="t" l="l"/>
            <a:pathLst>
              <a:path h="1838179" w="1290068">
                <a:moveTo>
                  <a:pt x="0" y="0"/>
                </a:moveTo>
                <a:lnTo>
                  <a:pt x="1290067" y="0"/>
                </a:lnTo>
                <a:lnTo>
                  <a:pt x="1290067" y="1838180"/>
                </a:lnTo>
                <a:lnTo>
                  <a:pt x="0" y="18381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992435" y="7612889"/>
            <a:ext cx="6303129" cy="78953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5583"/>
              </a:lnSpc>
              <a:spcBef>
                <a:spcPct val="0"/>
              </a:spcBef>
            </a:pPr>
            <a:r>
              <a:rPr lang="en-US" sz="3600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{{muallif}}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54981" y="3336467"/>
            <a:ext cx="7004319" cy="5921833"/>
          </a:xfrm>
          <a:custGeom>
            <a:avLst/>
            <a:gdLst/>
            <a:ahLst/>
            <a:cxnLst/>
            <a:rect r="r" b="b" t="t" l="l"/>
            <a:pathLst>
              <a:path h="5921833" w="7004319">
                <a:moveTo>
                  <a:pt x="0" y="0"/>
                </a:moveTo>
                <a:lnTo>
                  <a:pt x="7004319" y="0"/>
                </a:lnTo>
                <a:lnTo>
                  <a:pt x="7004319" y="5921833"/>
                </a:lnTo>
                <a:lnTo>
                  <a:pt x="0" y="5921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17557" y="1023155"/>
            <a:ext cx="6429309" cy="1601482"/>
          </a:xfrm>
          <a:custGeom>
            <a:avLst/>
            <a:gdLst/>
            <a:ahLst/>
            <a:cxnLst/>
            <a:rect r="r" b="b" t="t" l="l"/>
            <a:pathLst>
              <a:path h="1601482" w="6429309">
                <a:moveTo>
                  <a:pt x="0" y="0"/>
                </a:moveTo>
                <a:lnTo>
                  <a:pt x="6429309" y="0"/>
                </a:lnTo>
                <a:lnTo>
                  <a:pt x="6429309" y="1601482"/>
                </a:lnTo>
                <a:lnTo>
                  <a:pt x="0" y="1601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20485" y="1823896"/>
            <a:ext cx="12553091" cy="178542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3954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{{reja}}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0485" y="4161909"/>
            <a:ext cx="8337574" cy="398676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926"/>
              </a:lnSpc>
            </a:pPr>
            <a:r>
              <a:rPr lang="en-US" sz="3300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{{reja_1}}</a:t>
            </a:r>
          </a:p>
          <a:p>
            <a:pPr algn="ctr">
              <a:lnSpc>
                <a:spcPts val="3926"/>
              </a:lnSpc>
            </a:pPr>
            <a:r>
              <a:rPr lang="en-US" sz="3300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{{reja_2}}</a:t>
            </a:r>
          </a:p>
          <a:p>
            <a:pPr algn="ctr">
              <a:lnSpc>
                <a:spcPts val="3926"/>
              </a:lnSpc>
            </a:pPr>
            <a:r>
              <a:rPr lang="en-US" sz="3300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{{reja_3}}</a:t>
            </a:r>
          </a:p>
          <a:p>
            <a:pPr algn="ctr">
              <a:lnSpc>
                <a:spcPts val="3926"/>
              </a:lnSpc>
            </a:pPr>
            <a:r>
              <a:rPr lang="en-US" sz="3300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{{reja_4}}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54981" y="3336467"/>
            <a:ext cx="7004319" cy="5921833"/>
          </a:xfrm>
          <a:custGeom>
            <a:avLst/>
            <a:gdLst/>
            <a:ahLst/>
            <a:cxnLst/>
            <a:rect r="r" b="b" t="t" l="l"/>
            <a:pathLst>
              <a:path h="5921833" w="7004319">
                <a:moveTo>
                  <a:pt x="0" y="0"/>
                </a:moveTo>
                <a:lnTo>
                  <a:pt x="7004319" y="0"/>
                </a:lnTo>
                <a:lnTo>
                  <a:pt x="7004319" y="5921833"/>
                </a:lnTo>
                <a:lnTo>
                  <a:pt x="0" y="5921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17557" y="1023155"/>
            <a:ext cx="6429309" cy="1601482"/>
          </a:xfrm>
          <a:custGeom>
            <a:avLst/>
            <a:gdLst/>
            <a:ahLst/>
            <a:cxnLst/>
            <a:rect r="r" b="b" t="t" l="l"/>
            <a:pathLst>
              <a:path h="1601482" w="6429309">
                <a:moveTo>
                  <a:pt x="0" y="0"/>
                </a:moveTo>
                <a:lnTo>
                  <a:pt x="6429309" y="0"/>
                </a:lnTo>
                <a:lnTo>
                  <a:pt x="6429309" y="1601482"/>
                </a:lnTo>
                <a:lnTo>
                  <a:pt x="0" y="1601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20485" y="1823896"/>
            <a:ext cx="12553091" cy="178542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3954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{{s03_title}}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0485" y="4161909"/>
            <a:ext cx="8337574" cy="398676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926"/>
              </a:lnSpc>
            </a:pPr>
            <a:r>
              <a:rPr lang="en-US" sz="3300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{{s03_text_1}}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274" y="3843242"/>
            <a:ext cx="5745939" cy="5296711"/>
          </a:xfrm>
          <a:custGeom>
            <a:avLst/>
            <a:gdLst/>
            <a:ahLst/>
            <a:cxnLst/>
            <a:rect r="r" b="b" t="t" l="l"/>
            <a:pathLst>
              <a:path h="5296711" w="5745939">
                <a:moveTo>
                  <a:pt x="0" y="0"/>
                </a:moveTo>
                <a:lnTo>
                  <a:pt x="5745939" y="0"/>
                </a:lnTo>
                <a:lnTo>
                  <a:pt x="5745939" y="5296711"/>
                </a:lnTo>
                <a:lnTo>
                  <a:pt x="0" y="5296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112524">
            <a:off x="1046900" y="1468672"/>
            <a:ext cx="2196569" cy="2112700"/>
          </a:xfrm>
          <a:custGeom>
            <a:avLst/>
            <a:gdLst/>
            <a:ahLst/>
            <a:cxnLst/>
            <a:rect r="r" b="b" t="t" l="l"/>
            <a:pathLst>
              <a:path h="2112700" w="2196569">
                <a:moveTo>
                  <a:pt x="0" y="0"/>
                </a:moveTo>
                <a:lnTo>
                  <a:pt x="2196569" y="0"/>
                </a:lnTo>
                <a:lnTo>
                  <a:pt x="2196569" y="2112700"/>
                </a:lnTo>
                <a:lnTo>
                  <a:pt x="0" y="211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38274" y="1816541"/>
            <a:ext cx="15108706" cy="1561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2239"/>
              </a:lnSpc>
            </a:pPr>
            <a:r>
              <a:rPr lang="en-US" sz="7200" spc="33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{{s04_title}}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05267" y="4140050"/>
            <a:ext cx="6341714" cy="235154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43"/>
              </a:lnSpc>
            </a:pPr>
            <a:r>
              <a:rPr lang="en-US" sz="2641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{{s04_text_1}}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05267" y="6745254"/>
            <a:ext cx="6341714" cy="235154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43"/>
              </a:lnSpc>
            </a:pPr>
            <a:r>
              <a:rPr lang="en-US" sz="2641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{{s04_text_2}}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21243" y="4486801"/>
            <a:ext cx="1624130" cy="130380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204"/>
              </a:lnSpc>
            </a:pPr>
            <a:r>
              <a:rPr lang="en-US" sz="8503" spc="280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/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21243" y="7110513"/>
            <a:ext cx="1624130" cy="130380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0204"/>
              </a:lnSpc>
              <a:spcBef>
                <a:spcPct val="0"/>
              </a:spcBef>
            </a:pPr>
            <a:r>
              <a:rPr lang="en-US" sz="8503" spc="280" strike="noStrike" u="none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2414" y="451119"/>
            <a:ext cx="4296476" cy="2312285"/>
          </a:xfrm>
          <a:custGeom>
            <a:avLst/>
            <a:gdLst/>
            <a:ahLst/>
            <a:cxnLst/>
            <a:rect r="r" b="b" t="t" l="l"/>
            <a:pathLst>
              <a:path h="2312285" w="4296476">
                <a:moveTo>
                  <a:pt x="0" y="0"/>
                </a:moveTo>
                <a:lnTo>
                  <a:pt x="4296476" y="0"/>
                </a:lnTo>
                <a:lnTo>
                  <a:pt x="4296476" y="2312285"/>
                </a:lnTo>
                <a:lnTo>
                  <a:pt x="0" y="23122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78572" y="822392"/>
            <a:ext cx="2780728" cy="3046615"/>
          </a:xfrm>
          <a:custGeom>
            <a:avLst/>
            <a:gdLst/>
            <a:ahLst/>
            <a:cxnLst/>
            <a:rect r="r" b="b" t="t" l="l"/>
            <a:pathLst>
              <a:path h="3046615" w="2780728">
                <a:moveTo>
                  <a:pt x="0" y="0"/>
                </a:moveTo>
                <a:lnTo>
                  <a:pt x="2780728" y="0"/>
                </a:lnTo>
                <a:lnTo>
                  <a:pt x="2780728" y="3046615"/>
                </a:lnTo>
                <a:lnTo>
                  <a:pt x="0" y="3046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14006" y="1572731"/>
            <a:ext cx="11273522" cy="201335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417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{{s05_title}}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4488" y="4096904"/>
            <a:ext cx="5961484" cy="506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799"/>
              </a:lnSpc>
            </a:pPr>
            <a:r>
              <a:rPr lang="en-US" sz="3799" spc="12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{{s05_label_1}}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82876" y="4030932"/>
            <a:ext cx="5961484" cy="506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799"/>
              </a:lnSpc>
            </a:pPr>
            <a:r>
              <a:rPr lang="en-US" sz="3799" spc="12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{{s05_label_2}}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4488" y="6931593"/>
            <a:ext cx="5961484" cy="506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799"/>
              </a:lnSpc>
            </a:pPr>
            <a:r>
              <a:rPr lang="en-US" sz="3799" spc="12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{{s05_label_3}}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82876" y="6863836"/>
            <a:ext cx="5961484" cy="506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799"/>
              </a:lnSpc>
            </a:pPr>
            <a:r>
              <a:rPr lang="en-US" sz="3799" spc="12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{{s05_label_4}}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5824" y="4613226"/>
            <a:ext cx="6770432" cy="15905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39"/>
              </a:lnSpc>
            </a:pPr>
            <a:r>
              <a:rPr lang="en-US" sz="2133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{{s05_text_1}}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69891" y="4613226"/>
            <a:ext cx="6487900" cy="15905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39"/>
              </a:lnSpc>
            </a:pPr>
            <a:r>
              <a:rPr lang="en-US" sz="2133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{{s05_text_2}}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35824" y="7448879"/>
            <a:ext cx="6770432" cy="15905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39"/>
              </a:lnSpc>
            </a:pPr>
            <a:r>
              <a:rPr lang="en-US" sz="2133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{{s05_text_3}}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69891" y="7448879"/>
            <a:ext cx="6783966" cy="15905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39"/>
              </a:lnSpc>
            </a:pPr>
            <a:r>
              <a:rPr lang="en-US" sz="2133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{{s05_text_4}}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34262"/>
            <a:ext cx="1975104" cy="4114800"/>
          </a:xfrm>
          <a:custGeom>
            <a:avLst/>
            <a:gdLst/>
            <a:ahLst/>
            <a:cxnLst/>
            <a:rect r="r" b="b" t="t" l="l"/>
            <a:pathLst>
              <a:path h="4114800" w="1975104">
                <a:moveTo>
                  <a:pt x="0" y="0"/>
                </a:moveTo>
                <a:lnTo>
                  <a:pt x="1975104" y="0"/>
                </a:lnTo>
                <a:lnTo>
                  <a:pt x="19751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89830" y="908901"/>
            <a:ext cx="2469470" cy="2965521"/>
          </a:xfrm>
          <a:custGeom>
            <a:avLst/>
            <a:gdLst/>
            <a:ahLst/>
            <a:cxnLst/>
            <a:rect r="r" b="b" t="t" l="l"/>
            <a:pathLst>
              <a:path h="2965521" w="2469470">
                <a:moveTo>
                  <a:pt x="0" y="0"/>
                </a:moveTo>
                <a:lnTo>
                  <a:pt x="2469470" y="0"/>
                </a:lnTo>
                <a:lnTo>
                  <a:pt x="2469470" y="2965521"/>
                </a:lnTo>
                <a:lnTo>
                  <a:pt x="0" y="2965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25246" y="7381056"/>
            <a:ext cx="9445070" cy="5220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831"/>
              </a:lnSpc>
            </a:pPr>
            <a:r>
              <a:rPr lang="en-US" sz="3831" spc="126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{{s06_label_1}}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7781" y="7969448"/>
            <a:ext cx="15131646" cy="113828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970"/>
              </a:lnSpc>
            </a:pPr>
            <a:r>
              <a:rPr lang="en-US" sz="2414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{{s06_text_1}}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42221" y="1904615"/>
            <a:ext cx="13842765" cy="157308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726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{{s06_title}}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22652" y="3258734"/>
            <a:ext cx="9247664" cy="5220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831"/>
              </a:lnSpc>
            </a:pPr>
            <a:r>
              <a:rPr lang="en-US" sz="3831" spc="126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{{s06_label_2}}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25246" y="5335668"/>
            <a:ext cx="9445070" cy="5220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831"/>
              </a:lnSpc>
            </a:pPr>
            <a:r>
              <a:rPr lang="en-US" sz="3831" spc="126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{{s06_label_3}}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7781" y="3860871"/>
            <a:ext cx="15131646" cy="113828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970"/>
              </a:lnSpc>
            </a:pPr>
            <a:r>
              <a:rPr lang="en-US" sz="2414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{{s06_text_2}}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7781" y="5938850"/>
            <a:ext cx="15131646" cy="113828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970"/>
              </a:lnSpc>
            </a:pPr>
            <a:r>
              <a:rPr lang="en-US" sz="2414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{{s06_text_3}}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53528" y="1136051"/>
            <a:ext cx="1705772" cy="4114800"/>
          </a:xfrm>
          <a:custGeom>
            <a:avLst/>
            <a:gdLst/>
            <a:ahLst/>
            <a:cxnLst/>
            <a:rect r="r" b="b" t="t" l="l"/>
            <a:pathLst>
              <a:path h="4114800" w="1705772">
                <a:moveTo>
                  <a:pt x="0" y="0"/>
                </a:moveTo>
                <a:lnTo>
                  <a:pt x="1705772" y="0"/>
                </a:lnTo>
                <a:lnTo>
                  <a:pt x="17057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386156"/>
            <a:ext cx="3437130" cy="2993428"/>
          </a:xfrm>
          <a:custGeom>
            <a:avLst/>
            <a:gdLst/>
            <a:ahLst/>
            <a:cxnLst/>
            <a:rect r="r" b="b" t="t" l="l"/>
            <a:pathLst>
              <a:path h="2993428" w="3437130">
                <a:moveTo>
                  <a:pt x="0" y="0"/>
                </a:moveTo>
                <a:lnTo>
                  <a:pt x="3437130" y="0"/>
                </a:lnTo>
                <a:lnTo>
                  <a:pt x="3437130" y="2993428"/>
                </a:lnTo>
                <a:lnTo>
                  <a:pt x="0" y="29934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08786" y="2272507"/>
            <a:ext cx="2014915" cy="2870993"/>
          </a:xfrm>
          <a:custGeom>
            <a:avLst/>
            <a:gdLst/>
            <a:ahLst/>
            <a:cxnLst/>
            <a:rect r="r" b="b" t="t" l="l"/>
            <a:pathLst>
              <a:path h="2870993" w="2014915">
                <a:moveTo>
                  <a:pt x="0" y="0"/>
                </a:moveTo>
                <a:lnTo>
                  <a:pt x="2014915" y="0"/>
                </a:lnTo>
                <a:lnTo>
                  <a:pt x="2014915" y="2870993"/>
                </a:lnTo>
                <a:lnTo>
                  <a:pt x="0" y="28709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64299" y="1877085"/>
            <a:ext cx="12559403" cy="32880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2782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{{s07_title}}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6813" y="5457825"/>
            <a:ext cx="4437793" cy="6036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00"/>
              </a:lnSpc>
            </a:pPr>
            <a:r>
              <a:rPr lang="en-US" sz="4200" spc="14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{{s07_label_1}}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39312" y="5457825"/>
            <a:ext cx="4564793" cy="6036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00"/>
              </a:lnSpc>
            </a:pPr>
            <a:r>
              <a:rPr lang="en-US" sz="4200" spc="14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{{s07_label_2}}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58937" y="5457825"/>
            <a:ext cx="4521774" cy="6036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00"/>
              </a:lnSpc>
            </a:pPr>
            <a:r>
              <a:rPr lang="en-US" sz="4200" spc="14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{{s07_label_3}}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6813" y="6182737"/>
            <a:ext cx="4787043" cy="298058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81"/>
              </a:lnSpc>
            </a:pPr>
            <a:r>
              <a:rPr lang="en-US" sz="2505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{{s07_text_1}}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39312" y="6182737"/>
            <a:ext cx="4787043" cy="298058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81"/>
              </a:lnSpc>
            </a:pPr>
            <a:r>
              <a:rPr lang="en-US" sz="2505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{{s07_text_2}}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58937" y="6182737"/>
            <a:ext cx="4787043" cy="298058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81"/>
              </a:lnSpc>
            </a:pPr>
            <a:r>
              <a:rPr lang="en-US" sz="2505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{{s07_text_3}}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91015" y="5073698"/>
            <a:ext cx="4203309" cy="412078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72"/>
              </a:lnSpc>
              <a:spcBef>
                <a:spcPct val="0"/>
              </a:spcBef>
            </a:pPr>
            <a:r>
              <a:rPr lang="en-US" sz="2972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{{s08_text_1}}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9602897">
            <a:off x="12211872" y="6587630"/>
            <a:ext cx="6456564" cy="5341339"/>
          </a:xfrm>
          <a:custGeom>
            <a:avLst/>
            <a:gdLst/>
            <a:ahLst/>
            <a:cxnLst/>
            <a:rect r="r" b="b" t="t" l="l"/>
            <a:pathLst>
              <a:path h="5341339" w="6456564">
                <a:moveTo>
                  <a:pt x="0" y="0"/>
                </a:moveTo>
                <a:lnTo>
                  <a:pt x="6456564" y="0"/>
                </a:lnTo>
                <a:lnTo>
                  <a:pt x="6456564" y="5341340"/>
                </a:lnTo>
                <a:lnTo>
                  <a:pt x="0" y="5341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46824" y="5054648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745670">
            <a:off x="14739559" y="1573089"/>
            <a:ext cx="2342357" cy="2376931"/>
          </a:xfrm>
          <a:custGeom>
            <a:avLst/>
            <a:gdLst/>
            <a:ahLst/>
            <a:cxnLst/>
            <a:rect r="r" b="b" t="t" l="l"/>
            <a:pathLst>
              <a:path h="2376931" w="2342357">
                <a:moveTo>
                  <a:pt x="0" y="0"/>
                </a:moveTo>
                <a:lnTo>
                  <a:pt x="2342357" y="0"/>
                </a:lnTo>
                <a:lnTo>
                  <a:pt x="2342357" y="2376931"/>
                </a:lnTo>
                <a:lnTo>
                  <a:pt x="0" y="2376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64300">
            <a:off x="11285161" y="1677610"/>
            <a:ext cx="2780728" cy="3046615"/>
          </a:xfrm>
          <a:custGeom>
            <a:avLst/>
            <a:gdLst/>
            <a:ahLst/>
            <a:cxnLst/>
            <a:rect r="r" b="b" t="t" l="l"/>
            <a:pathLst>
              <a:path h="3046615" w="2780728">
                <a:moveTo>
                  <a:pt x="0" y="0"/>
                </a:moveTo>
                <a:lnTo>
                  <a:pt x="2780728" y="0"/>
                </a:lnTo>
                <a:lnTo>
                  <a:pt x="2780728" y="3046614"/>
                </a:lnTo>
                <a:lnTo>
                  <a:pt x="0" y="30466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36188" y="1784871"/>
            <a:ext cx="10328132" cy="157308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726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{{s08_title}}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42140" y="4045270"/>
            <a:ext cx="5576147" cy="781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31"/>
              </a:lnSpc>
            </a:pPr>
            <a:r>
              <a:rPr lang="en-US" sz="4200" spc="192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{{s08_label_1}}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67017" y="4045270"/>
            <a:ext cx="5111892" cy="781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31"/>
              </a:lnSpc>
            </a:pPr>
            <a:r>
              <a:rPr lang="en-US" sz="4200" spc="192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{{s08_label_2}}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39693" y="5073698"/>
            <a:ext cx="4203309" cy="412078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72"/>
              </a:lnSpc>
              <a:spcBef>
                <a:spcPct val="0"/>
              </a:spcBef>
            </a:pPr>
            <a:r>
              <a:rPr lang="en-US" sz="2972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{{s08_text_2}}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46644" y="388084"/>
            <a:ext cx="2914697" cy="2686820"/>
          </a:xfrm>
          <a:custGeom>
            <a:avLst/>
            <a:gdLst/>
            <a:ahLst/>
            <a:cxnLst/>
            <a:rect r="r" b="b" t="t" l="l"/>
            <a:pathLst>
              <a:path h="2686820" w="2914697">
                <a:moveTo>
                  <a:pt x="0" y="0"/>
                </a:moveTo>
                <a:lnTo>
                  <a:pt x="2914696" y="0"/>
                </a:lnTo>
                <a:lnTo>
                  <a:pt x="2914696" y="2686820"/>
                </a:lnTo>
                <a:lnTo>
                  <a:pt x="0" y="2686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9833" y="686145"/>
            <a:ext cx="1915022" cy="3271001"/>
          </a:xfrm>
          <a:custGeom>
            <a:avLst/>
            <a:gdLst/>
            <a:ahLst/>
            <a:cxnLst/>
            <a:rect r="r" b="b" t="t" l="l"/>
            <a:pathLst>
              <a:path h="3271001" w="1915022">
                <a:moveTo>
                  <a:pt x="0" y="0"/>
                </a:moveTo>
                <a:lnTo>
                  <a:pt x="1915022" y="0"/>
                </a:lnTo>
                <a:lnTo>
                  <a:pt x="1915022" y="3271000"/>
                </a:lnTo>
                <a:lnTo>
                  <a:pt x="0" y="327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08945" y="2531195"/>
            <a:ext cx="14676233" cy="157308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726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{{s09_title}}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1567" y="4229738"/>
            <a:ext cx="4876990" cy="6036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400"/>
              </a:lnSpc>
            </a:pPr>
            <a:r>
              <a:rPr lang="en-US" sz="4200" spc="14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{{s09_label_1}}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11589" y="4229738"/>
            <a:ext cx="4470945" cy="6036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400"/>
              </a:lnSpc>
            </a:pPr>
            <a:r>
              <a:rPr lang="en-US" sz="4200" spc="14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{{s09_label_2}}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59780" y="4266200"/>
            <a:ext cx="4637812" cy="6036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400"/>
              </a:lnSpc>
            </a:pPr>
            <a:r>
              <a:rPr lang="en-US" sz="4200" spc="14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{{s09_label_3}}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5210" y="5070415"/>
            <a:ext cx="4069598" cy="39889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877"/>
              </a:lnSpc>
              <a:spcBef>
                <a:spcPct val="0"/>
              </a:spcBef>
            </a:pPr>
            <a:r>
              <a:rPr lang="en-US" sz="2877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{{s09_text_1}}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76777" y="5070415"/>
            <a:ext cx="4069598" cy="39889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877"/>
              </a:lnSpc>
              <a:spcBef>
                <a:spcPct val="0"/>
              </a:spcBef>
            </a:pPr>
            <a:r>
              <a:rPr lang="en-US" sz="2877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{{s09_text_2}}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11844" y="5070415"/>
            <a:ext cx="4069598" cy="39889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877"/>
              </a:lnSpc>
              <a:spcBef>
                <a:spcPct val="0"/>
              </a:spcBef>
            </a:pPr>
            <a:r>
              <a:rPr lang="en-US" sz="2877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{{s09_text_3}}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8274" y="3843242"/>
            <a:ext cx="5745939" cy="5296711"/>
          </a:xfrm>
          <a:custGeom>
            <a:avLst/>
            <a:gdLst/>
            <a:ahLst/>
            <a:cxnLst/>
            <a:rect r="r" b="b" t="t" l="l"/>
            <a:pathLst>
              <a:path h="5296711" w="5745939">
                <a:moveTo>
                  <a:pt x="0" y="0"/>
                </a:moveTo>
                <a:lnTo>
                  <a:pt x="5745939" y="0"/>
                </a:lnTo>
                <a:lnTo>
                  <a:pt x="5745939" y="5296711"/>
                </a:lnTo>
                <a:lnTo>
                  <a:pt x="0" y="5296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112524">
            <a:off x="1046900" y="1468672"/>
            <a:ext cx="2196569" cy="2112700"/>
          </a:xfrm>
          <a:custGeom>
            <a:avLst/>
            <a:gdLst/>
            <a:ahLst/>
            <a:cxnLst/>
            <a:rect r="r" b="b" t="t" l="l"/>
            <a:pathLst>
              <a:path h="2112700" w="2196569">
                <a:moveTo>
                  <a:pt x="0" y="0"/>
                </a:moveTo>
                <a:lnTo>
                  <a:pt x="2196569" y="0"/>
                </a:lnTo>
                <a:lnTo>
                  <a:pt x="2196569" y="2112700"/>
                </a:lnTo>
                <a:lnTo>
                  <a:pt x="0" y="2112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38274" y="1816541"/>
            <a:ext cx="15108706" cy="1561540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2239"/>
              </a:lnSpc>
            </a:pPr>
            <a:r>
              <a:rPr lang="en-US" sz="7200" spc="33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{{s10_title}}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05267" y="4140050"/>
            <a:ext cx="6341714" cy="235154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43"/>
              </a:lnSpc>
            </a:pPr>
            <a:r>
              <a:rPr lang="en-US" sz="2641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{{s10_text_1}}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05267" y="6745254"/>
            <a:ext cx="6341714" cy="2351547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3143"/>
              </a:lnSpc>
            </a:pPr>
            <a:r>
              <a:rPr lang="en-US" sz="2641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{{s10_text_2}}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21243" y="4486801"/>
            <a:ext cx="1624130" cy="130380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0204"/>
              </a:lnSpc>
            </a:pPr>
            <a:r>
              <a:rPr lang="en-US" sz="8503" spc="280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/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21243" y="7110513"/>
            <a:ext cx="1624130" cy="130380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10204"/>
              </a:lnSpc>
              <a:spcBef>
                <a:spcPct val="0"/>
              </a:spcBef>
            </a:pPr>
            <a:r>
              <a:rPr lang="en-US" sz="8503" spc="280" strike="noStrike" u="none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2414" y="451119"/>
            <a:ext cx="4296476" cy="2312285"/>
          </a:xfrm>
          <a:custGeom>
            <a:avLst/>
            <a:gdLst/>
            <a:ahLst/>
            <a:cxnLst/>
            <a:rect r="r" b="b" t="t" l="l"/>
            <a:pathLst>
              <a:path h="2312285" w="4296476">
                <a:moveTo>
                  <a:pt x="0" y="0"/>
                </a:moveTo>
                <a:lnTo>
                  <a:pt x="4296476" y="0"/>
                </a:lnTo>
                <a:lnTo>
                  <a:pt x="4296476" y="2312285"/>
                </a:lnTo>
                <a:lnTo>
                  <a:pt x="0" y="23122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78572" y="822392"/>
            <a:ext cx="2780728" cy="3046615"/>
          </a:xfrm>
          <a:custGeom>
            <a:avLst/>
            <a:gdLst/>
            <a:ahLst/>
            <a:cxnLst/>
            <a:rect r="r" b="b" t="t" l="l"/>
            <a:pathLst>
              <a:path h="3046615" w="2780728">
                <a:moveTo>
                  <a:pt x="0" y="0"/>
                </a:moveTo>
                <a:lnTo>
                  <a:pt x="2780728" y="0"/>
                </a:lnTo>
                <a:lnTo>
                  <a:pt x="2780728" y="3046615"/>
                </a:lnTo>
                <a:lnTo>
                  <a:pt x="0" y="3046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14006" y="1572731"/>
            <a:ext cx="11273522" cy="201335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417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{{s11_title}}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4488" y="4096904"/>
            <a:ext cx="5961484" cy="506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799"/>
              </a:lnSpc>
            </a:pPr>
            <a:r>
              <a:rPr lang="en-US" sz="3799" spc="12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{{s11_label_1}}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82876" y="4030932"/>
            <a:ext cx="5961484" cy="506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799"/>
              </a:lnSpc>
            </a:pPr>
            <a:r>
              <a:rPr lang="en-US" sz="3799" spc="12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{{s11_label_2}}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4488" y="6931593"/>
            <a:ext cx="5961484" cy="506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799"/>
              </a:lnSpc>
            </a:pPr>
            <a:r>
              <a:rPr lang="en-US" sz="3799" spc="12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{{s11_label_3}}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82876" y="6863836"/>
            <a:ext cx="5961484" cy="506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799"/>
              </a:lnSpc>
            </a:pPr>
            <a:r>
              <a:rPr lang="en-US" sz="3799" spc="12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{{s11_label_4}}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5824" y="4613226"/>
            <a:ext cx="6770432" cy="15905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39"/>
              </a:lnSpc>
            </a:pPr>
            <a:r>
              <a:rPr lang="en-US" sz="2133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{{s11_text_1}}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69891" y="4613226"/>
            <a:ext cx="6487900" cy="15905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39"/>
              </a:lnSpc>
            </a:pPr>
            <a:r>
              <a:rPr lang="en-US" sz="2133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{{s11_text_2}}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35824" y="7448879"/>
            <a:ext cx="6770432" cy="15905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39"/>
              </a:lnSpc>
            </a:pPr>
            <a:r>
              <a:rPr lang="en-US" sz="2133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{{s11_text_3}}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69891" y="7448879"/>
            <a:ext cx="6783966" cy="15905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39"/>
              </a:lnSpc>
            </a:pPr>
            <a:r>
              <a:rPr lang="en-US" sz="2133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{{s11_text_4}}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34262"/>
            <a:ext cx="1975104" cy="4114800"/>
          </a:xfrm>
          <a:custGeom>
            <a:avLst/>
            <a:gdLst/>
            <a:ahLst/>
            <a:cxnLst/>
            <a:rect r="r" b="b" t="t" l="l"/>
            <a:pathLst>
              <a:path h="4114800" w="1975104">
                <a:moveTo>
                  <a:pt x="0" y="0"/>
                </a:moveTo>
                <a:lnTo>
                  <a:pt x="1975104" y="0"/>
                </a:lnTo>
                <a:lnTo>
                  <a:pt x="19751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89830" y="908901"/>
            <a:ext cx="2469470" cy="2965521"/>
          </a:xfrm>
          <a:custGeom>
            <a:avLst/>
            <a:gdLst/>
            <a:ahLst/>
            <a:cxnLst/>
            <a:rect r="r" b="b" t="t" l="l"/>
            <a:pathLst>
              <a:path h="2965521" w="2469470">
                <a:moveTo>
                  <a:pt x="0" y="0"/>
                </a:moveTo>
                <a:lnTo>
                  <a:pt x="2469470" y="0"/>
                </a:lnTo>
                <a:lnTo>
                  <a:pt x="2469470" y="2965521"/>
                </a:lnTo>
                <a:lnTo>
                  <a:pt x="0" y="2965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25246" y="7381056"/>
            <a:ext cx="9445070" cy="5220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831"/>
              </a:lnSpc>
            </a:pPr>
            <a:r>
              <a:rPr lang="en-US" sz="3831" spc="126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{{s12_label_1}}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7781" y="7969448"/>
            <a:ext cx="15131646" cy="113828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970"/>
              </a:lnSpc>
            </a:pPr>
            <a:r>
              <a:rPr lang="en-US" sz="2414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{{s12_text_1}}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42221" y="1904615"/>
            <a:ext cx="13842765" cy="157308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726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{{s12_title}}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22652" y="3258734"/>
            <a:ext cx="9247664" cy="5220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831"/>
              </a:lnSpc>
            </a:pPr>
            <a:r>
              <a:rPr lang="en-US" sz="3831" spc="126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{{s12_label_2}}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25246" y="5335668"/>
            <a:ext cx="9445070" cy="5220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831"/>
              </a:lnSpc>
            </a:pPr>
            <a:r>
              <a:rPr lang="en-US" sz="3831" spc="126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{{s12_label_3}}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7781" y="3860871"/>
            <a:ext cx="15131646" cy="113828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970"/>
              </a:lnSpc>
            </a:pPr>
            <a:r>
              <a:rPr lang="en-US" sz="2414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{{s12_text_2}}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7781" y="5938850"/>
            <a:ext cx="15131646" cy="113828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970"/>
              </a:lnSpc>
            </a:pPr>
            <a:r>
              <a:rPr lang="en-US" sz="2414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{{s12_text_3}}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53528" y="1136051"/>
            <a:ext cx="1705772" cy="4114800"/>
          </a:xfrm>
          <a:custGeom>
            <a:avLst/>
            <a:gdLst/>
            <a:ahLst/>
            <a:cxnLst/>
            <a:rect r="r" b="b" t="t" l="l"/>
            <a:pathLst>
              <a:path h="4114800" w="1705772">
                <a:moveTo>
                  <a:pt x="0" y="0"/>
                </a:moveTo>
                <a:lnTo>
                  <a:pt x="1705772" y="0"/>
                </a:lnTo>
                <a:lnTo>
                  <a:pt x="17057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386156"/>
            <a:ext cx="3437130" cy="2993428"/>
          </a:xfrm>
          <a:custGeom>
            <a:avLst/>
            <a:gdLst/>
            <a:ahLst/>
            <a:cxnLst/>
            <a:rect r="r" b="b" t="t" l="l"/>
            <a:pathLst>
              <a:path h="2993428" w="3437130">
                <a:moveTo>
                  <a:pt x="0" y="0"/>
                </a:moveTo>
                <a:lnTo>
                  <a:pt x="3437130" y="0"/>
                </a:lnTo>
                <a:lnTo>
                  <a:pt x="3437130" y="2993428"/>
                </a:lnTo>
                <a:lnTo>
                  <a:pt x="0" y="29934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408786" y="2272507"/>
            <a:ext cx="2014915" cy="2870993"/>
          </a:xfrm>
          <a:custGeom>
            <a:avLst/>
            <a:gdLst/>
            <a:ahLst/>
            <a:cxnLst/>
            <a:rect r="r" b="b" t="t" l="l"/>
            <a:pathLst>
              <a:path h="2870993" w="2014915">
                <a:moveTo>
                  <a:pt x="0" y="0"/>
                </a:moveTo>
                <a:lnTo>
                  <a:pt x="2014915" y="0"/>
                </a:lnTo>
                <a:lnTo>
                  <a:pt x="2014915" y="2870993"/>
                </a:lnTo>
                <a:lnTo>
                  <a:pt x="0" y="28709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64299" y="1877085"/>
            <a:ext cx="12559403" cy="328802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2782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{{s13_title}}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6813" y="5457825"/>
            <a:ext cx="4437793" cy="6036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00"/>
              </a:lnSpc>
            </a:pPr>
            <a:r>
              <a:rPr lang="en-US" sz="4200" spc="14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{{s13_label_1}}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39312" y="5457825"/>
            <a:ext cx="4564793" cy="6036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00"/>
              </a:lnSpc>
            </a:pPr>
            <a:r>
              <a:rPr lang="en-US" sz="4200" spc="14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{{s13_label_2}}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58937" y="5457825"/>
            <a:ext cx="4521774" cy="6036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4400"/>
              </a:lnSpc>
            </a:pPr>
            <a:r>
              <a:rPr lang="en-US" sz="4200" spc="14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{{s13_label_3}}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6813" y="6182737"/>
            <a:ext cx="4787043" cy="298058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81"/>
              </a:lnSpc>
            </a:pPr>
            <a:r>
              <a:rPr lang="en-US" sz="2505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{{s13_text_1}}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39312" y="6182737"/>
            <a:ext cx="4787043" cy="298058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81"/>
              </a:lnSpc>
            </a:pPr>
            <a:r>
              <a:rPr lang="en-US" sz="2505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{{s13_text_2}}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58937" y="6182737"/>
            <a:ext cx="4787043" cy="2980584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81"/>
              </a:lnSpc>
            </a:pPr>
            <a:r>
              <a:rPr lang="en-US" sz="2505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{{s13_text_3}}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291015" y="5073698"/>
            <a:ext cx="4203309" cy="412078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72"/>
              </a:lnSpc>
              <a:spcBef>
                <a:spcPct val="0"/>
              </a:spcBef>
            </a:pPr>
            <a:r>
              <a:rPr lang="en-US" sz="2972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{{s14_text_1}}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9602897">
            <a:off x="12211872" y="6587630"/>
            <a:ext cx="6456564" cy="5341339"/>
          </a:xfrm>
          <a:custGeom>
            <a:avLst/>
            <a:gdLst/>
            <a:ahLst/>
            <a:cxnLst/>
            <a:rect r="r" b="b" t="t" l="l"/>
            <a:pathLst>
              <a:path h="5341339" w="6456564">
                <a:moveTo>
                  <a:pt x="0" y="0"/>
                </a:moveTo>
                <a:lnTo>
                  <a:pt x="6456564" y="0"/>
                </a:lnTo>
                <a:lnTo>
                  <a:pt x="6456564" y="5341340"/>
                </a:lnTo>
                <a:lnTo>
                  <a:pt x="0" y="5341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46824" y="5054648"/>
            <a:ext cx="3463913" cy="4114800"/>
          </a:xfrm>
          <a:custGeom>
            <a:avLst/>
            <a:gdLst/>
            <a:ahLst/>
            <a:cxnLst/>
            <a:rect r="r" b="b" t="t" l="l"/>
            <a:pathLst>
              <a:path h="4114800" w="3463913">
                <a:moveTo>
                  <a:pt x="0" y="0"/>
                </a:moveTo>
                <a:lnTo>
                  <a:pt x="3463914" y="0"/>
                </a:lnTo>
                <a:lnTo>
                  <a:pt x="3463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745670">
            <a:off x="14739559" y="1573089"/>
            <a:ext cx="2342357" cy="2376931"/>
          </a:xfrm>
          <a:custGeom>
            <a:avLst/>
            <a:gdLst/>
            <a:ahLst/>
            <a:cxnLst/>
            <a:rect r="r" b="b" t="t" l="l"/>
            <a:pathLst>
              <a:path h="2376931" w="2342357">
                <a:moveTo>
                  <a:pt x="0" y="0"/>
                </a:moveTo>
                <a:lnTo>
                  <a:pt x="2342357" y="0"/>
                </a:lnTo>
                <a:lnTo>
                  <a:pt x="2342357" y="2376931"/>
                </a:lnTo>
                <a:lnTo>
                  <a:pt x="0" y="2376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64300">
            <a:off x="11285161" y="1677610"/>
            <a:ext cx="2780728" cy="3046615"/>
          </a:xfrm>
          <a:custGeom>
            <a:avLst/>
            <a:gdLst/>
            <a:ahLst/>
            <a:cxnLst/>
            <a:rect r="r" b="b" t="t" l="l"/>
            <a:pathLst>
              <a:path h="3046615" w="2780728">
                <a:moveTo>
                  <a:pt x="0" y="0"/>
                </a:moveTo>
                <a:lnTo>
                  <a:pt x="2780728" y="0"/>
                </a:lnTo>
                <a:lnTo>
                  <a:pt x="2780728" y="3046614"/>
                </a:lnTo>
                <a:lnTo>
                  <a:pt x="0" y="30466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36188" y="1784871"/>
            <a:ext cx="10328132" cy="157308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726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{{s14_title}}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42140" y="4045270"/>
            <a:ext cx="5576147" cy="781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31"/>
              </a:lnSpc>
            </a:pPr>
            <a:r>
              <a:rPr lang="en-US" sz="4200" spc="192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{{s14_label_1}}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67017" y="4045270"/>
            <a:ext cx="5111892" cy="78124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5831"/>
              </a:lnSpc>
            </a:pPr>
            <a:r>
              <a:rPr lang="en-US" sz="4200" spc="192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{{s14_label_2}}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39693" y="5073698"/>
            <a:ext cx="4203309" cy="412078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972"/>
              </a:lnSpc>
              <a:spcBef>
                <a:spcPct val="0"/>
              </a:spcBef>
            </a:pPr>
            <a:r>
              <a:rPr lang="en-US" sz="2972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{{s14_text_2}}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46644" y="388084"/>
            <a:ext cx="2914697" cy="2686820"/>
          </a:xfrm>
          <a:custGeom>
            <a:avLst/>
            <a:gdLst/>
            <a:ahLst/>
            <a:cxnLst/>
            <a:rect r="r" b="b" t="t" l="l"/>
            <a:pathLst>
              <a:path h="2686820" w="2914697">
                <a:moveTo>
                  <a:pt x="0" y="0"/>
                </a:moveTo>
                <a:lnTo>
                  <a:pt x="2914696" y="0"/>
                </a:lnTo>
                <a:lnTo>
                  <a:pt x="2914696" y="2686820"/>
                </a:lnTo>
                <a:lnTo>
                  <a:pt x="0" y="2686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9833" y="686145"/>
            <a:ext cx="1915022" cy="3271001"/>
          </a:xfrm>
          <a:custGeom>
            <a:avLst/>
            <a:gdLst/>
            <a:ahLst/>
            <a:cxnLst/>
            <a:rect r="r" b="b" t="t" l="l"/>
            <a:pathLst>
              <a:path h="3271001" w="1915022">
                <a:moveTo>
                  <a:pt x="0" y="0"/>
                </a:moveTo>
                <a:lnTo>
                  <a:pt x="1915022" y="0"/>
                </a:lnTo>
                <a:lnTo>
                  <a:pt x="1915022" y="3271000"/>
                </a:lnTo>
                <a:lnTo>
                  <a:pt x="0" y="3271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08945" y="2531195"/>
            <a:ext cx="14676233" cy="157308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726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{{s15_title}}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1567" y="4229738"/>
            <a:ext cx="4876990" cy="6036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400"/>
              </a:lnSpc>
            </a:pPr>
            <a:r>
              <a:rPr lang="en-US" sz="4200" spc="14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{{s15_label_1}}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11589" y="4229738"/>
            <a:ext cx="4470945" cy="6036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400"/>
              </a:lnSpc>
            </a:pPr>
            <a:r>
              <a:rPr lang="en-US" sz="4200" spc="14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{{s15_label_2}}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59780" y="4266200"/>
            <a:ext cx="4637812" cy="603698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4400"/>
              </a:lnSpc>
            </a:pPr>
            <a:r>
              <a:rPr lang="en-US" sz="4200" spc="14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{{s15_label_3}}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5210" y="5070415"/>
            <a:ext cx="4069598" cy="39889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877"/>
              </a:lnSpc>
              <a:spcBef>
                <a:spcPct val="0"/>
              </a:spcBef>
            </a:pPr>
            <a:r>
              <a:rPr lang="en-US" sz="2877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{{s15_text_1}}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76777" y="5070415"/>
            <a:ext cx="4069598" cy="39889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877"/>
              </a:lnSpc>
              <a:spcBef>
                <a:spcPct val="0"/>
              </a:spcBef>
            </a:pPr>
            <a:r>
              <a:rPr lang="en-US" sz="2877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{{s15_text_2}}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11844" y="5070415"/>
            <a:ext cx="4069598" cy="39889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877"/>
              </a:lnSpc>
              <a:spcBef>
                <a:spcPct val="0"/>
              </a:spcBef>
            </a:pPr>
            <a:r>
              <a:rPr lang="en-US" sz="2877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{{s15_text_3}}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34262"/>
            <a:ext cx="1975104" cy="4114800"/>
          </a:xfrm>
          <a:custGeom>
            <a:avLst/>
            <a:gdLst/>
            <a:ahLst/>
            <a:cxnLst/>
            <a:rect r="r" b="b" t="t" l="l"/>
            <a:pathLst>
              <a:path h="4114800" w="1975104">
                <a:moveTo>
                  <a:pt x="0" y="0"/>
                </a:moveTo>
                <a:lnTo>
                  <a:pt x="1975104" y="0"/>
                </a:lnTo>
                <a:lnTo>
                  <a:pt x="19751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89830" y="908901"/>
            <a:ext cx="2469470" cy="2965521"/>
          </a:xfrm>
          <a:custGeom>
            <a:avLst/>
            <a:gdLst/>
            <a:ahLst/>
            <a:cxnLst/>
            <a:rect r="r" b="b" t="t" l="l"/>
            <a:pathLst>
              <a:path h="2965521" w="2469470">
                <a:moveTo>
                  <a:pt x="0" y="0"/>
                </a:moveTo>
                <a:lnTo>
                  <a:pt x="2469470" y="0"/>
                </a:lnTo>
                <a:lnTo>
                  <a:pt x="2469470" y="2965521"/>
                </a:lnTo>
                <a:lnTo>
                  <a:pt x="0" y="29655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25246" y="7381056"/>
            <a:ext cx="9445070" cy="5220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831"/>
              </a:lnSpc>
            </a:pPr>
            <a:r>
              <a:rPr lang="en-US" sz="3831" spc="126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{{s16_label_1}}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7781" y="7969448"/>
            <a:ext cx="15131646" cy="113828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970"/>
              </a:lnSpc>
            </a:pPr>
            <a:r>
              <a:rPr lang="en-US" sz="2414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{{s16_text_1}}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42221" y="1904615"/>
            <a:ext cx="13842765" cy="157308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726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{{s16_title}}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22652" y="3258734"/>
            <a:ext cx="9247664" cy="5220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831"/>
              </a:lnSpc>
            </a:pPr>
            <a:r>
              <a:rPr lang="en-US" sz="3831" spc="126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{{s16_label_2}}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225246" y="5335668"/>
            <a:ext cx="9445070" cy="52201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831"/>
              </a:lnSpc>
            </a:pPr>
            <a:r>
              <a:rPr lang="en-US" sz="3831" spc="126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{{s16_label_3}}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7781" y="3860871"/>
            <a:ext cx="15131646" cy="113828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970"/>
              </a:lnSpc>
            </a:pPr>
            <a:r>
              <a:rPr lang="en-US" sz="2414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{{s16_text_2}}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97781" y="5938850"/>
            <a:ext cx="15131646" cy="113828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2970"/>
              </a:lnSpc>
            </a:pPr>
            <a:r>
              <a:rPr lang="en-US" sz="2414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{{s16_text_3}}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13797"/>
            <a:ext cx="2571372" cy="3663872"/>
          </a:xfrm>
          <a:custGeom>
            <a:avLst/>
            <a:gdLst/>
            <a:ahLst/>
            <a:cxnLst/>
            <a:rect r="r" b="b" t="t" l="l"/>
            <a:pathLst>
              <a:path h="3663872" w="2571372">
                <a:moveTo>
                  <a:pt x="0" y="0"/>
                </a:moveTo>
                <a:lnTo>
                  <a:pt x="2571372" y="0"/>
                </a:lnTo>
                <a:lnTo>
                  <a:pt x="2571372" y="3663873"/>
                </a:lnTo>
                <a:lnTo>
                  <a:pt x="0" y="36638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86283" y="-225388"/>
            <a:ext cx="2780728" cy="3046615"/>
          </a:xfrm>
          <a:custGeom>
            <a:avLst/>
            <a:gdLst/>
            <a:ahLst/>
            <a:cxnLst/>
            <a:rect r="r" b="b" t="t" l="l"/>
            <a:pathLst>
              <a:path h="3046615" w="2780728">
                <a:moveTo>
                  <a:pt x="0" y="0"/>
                </a:moveTo>
                <a:lnTo>
                  <a:pt x="2780728" y="0"/>
                </a:lnTo>
                <a:lnTo>
                  <a:pt x="2780728" y="3046615"/>
                </a:lnTo>
                <a:lnTo>
                  <a:pt x="0" y="3046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20474" y="4235788"/>
            <a:ext cx="13046750" cy="180391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676175" indent="-338087" lvl="1">
              <a:lnSpc>
                <a:spcPts val="3570"/>
              </a:lnSpc>
              <a:buFont typeface="Arial"/>
              <a:buChar char="•"/>
            </a:pPr>
            <a:r>
              <a:rPr lang="en-US" sz="3131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{{s17_text_1}}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002018" y="6304272"/>
            <a:ext cx="12284264" cy="180391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676175" indent="-338087" lvl="1">
              <a:lnSpc>
                <a:spcPts val="3570"/>
              </a:lnSpc>
              <a:buFont typeface="Arial"/>
              <a:buChar char="•"/>
            </a:pPr>
            <a:r>
              <a:rPr lang="en-US" sz="3131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{{s17_text_2}}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01340" y="2535513"/>
            <a:ext cx="13685621" cy="1573089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1726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{{s17_title}}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2414" y="451119"/>
            <a:ext cx="4296476" cy="2312285"/>
          </a:xfrm>
          <a:custGeom>
            <a:avLst/>
            <a:gdLst/>
            <a:ahLst/>
            <a:cxnLst/>
            <a:rect r="r" b="b" t="t" l="l"/>
            <a:pathLst>
              <a:path h="2312285" w="4296476">
                <a:moveTo>
                  <a:pt x="0" y="0"/>
                </a:moveTo>
                <a:lnTo>
                  <a:pt x="4296476" y="0"/>
                </a:lnTo>
                <a:lnTo>
                  <a:pt x="4296476" y="2312285"/>
                </a:lnTo>
                <a:lnTo>
                  <a:pt x="0" y="23122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78572" y="822392"/>
            <a:ext cx="2780728" cy="3046615"/>
          </a:xfrm>
          <a:custGeom>
            <a:avLst/>
            <a:gdLst/>
            <a:ahLst/>
            <a:cxnLst/>
            <a:rect r="r" b="b" t="t" l="l"/>
            <a:pathLst>
              <a:path h="3046615" w="2780728">
                <a:moveTo>
                  <a:pt x="0" y="0"/>
                </a:moveTo>
                <a:lnTo>
                  <a:pt x="2780728" y="0"/>
                </a:lnTo>
                <a:lnTo>
                  <a:pt x="2780728" y="3046615"/>
                </a:lnTo>
                <a:lnTo>
                  <a:pt x="0" y="3046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14006" y="1572731"/>
            <a:ext cx="11273522" cy="201335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16417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{{s18_title}}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274488" y="4096904"/>
            <a:ext cx="5961484" cy="506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799"/>
              </a:lnSpc>
            </a:pPr>
            <a:r>
              <a:rPr lang="en-US" sz="3799" spc="12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{{s18_label_1}}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82876" y="4030932"/>
            <a:ext cx="5961484" cy="506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799"/>
              </a:lnSpc>
            </a:pPr>
            <a:r>
              <a:rPr lang="en-US" sz="3799" spc="12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{{s18_label_2}}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74488" y="6931593"/>
            <a:ext cx="5961484" cy="506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799"/>
              </a:lnSpc>
            </a:pPr>
            <a:r>
              <a:rPr lang="en-US" sz="3799" spc="12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{{s18_label_3}}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82876" y="6863836"/>
            <a:ext cx="5961484" cy="50609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799"/>
              </a:lnSpc>
            </a:pPr>
            <a:r>
              <a:rPr lang="en-US" sz="3799" spc="125">
                <a:solidFill>
                  <a:srgbClr val="0292B7"/>
                </a:solidFill>
                <a:latin typeface="Besom"/>
                <a:ea typeface="Besom"/>
                <a:cs typeface="Besom"/>
                <a:sym typeface="Besom"/>
              </a:rPr>
              <a:t>{{s18_label_4}}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35824" y="4613226"/>
            <a:ext cx="6770432" cy="15905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39"/>
              </a:lnSpc>
            </a:pPr>
            <a:r>
              <a:rPr lang="en-US" sz="2133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{{s18_text_1}}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69891" y="4613226"/>
            <a:ext cx="6487900" cy="15905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39"/>
              </a:lnSpc>
            </a:pPr>
            <a:r>
              <a:rPr lang="en-US" sz="2133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{{s18_text_2}}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35824" y="7448879"/>
            <a:ext cx="6770432" cy="15905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39"/>
              </a:lnSpc>
            </a:pPr>
            <a:r>
              <a:rPr lang="en-US" sz="2133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{{s18_text_3}}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69891" y="7448879"/>
            <a:ext cx="6783966" cy="1590583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2539"/>
              </a:lnSpc>
            </a:pPr>
            <a:r>
              <a:rPr lang="en-US" sz="2133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{{s18_text_4}}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54981" y="3336467"/>
            <a:ext cx="7004319" cy="5921833"/>
          </a:xfrm>
          <a:custGeom>
            <a:avLst/>
            <a:gdLst/>
            <a:ahLst/>
            <a:cxnLst/>
            <a:rect r="r" b="b" t="t" l="l"/>
            <a:pathLst>
              <a:path h="5921833" w="7004319">
                <a:moveTo>
                  <a:pt x="0" y="0"/>
                </a:moveTo>
                <a:lnTo>
                  <a:pt x="7004319" y="0"/>
                </a:lnTo>
                <a:lnTo>
                  <a:pt x="7004319" y="5921833"/>
                </a:lnTo>
                <a:lnTo>
                  <a:pt x="0" y="5921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517557" y="1023155"/>
            <a:ext cx="6429309" cy="1601482"/>
          </a:xfrm>
          <a:custGeom>
            <a:avLst/>
            <a:gdLst/>
            <a:ahLst/>
            <a:cxnLst/>
            <a:rect r="r" b="b" t="t" l="l"/>
            <a:pathLst>
              <a:path h="1601482" w="6429309">
                <a:moveTo>
                  <a:pt x="0" y="0"/>
                </a:moveTo>
                <a:lnTo>
                  <a:pt x="6429309" y="0"/>
                </a:lnTo>
                <a:lnTo>
                  <a:pt x="6429309" y="1601482"/>
                </a:lnTo>
                <a:lnTo>
                  <a:pt x="0" y="1601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20485" y="1823896"/>
            <a:ext cx="12553091" cy="1785422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l">
              <a:lnSpc>
                <a:spcPts val="13954"/>
              </a:lnSpc>
            </a:pPr>
            <a:r>
              <a:rPr lang="en-US" sz="7200" spc="386">
                <a:solidFill>
                  <a:srgbClr val="0CC0DF"/>
                </a:solidFill>
                <a:latin typeface="Besom"/>
                <a:ea typeface="Besom"/>
                <a:cs typeface="Besom"/>
                <a:sym typeface="Besom"/>
              </a:rPr>
              <a:t>{{adabiyotlar}}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0485" y="4161909"/>
            <a:ext cx="8337574" cy="3986761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>
              <a:lnSpc>
                <a:spcPts val="3926"/>
              </a:lnSpc>
            </a:pPr>
            <a:r>
              <a:rPr lang="en-US" sz="2800">
                <a:solidFill>
                  <a:srgbClr val="0292B7"/>
                </a:solidFill>
                <a:latin typeface="Bryndan Write"/>
                <a:ea typeface="Bryndan Write"/>
                <a:cs typeface="Bryndan Write"/>
                <a:sym typeface="Bryndan Write"/>
              </a:rPr>
              <a:t>{{adabiyotlar_ro_yxati}}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BE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94163" y="1495425"/>
            <a:ext cx="12699673" cy="5180975"/>
          </a:xfrm>
          <a:prstGeom prst="rect">
            <a:avLst/>
          </a:prstGeom>
        </p:spPr>
        <p:txBody>
          <a:bodyPr anchor="t" rtlCol="false" tIns="0" lIns="0" bIns="0" rIns="0" wrap="square">
            <a:normAutofit/>
          </a:bodyPr>
          <a:lstStyle/>
          <a:p>
            <a:pPr algn="ctr" marL="0" indent="0" lvl="0">
              <a:lnSpc>
                <a:spcPts val="23573"/>
              </a:lnSpc>
              <a:spcBef>
                <a:spcPct val="0"/>
              </a:spcBef>
            </a:pPr>
            <a:r>
              <a:rPr lang="en-US" sz="10000" spc="785" strike="noStrike" u="none">
                <a:solidFill>
                  <a:srgbClr val="087B92"/>
                </a:solidFill>
                <a:latin typeface="Besom"/>
                <a:ea typeface="Besom"/>
                <a:cs typeface="Besom"/>
                <a:sym typeface="Besom"/>
              </a:rPr>
              <a:t>{{yakun}}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204671">
            <a:off x="-225491" y="6294692"/>
            <a:ext cx="3359311" cy="3096674"/>
          </a:xfrm>
          <a:custGeom>
            <a:avLst/>
            <a:gdLst/>
            <a:ahLst/>
            <a:cxnLst/>
            <a:rect r="r" b="b" t="t" l="l"/>
            <a:pathLst>
              <a:path h="3096674" w="3359311">
                <a:moveTo>
                  <a:pt x="0" y="0"/>
                </a:moveTo>
                <a:lnTo>
                  <a:pt x="3359311" y="0"/>
                </a:lnTo>
                <a:lnTo>
                  <a:pt x="3359311" y="3096674"/>
                </a:lnTo>
                <a:lnTo>
                  <a:pt x="0" y="30966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18181">
            <a:off x="5174316" y="5972290"/>
            <a:ext cx="2963521" cy="3520382"/>
          </a:xfrm>
          <a:custGeom>
            <a:avLst/>
            <a:gdLst/>
            <a:ahLst/>
            <a:cxnLst/>
            <a:rect r="r" b="b" t="t" l="l"/>
            <a:pathLst>
              <a:path h="3520382" w="2963521">
                <a:moveTo>
                  <a:pt x="0" y="0"/>
                </a:moveTo>
                <a:lnTo>
                  <a:pt x="2963521" y="0"/>
                </a:lnTo>
                <a:lnTo>
                  <a:pt x="2963521" y="3520381"/>
                </a:lnTo>
                <a:lnTo>
                  <a:pt x="0" y="35203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128404">
            <a:off x="9439423" y="5591072"/>
            <a:ext cx="1915022" cy="3271001"/>
          </a:xfrm>
          <a:custGeom>
            <a:avLst/>
            <a:gdLst/>
            <a:ahLst/>
            <a:cxnLst/>
            <a:rect r="r" b="b" t="t" l="l"/>
            <a:pathLst>
              <a:path h="3271001" w="1915022">
                <a:moveTo>
                  <a:pt x="0" y="0"/>
                </a:moveTo>
                <a:lnTo>
                  <a:pt x="1915022" y="0"/>
                </a:lnTo>
                <a:lnTo>
                  <a:pt x="1915022" y="3271000"/>
                </a:lnTo>
                <a:lnTo>
                  <a:pt x="0" y="3271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843919">
            <a:off x="12445804" y="7507918"/>
            <a:ext cx="2211453" cy="3151034"/>
          </a:xfrm>
          <a:custGeom>
            <a:avLst/>
            <a:gdLst/>
            <a:ahLst/>
            <a:cxnLst/>
            <a:rect r="r" b="b" t="t" l="l"/>
            <a:pathLst>
              <a:path h="3151034" w="2211453">
                <a:moveTo>
                  <a:pt x="0" y="0"/>
                </a:moveTo>
                <a:lnTo>
                  <a:pt x="2211453" y="0"/>
                </a:lnTo>
                <a:lnTo>
                  <a:pt x="2211453" y="3151034"/>
                </a:lnTo>
                <a:lnTo>
                  <a:pt x="0" y="31510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098305" y="4968635"/>
            <a:ext cx="1705772" cy="4114800"/>
          </a:xfrm>
          <a:custGeom>
            <a:avLst/>
            <a:gdLst/>
            <a:ahLst/>
            <a:cxnLst/>
            <a:rect r="r" b="b" t="t" l="l"/>
            <a:pathLst>
              <a:path h="4114800" w="1705772">
                <a:moveTo>
                  <a:pt x="0" y="0"/>
                </a:moveTo>
                <a:lnTo>
                  <a:pt x="1705772" y="0"/>
                </a:lnTo>
                <a:lnTo>
                  <a:pt x="170577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DAHXbber2uo</dc:identifier>
  <dcterms:modified xsi:type="dcterms:W3CDTF">2011-08-01T06:04:30Z</dcterms:modified>
  <cp:revision>1</cp:revision>
  <dc:title> Light Blue Illustrated Chemistry Presentation</dc:title>
</cp:coreProperties>
</file>