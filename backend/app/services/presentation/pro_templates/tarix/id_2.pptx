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Brixton Sans" charset="1" panose="00000000000000000000"/>
      <p:regular r:id="rId17"/>
    </p:embeddedFont>
    <p:embeddedFont>
      <p:font typeface="Ruwudu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06711" y="3180152"/>
            <a:ext cx="8274578" cy="361271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768"/>
              </a:lnSpc>
            </a:pPr>
            <a:r>
              <a:rPr lang="en-US" sz="100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{{topic}}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67661" y="6551223"/>
            <a:ext cx="6352679" cy="6889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600"/>
              </a:lnSpc>
            </a:pPr>
            <a:r>
              <a:rPr lang="en-US" sz="360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15773" y="2519721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{{reja}}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32061" y="3670792"/>
            <a:ext cx="12823878" cy="41726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{{reja_1}}</a:t>
            </a:r>
          </a:p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{{reja_2}}</a:t>
            </a:r>
          </a:p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{{reja_3}}</a:t>
            </a:r>
          </a:p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42268" y="3797914"/>
            <a:ext cx="4553602" cy="4114800"/>
          </a:xfrm>
          <a:custGeom>
            <a:avLst/>
            <a:gdLst/>
            <a:ahLst/>
            <a:cxnLst/>
            <a:rect r="r" b="b" t="t" l="l"/>
            <a:pathLst>
              <a:path h="4114800" w="4553602">
                <a:moveTo>
                  <a:pt x="0" y="0"/>
                </a:moveTo>
                <a:lnTo>
                  <a:pt x="4553601" y="0"/>
                </a:lnTo>
                <a:lnTo>
                  <a:pt x="45536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38402" y="2450486"/>
            <a:ext cx="8011196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{{s03_title}}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79730" y="4002334"/>
            <a:ext cx="6966003" cy="36488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{{s03_text_1}}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15773" y="2519721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{{s04_title}}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32061" y="3670792"/>
            <a:ext cx="12823878" cy="41726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{{s04_text_1}}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15773" y="2126008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{{s05_title}}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731182" y="3642505"/>
            <a:ext cx="794969" cy="794969"/>
            <a:chOff x="0" y="0"/>
            <a:chExt cx="209375" cy="2093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938037" y="3277079"/>
            <a:ext cx="11680878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{{s05_text_1}}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69086" y="3737386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731182" y="5345906"/>
            <a:ext cx="794969" cy="794969"/>
            <a:chOff x="0" y="0"/>
            <a:chExt cx="209375" cy="2093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938037" y="4980480"/>
            <a:ext cx="11680878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{{s05_text_2}}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69086" y="5440787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731182" y="7049307"/>
            <a:ext cx="794969" cy="794969"/>
            <a:chOff x="0" y="0"/>
            <a:chExt cx="209375" cy="2093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938037" y="6683881"/>
            <a:ext cx="11680878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{{s05_text_3}}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69086" y="7144187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15773" y="2721201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{{s06_title}}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955699" y="4325461"/>
            <a:ext cx="794969" cy="794969"/>
            <a:chOff x="0" y="0"/>
            <a:chExt cx="209375" cy="2093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156432" y="3983663"/>
            <a:ext cx="4489503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{{s06_text_1}}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93602" y="4420342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04162" y="4325461"/>
            <a:ext cx="794969" cy="794969"/>
            <a:chOff x="0" y="0"/>
            <a:chExt cx="209375" cy="2093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904895" y="3983663"/>
            <a:ext cx="4489503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{{s06_text_2}}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42065" y="4420342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  <p:sp>
        <p:nvSpPr>
          <p:cNvPr name="Freeform 22" id="22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955699" y="6430486"/>
            <a:ext cx="794969" cy="794969"/>
            <a:chOff x="0" y="0"/>
            <a:chExt cx="209375" cy="2093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156432" y="6088688"/>
            <a:ext cx="4489503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{{s06_text_3}}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93602" y="6525367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704162" y="6430486"/>
            <a:ext cx="794969" cy="794969"/>
            <a:chOff x="0" y="0"/>
            <a:chExt cx="209375" cy="2093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904895" y="6088688"/>
            <a:ext cx="4489503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{{s06_text_4}}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42065" y="6525367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15773" y="2257784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{{s07_title}}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06246" y="3408855"/>
            <a:ext cx="6411939" cy="46965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{{s07_text_1}}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69815" y="3408855"/>
            <a:ext cx="6411939" cy="46965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{{s07_text_2}}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15773" y="2441114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{{s08_title}}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06246" y="3592185"/>
            <a:ext cx="13275508" cy="20771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{{s08_text_1}}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06246" y="5844899"/>
            <a:ext cx="13275508" cy="20771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{{s08_text_2}}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15773" y="2519721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{{s09_title}}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32061" y="3670792"/>
            <a:ext cx="12823878" cy="41726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{{s09_text_1}}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14862" y="3334229"/>
            <a:ext cx="11840166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{{s10_text_1}}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832972" y="3391379"/>
            <a:ext cx="407194" cy="40719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715773" y="2183158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{{s10_title}}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14862" y="4980480"/>
            <a:ext cx="11840166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{{s10_text_2}}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832972" y="5037630"/>
            <a:ext cx="407194" cy="40719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614862" y="6626731"/>
            <a:ext cx="11840166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{{s10_text_3}}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832972" y="6683881"/>
            <a:ext cx="407194" cy="40719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42268" y="3797914"/>
            <a:ext cx="4553602" cy="4114800"/>
          </a:xfrm>
          <a:custGeom>
            <a:avLst/>
            <a:gdLst/>
            <a:ahLst/>
            <a:cxnLst/>
            <a:rect r="r" b="b" t="t" l="l"/>
            <a:pathLst>
              <a:path h="4114800" w="4553602">
                <a:moveTo>
                  <a:pt x="0" y="0"/>
                </a:moveTo>
                <a:lnTo>
                  <a:pt x="4553601" y="0"/>
                </a:lnTo>
                <a:lnTo>
                  <a:pt x="45536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138402" y="2450486"/>
            <a:ext cx="8011196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{{s11_title}}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79730" y="4002334"/>
            <a:ext cx="6966003" cy="36488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{{s11_text_1}}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15773" y="2519721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{{s12_title}}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32061" y="3670792"/>
            <a:ext cx="12823878" cy="41726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{{s12_text_1}}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15773" y="2126008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{{s13_title}}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731182" y="3642505"/>
            <a:ext cx="794969" cy="794969"/>
            <a:chOff x="0" y="0"/>
            <a:chExt cx="209375" cy="2093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938037" y="3277079"/>
            <a:ext cx="11680878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{{s13_text_1}}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69086" y="3737386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731182" y="5345906"/>
            <a:ext cx="794969" cy="794969"/>
            <a:chOff x="0" y="0"/>
            <a:chExt cx="209375" cy="2093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938037" y="4980480"/>
            <a:ext cx="11680878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{{s13_text_2}}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69086" y="5440787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731182" y="7049307"/>
            <a:ext cx="794969" cy="794969"/>
            <a:chOff x="0" y="0"/>
            <a:chExt cx="209375" cy="2093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938037" y="6683881"/>
            <a:ext cx="11680878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{{s13_text_3}}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69086" y="7144187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15773" y="2721201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{{s14_title}}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955699" y="4325461"/>
            <a:ext cx="794969" cy="794969"/>
            <a:chOff x="0" y="0"/>
            <a:chExt cx="209375" cy="2093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156432" y="3983663"/>
            <a:ext cx="4489503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{{s14_text_1}}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93602" y="4420342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04162" y="4325461"/>
            <a:ext cx="794969" cy="794969"/>
            <a:chOff x="0" y="0"/>
            <a:chExt cx="209375" cy="2093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904895" y="3983663"/>
            <a:ext cx="4489503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{{s14_text_2}}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42065" y="4420342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  <p:sp>
        <p:nvSpPr>
          <p:cNvPr name="Freeform 22" id="22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955699" y="6430486"/>
            <a:ext cx="794969" cy="794969"/>
            <a:chOff x="0" y="0"/>
            <a:chExt cx="209375" cy="2093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156432" y="6088688"/>
            <a:ext cx="4489503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{{s14_text_3}}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93602" y="6525367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704162" y="6430486"/>
            <a:ext cx="794969" cy="794969"/>
            <a:chOff x="0" y="0"/>
            <a:chExt cx="209375" cy="2093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9375" cy="209375"/>
            </a:xfrm>
            <a:custGeom>
              <a:avLst/>
              <a:gdLst/>
              <a:ahLst/>
              <a:cxnLst/>
              <a:rect r="r" b="b" t="t" l="l"/>
              <a:pathLst>
                <a:path h="209375" w="209375">
                  <a:moveTo>
                    <a:pt x="0" y="0"/>
                  </a:moveTo>
                  <a:lnTo>
                    <a:pt x="209375" y="0"/>
                  </a:lnTo>
                  <a:lnTo>
                    <a:pt x="209375" y="209375"/>
                  </a:lnTo>
                  <a:lnTo>
                    <a:pt x="0" y="209375"/>
                  </a:ln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9375" cy="24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904895" y="6088688"/>
            <a:ext cx="4489503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{{s14_text_4}}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42065" y="6525367"/>
            <a:ext cx="919163" cy="78472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736"/>
              </a:lnSpc>
            </a:pPr>
            <a:r>
              <a:rPr lang="en-US" sz="5462">
                <a:solidFill>
                  <a:srgbClr val="FDEABD"/>
                </a:solidFill>
                <a:latin typeface="Brixton Sans"/>
                <a:ea typeface="Brixton Sans"/>
                <a:cs typeface="Brixton Sans"/>
                <a:sym typeface="Brixton Sans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15773" y="2257784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{{s15_title}}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06246" y="3408855"/>
            <a:ext cx="6411939" cy="46965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{{s15_text_1}}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69815" y="3408855"/>
            <a:ext cx="6411939" cy="469656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{{s15_text_2}}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14862" y="3334229"/>
            <a:ext cx="11840166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{{s16_text_1}}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2832972" y="3391379"/>
            <a:ext cx="407194" cy="40719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3715773" y="2183158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{{s16_title}}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14862" y="4980480"/>
            <a:ext cx="11840166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{{s16_text_2}}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832972" y="5037630"/>
            <a:ext cx="407194" cy="40719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614862" y="6626731"/>
            <a:ext cx="11840166" cy="155331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{{s16_text_3}}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832972" y="6683881"/>
            <a:ext cx="407194" cy="40719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3C1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15773" y="2519721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{{s17_title}}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32061" y="3670792"/>
            <a:ext cx="12823878" cy="41726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{{s17_text_1}}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15773" y="2441114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{{s18_title}}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06246" y="3592185"/>
            <a:ext cx="13275508" cy="20771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{{s18_text_1}}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06246" y="5844899"/>
            <a:ext cx="13275508" cy="20771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97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{{s18_text_2}}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15773" y="2519721"/>
            <a:ext cx="10856454" cy="115107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8457"/>
              </a:lnSpc>
            </a:pPr>
            <a:r>
              <a:rPr lang="en-US" sz="72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{{adabiyotlar}}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732061" y="3670792"/>
            <a:ext cx="12823878" cy="417268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just">
              <a:lnSpc>
                <a:spcPts val="4159"/>
              </a:lnSpc>
            </a:pPr>
            <a:r>
              <a:rPr lang="en-US" sz="2800">
                <a:solidFill>
                  <a:srgbClr val="6E3C1B"/>
                </a:solidFill>
                <a:latin typeface="Ruwudu"/>
                <a:ea typeface="Ruwudu"/>
                <a:cs typeface="Ruwudu"/>
                <a:sym typeface="Ruwudu"/>
              </a:rPr>
              <a:t>{{adabiyotlar_ro_yxati}}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9484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239484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941197" y="59245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0"/>
                </a:moveTo>
                <a:lnTo>
                  <a:pt x="4107319" y="0"/>
                </a:lnTo>
                <a:lnTo>
                  <a:pt x="410731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0800000">
            <a:off x="13941197" y="247650"/>
            <a:ext cx="4107319" cy="4114800"/>
          </a:xfrm>
          <a:custGeom>
            <a:avLst/>
            <a:gdLst/>
            <a:ahLst/>
            <a:cxnLst/>
            <a:rect r="r" b="b" t="t" l="l"/>
            <a:pathLst>
              <a:path h="4114800" w="4107319">
                <a:moveTo>
                  <a:pt x="0" y="4114800"/>
                </a:moveTo>
                <a:lnTo>
                  <a:pt x="4107319" y="4114800"/>
                </a:lnTo>
                <a:lnTo>
                  <a:pt x="410731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6400" y="247650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0"/>
                </a:moveTo>
                <a:lnTo>
                  <a:pt x="7315200" y="0"/>
                </a:lnTo>
                <a:lnTo>
                  <a:pt x="7315200" y="944326"/>
                </a:lnTo>
                <a:lnTo>
                  <a:pt x="0" y="9443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5024"/>
            <a:ext cx="7315200" cy="944326"/>
          </a:xfrm>
          <a:custGeom>
            <a:avLst/>
            <a:gdLst/>
            <a:ahLst/>
            <a:cxnLst/>
            <a:rect r="r" b="b" t="t" l="l"/>
            <a:pathLst>
              <a:path h="944326" w="7315200">
                <a:moveTo>
                  <a:pt x="0" y="944326"/>
                </a:moveTo>
                <a:lnTo>
                  <a:pt x="7315200" y="944326"/>
                </a:lnTo>
                <a:lnTo>
                  <a:pt x="7315200" y="0"/>
                </a:lnTo>
                <a:lnTo>
                  <a:pt x="0" y="0"/>
                </a:lnTo>
                <a:lnTo>
                  <a:pt x="0" y="9443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5212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245212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4946924" y="12506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0"/>
                </a:moveTo>
                <a:lnTo>
                  <a:pt x="2095864" y="0"/>
                </a:lnTo>
                <a:lnTo>
                  <a:pt x="2095864" y="2108890"/>
                </a:lnTo>
                <a:lnTo>
                  <a:pt x="0" y="2108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-10800000">
            <a:off x="14946924" y="6927505"/>
            <a:ext cx="2095864" cy="2108890"/>
          </a:xfrm>
          <a:custGeom>
            <a:avLst/>
            <a:gdLst/>
            <a:ahLst/>
            <a:cxnLst/>
            <a:rect r="r" b="b" t="t" l="l"/>
            <a:pathLst>
              <a:path h="2108890" w="2095864">
                <a:moveTo>
                  <a:pt x="0" y="2108890"/>
                </a:moveTo>
                <a:lnTo>
                  <a:pt x="2095864" y="2108890"/>
                </a:lnTo>
                <a:lnTo>
                  <a:pt x="2095864" y="0"/>
                </a:lnTo>
                <a:lnTo>
                  <a:pt x="0" y="0"/>
                </a:lnTo>
                <a:lnTo>
                  <a:pt x="0" y="21088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06711" y="3403817"/>
            <a:ext cx="8274578" cy="361271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3768"/>
              </a:lnSpc>
            </a:pPr>
            <a:r>
              <a:rPr lang="en-US" sz="10000">
                <a:solidFill>
                  <a:srgbClr val="6E3C1B"/>
                </a:solidFill>
                <a:latin typeface="Brixton Sans"/>
                <a:ea typeface="Brixton Sans"/>
                <a:cs typeface="Brixton Sans"/>
                <a:sym typeface="Brixton Sans"/>
              </a:rPr>
              <a:t>{{yakun}}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DAHXbSfRijc</dc:identifier>
  <dcterms:modified xsi:type="dcterms:W3CDTF">2011-08-01T06:04:30Z</dcterms:modified>
  <cp:revision>1</cp:revision>
  <dc:title>Brown Vintage Classic Project History Presentation</dc:title>
</cp:coreProperties>
</file>