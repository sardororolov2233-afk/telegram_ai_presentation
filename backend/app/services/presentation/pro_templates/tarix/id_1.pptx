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SubjectSlide1"/>
    <p:sldId id="257" r:id="rIdSubjectSlide2"/>
    <p:sldId id="258" r:id="rIdSubjectSlide3"/>
    <p:sldId id="259" r:id="rIdSubjectSlide4"/>
    <p:sldId id="260" r:id="rIdSubjectSlide5"/>
    <p:sldId id="261" r:id="rIdSubjectSlide6"/>
    <p:sldId id="262" r:id="rIdSubjectSlide7"/>
    <p:sldId id="263" r:id="rIdSubjectSlide8"/>
    <p:sldId id="264" r:id="rIdSubjectSlide9"/>
    <p:sldId id="265" r:id="rIdSubjectSlide10"/>
    <p:sldId id="266" r:id="rIdSubjectSlide11"/>
    <p:sldId id="267" r:id="rIdSubjectSlide12"/>
    <p:sldId id="268" r:id="rIdSubjectSlide13"/>
    <p:sldId id="269" r:id="rIdSubjectSlide14"/>
    <p:sldId id="270" r:id="rIdSubjectSlide15"/>
    <p:sldId id="271" r:id="rIdSubjectSlide16"/>
    <p:sldId id="272" r:id="rIdSubjectSlide17"/>
    <p:sldId id="273" r:id="rIdSubjectSlide18"/>
    <p:sldId id="274" r:id="rIdSubjectSlide19"/>
    <p:sldId id="275" r:id="rIdSubjectSlide20"/>
  </p:sldIdLst>
  <p:sldSz cx="18288000" cy="10287000"/>
  <p:notesSz cx="6858000" cy="9144000"/>
  <p:embeddedFontLst>
    <p:embeddedFont>
      <p:font typeface="Hatton Semi-Bold" charset="1" panose="00000700000000000000"/>
      <p:regular r:id="rId16"/>
    </p:embeddedFont>
    <p:embeddedFont>
      <p:font typeface="HK Grotesk Light" charset="1" panose="00000400000000000000"/>
      <p:regular r:id="rId17"/>
    </p:embeddedFont>
    <p:embeddedFont>
      <p:font typeface="Hatton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arget="slideMasters/slideMaster1.xml" Type="http://schemas.openxmlformats.org/officeDocument/2006/relationships/slideMaster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SubjectSlide1" Type="http://schemas.openxmlformats.org/officeDocument/2006/relationships/slide" Target="slides/slide1.xml"/><Relationship Id="rIdSubjectSlide2" Type="http://schemas.openxmlformats.org/officeDocument/2006/relationships/slide" Target="slides/slide2.xml"/><Relationship Id="rIdSubjectSlide3" Type="http://schemas.openxmlformats.org/officeDocument/2006/relationships/slide" Target="slides/slide3.xml"/><Relationship Id="rIdSubjectSlide4" Type="http://schemas.openxmlformats.org/officeDocument/2006/relationships/slide" Target="slides/slide4.xml"/><Relationship Id="rIdSubjectSlide5" Type="http://schemas.openxmlformats.org/officeDocument/2006/relationships/slide" Target="slides/slide5.xml"/><Relationship Id="rIdSubjectSlide6" Type="http://schemas.openxmlformats.org/officeDocument/2006/relationships/slide" Target="slides/slide6.xml"/><Relationship Id="rIdSubjectSlide7" Type="http://schemas.openxmlformats.org/officeDocument/2006/relationships/slide" Target="slides/slide7.xml"/><Relationship Id="rIdSubjectSlide8" Type="http://schemas.openxmlformats.org/officeDocument/2006/relationships/slide" Target="slides/slide8.xml"/><Relationship Id="rIdSubjectSlide9" Type="http://schemas.openxmlformats.org/officeDocument/2006/relationships/slide" Target="slides/slide9.xml"/><Relationship Id="rIdSubjectSlide10" Type="http://schemas.openxmlformats.org/officeDocument/2006/relationships/slide" Target="slides/slide10.xml"/><Relationship Id="rIdSubjectSlide11" Type="http://schemas.openxmlformats.org/officeDocument/2006/relationships/slide" Target="slides/slide11.xml"/><Relationship Id="rIdSubjectSlide12" Type="http://schemas.openxmlformats.org/officeDocument/2006/relationships/slide" Target="slides/slide12.xml"/><Relationship Id="rIdSubjectSlide13" Type="http://schemas.openxmlformats.org/officeDocument/2006/relationships/slide" Target="slides/slide13.xml"/><Relationship Id="rIdSubjectSlide14" Type="http://schemas.openxmlformats.org/officeDocument/2006/relationships/slide" Target="slides/slide14.xml"/><Relationship Id="rIdSubjectSlide15" Type="http://schemas.openxmlformats.org/officeDocument/2006/relationships/slide" Target="slides/slide15.xml"/><Relationship Id="rIdSubjectSlide16" Type="http://schemas.openxmlformats.org/officeDocument/2006/relationships/slide" Target="slides/slide16.xml"/><Relationship Id="rIdSubjectSlide17" Type="http://schemas.openxmlformats.org/officeDocument/2006/relationships/slide" Target="slides/slide17.xml"/><Relationship Id="rIdSubjectSlide18" Type="http://schemas.openxmlformats.org/officeDocument/2006/relationships/slide" Target="slides/slide18.xml"/><Relationship Id="rIdSubjectSlide19" Type="http://schemas.openxmlformats.org/officeDocument/2006/relationships/slide" Target="slides/slide19.xml"/><Relationship Id="rIdSubjectSlide20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2.jpe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5.jpe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6.jpe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1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1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2.jpe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1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1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5.jpe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1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6.jpe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1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5.jpe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1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1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2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2978" y="-210226"/>
            <a:ext cx="11747278" cy="10671670"/>
            <a:chOff x="0" y="0"/>
            <a:chExt cx="3093933" cy="28106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93933" cy="2810646"/>
            </a:xfrm>
            <a:custGeom>
              <a:avLst/>
              <a:gdLst/>
              <a:ahLst/>
              <a:cxnLst/>
              <a:rect r="r" b="b" t="t" l="l"/>
              <a:pathLst>
                <a:path h="2810646" w="3093933">
                  <a:moveTo>
                    <a:pt x="0" y="0"/>
                  </a:moveTo>
                  <a:lnTo>
                    <a:pt x="3093933" y="0"/>
                  </a:lnTo>
                  <a:lnTo>
                    <a:pt x="3093933" y="2810646"/>
                  </a:lnTo>
                  <a:lnTo>
                    <a:pt x="0" y="281064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093933" cy="28487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12089398" y="-210226"/>
            <a:ext cx="6922705" cy="10671670"/>
            <a:chOff x="0" y="0"/>
            <a:chExt cx="1823264" cy="28106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3264" cy="2810646"/>
            </a:xfrm>
            <a:custGeom>
              <a:avLst/>
              <a:gdLst/>
              <a:ahLst/>
              <a:cxnLst/>
              <a:rect r="r" b="b" t="t" l="l"/>
              <a:pathLst>
                <a:path h="2810646" w="1823264">
                  <a:moveTo>
                    <a:pt x="0" y="0"/>
                  </a:moveTo>
                  <a:lnTo>
                    <a:pt x="1823264" y="0"/>
                  </a:lnTo>
                  <a:lnTo>
                    <a:pt x="1823264" y="2810646"/>
                  </a:lnTo>
                  <a:lnTo>
                    <a:pt x="0" y="281064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33333">
                  <a:srgbClr val="000000">
                    <a:alpha val="86000"/>
                  </a:srgbClr>
                </a:gs>
                <a:gs pos="66667">
                  <a:srgbClr val="000000">
                    <a:alpha val="75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23264" cy="28487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H="true">
            <a:off x="-252978" y="465950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>
            <a:off x="-252978" y="9803368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>
            <a:off x="-252978" y="6690895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>
            <a:off x="-252978" y="3578423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500351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3638299" y="-1045156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3438119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9125530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7750709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8978444" y="7687446"/>
            <a:ext cx="7809191" cy="669039"/>
            <a:chOff x="0" y="0"/>
            <a:chExt cx="2056742" cy="17620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56742" cy="176208"/>
            </a:xfrm>
            <a:custGeom>
              <a:avLst/>
              <a:gdLst/>
              <a:ahLst/>
              <a:cxnLst/>
              <a:rect r="r" b="b" t="t" l="l"/>
              <a:pathLst>
                <a:path h="176208" w="2056742">
                  <a:moveTo>
                    <a:pt x="50561" y="0"/>
                  </a:moveTo>
                  <a:lnTo>
                    <a:pt x="2006181" y="0"/>
                  </a:lnTo>
                  <a:cubicBezTo>
                    <a:pt x="2034105" y="0"/>
                    <a:pt x="2056742" y="22637"/>
                    <a:pt x="2056742" y="50561"/>
                  </a:cubicBezTo>
                  <a:lnTo>
                    <a:pt x="2056742" y="125647"/>
                  </a:lnTo>
                  <a:cubicBezTo>
                    <a:pt x="2056742" y="153571"/>
                    <a:pt x="2034105" y="176208"/>
                    <a:pt x="2006181" y="176208"/>
                  </a:cubicBezTo>
                  <a:lnTo>
                    <a:pt x="50561" y="176208"/>
                  </a:lnTo>
                  <a:cubicBezTo>
                    <a:pt x="22637" y="176208"/>
                    <a:pt x="0" y="153571"/>
                    <a:pt x="0" y="125647"/>
                  </a:cubicBezTo>
                  <a:lnTo>
                    <a:pt x="0" y="50561"/>
                  </a:lnTo>
                  <a:cubicBezTo>
                    <a:pt x="0" y="22637"/>
                    <a:pt x="22637" y="0"/>
                    <a:pt x="505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5500"/>
                  </a:srgbClr>
                </a:gs>
                <a:gs pos="25000">
                  <a:srgbClr val="FFFFFF">
                    <a:alpha val="26000"/>
                  </a:srgbClr>
                </a:gs>
                <a:gs pos="50000">
                  <a:srgbClr val="FFFFFF">
                    <a:alpha val="46000"/>
                  </a:srgbClr>
                </a:gs>
                <a:gs pos="75000">
                  <a:srgbClr val="FFFFFF">
                    <a:alpha val="26000"/>
                  </a:srgbClr>
                </a:gs>
                <a:gs pos="100000">
                  <a:srgbClr val="FFFFFF">
                    <a:alpha val="16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56742" cy="214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9913569" y="8017661"/>
            <a:ext cx="487955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5335188" y="8017661"/>
            <a:ext cx="487955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3120779" y="-299909"/>
            <a:ext cx="2905656" cy="4347348"/>
            <a:chOff x="0" y="0"/>
            <a:chExt cx="696785" cy="104250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6785" cy="1042508"/>
            </a:xfrm>
            <a:custGeom>
              <a:avLst/>
              <a:gdLst/>
              <a:ahLst/>
              <a:cxnLst/>
              <a:rect r="r" b="b" t="t" l="l"/>
              <a:pathLst>
                <a:path h="1042508" w="696785">
                  <a:moveTo>
                    <a:pt x="232387" y="1023439"/>
                  </a:moveTo>
                  <a:cubicBezTo>
                    <a:pt x="268110" y="1034952"/>
                    <a:pt x="308721" y="1042508"/>
                    <a:pt x="348580" y="1042508"/>
                  </a:cubicBezTo>
                  <a:cubicBezTo>
                    <a:pt x="388440" y="1042508"/>
                    <a:pt x="426796" y="1036031"/>
                    <a:pt x="462142" y="1024517"/>
                  </a:cubicBezTo>
                  <a:cubicBezTo>
                    <a:pt x="462895" y="1024157"/>
                    <a:pt x="463646" y="1024157"/>
                    <a:pt x="464398" y="1023798"/>
                  </a:cubicBezTo>
                  <a:cubicBezTo>
                    <a:pt x="597137" y="977743"/>
                    <a:pt x="694905" y="856129"/>
                    <a:pt x="696785" y="708903"/>
                  </a:cubicBezTo>
                  <a:lnTo>
                    <a:pt x="696785" y="0"/>
                  </a:lnTo>
                  <a:lnTo>
                    <a:pt x="0" y="0"/>
                  </a:lnTo>
                  <a:lnTo>
                    <a:pt x="0" y="708377"/>
                  </a:lnTo>
                  <a:cubicBezTo>
                    <a:pt x="1880" y="856848"/>
                    <a:pt x="98144" y="978463"/>
                    <a:pt x="232387" y="1023439"/>
                  </a:cubicBezTo>
                  <a:close/>
                </a:path>
              </a:pathLst>
            </a:custGeom>
            <a:blipFill>
              <a:blip r:embed="rId3"/>
              <a:stretch>
                <a:fillRect l="-62493" t="0" r="-62493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855557" y="3386307"/>
            <a:ext cx="2100701" cy="3478605"/>
            <a:chOff x="0" y="0"/>
            <a:chExt cx="317896" cy="52641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17896" cy="526412"/>
            </a:xfrm>
            <a:custGeom>
              <a:avLst/>
              <a:gdLst/>
              <a:ahLst/>
              <a:cxnLst/>
              <a:rect r="r" b="b" t="t" l="l"/>
              <a:pathLst>
                <a:path h="526412" w="317896">
                  <a:moveTo>
                    <a:pt x="158948" y="0"/>
                  </a:moveTo>
                  <a:lnTo>
                    <a:pt x="158948" y="0"/>
                  </a:lnTo>
                  <a:cubicBezTo>
                    <a:pt x="201104" y="0"/>
                    <a:pt x="241533" y="16746"/>
                    <a:pt x="271341" y="46555"/>
                  </a:cubicBezTo>
                  <a:cubicBezTo>
                    <a:pt x="301150" y="76363"/>
                    <a:pt x="317896" y="116792"/>
                    <a:pt x="317896" y="158948"/>
                  </a:cubicBezTo>
                  <a:lnTo>
                    <a:pt x="317896" y="367464"/>
                  </a:lnTo>
                  <a:cubicBezTo>
                    <a:pt x="317896" y="409620"/>
                    <a:pt x="301150" y="450049"/>
                    <a:pt x="271341" y="479857"/>
                  </a:cubicBezTo>
                  <a:cubicBezTo>
                    <a:pt x="241533" y="509666"/>
                    <a:pt x="201104" y="526412"/>
                    <a:pt x="158948" y="526412"/>
                  </a:cubicBezTo>
                  <a:lnTo>
                    <a:pt x="158948" y="526412"/>
                  </a:lnTo>
                  <a:cubicBezTo>
                    <a:pt x="71163" y="526412"/>
                    <a:pt x="0" y="455249"/>
                    <a:pt x="0" y="367464"/>
                  </a:cubicBezTo>
                  <a:lnTo>
                    <a:pt x="0" y="158948"/>
                  </a:lnTo>
                  <a:cubicBezTo>
                    <a:pt x="0" y="71163"/>
                    <a:pt x="71163" y="0"/>
                    <a:pt x="158948" y="0"/>
                  </a:cubicBezTo>
                  <a:close/>
                </a:path>
              </a:pathLst>
            </a:custGeom>
            <a:blipFill>
              <a:blip r:embed="rId4"/>
              <a:stretch>
                <a:fillRect l="-58806" t="0" r="-135580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3318050" y="4615590"/>
            <a:ext cx="4241660" cy="6152031"/>
            <a:chOff x="0" y="0"/>
            <a:chExt cx="660400" cy="95783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0400" cy="957833"/>
            </a:xfrm>
            <a:custGeom>
              <a:avLst/>
              <a:gdLst/>
              <a:ahLst/>
              <a:cxnLst/>
              <a:rect r="r" b="b" t="t" l="l"/>
              <a:pathLst>
                <a:path h="957833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1724"/>
                  </a:cubicBezTo>
                  <a:lnTo>
                    <a:pt x="660400" y="957833"/>
                  </a:lnTo>
                  <a:lnTo>
                    <a:pt x="0" y="957833"/>
                  </a:lnTo>
                  <a:lnTo>
                    <a:pt x="0" y="332188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5"/>
              <a:stretch>
                <a:fillRect l="-78922" t="0" r="-78922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-5400000">
            <a:off x="4565956" y="6994326"/>
            <a:ext cx="1745849" cy="5800741"/>
            <a:chOff x="0" y="0"/>
            <a:chExt cx="459812" cy="152776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9812" cy="1527767"/>
            </a:xfrm>
            <a:custGeom>
              <a:avLst/>
              <a:gdLst/>
              <a:ahLst/>
              <a:cxnLst/>
              <a:rect r="r" b="b" t="t" l="l"/>
              <a:pathLst>
                <a:path h="1527767" w="459812">
                  <a:moveTo>
                    <a:pt x="0" y="0"/>
                  </a:moveTo>
                  <a:lnTo>
                    <a:pt x="459812" y="0"/>
                  </a:lnTo>
                  <a:lnTo>
                    <a:pt x="459812" y="1527767"/>
                  </a:lnTo>
                  <a:lnTo>
                    <a:pt x="0" y="152776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33333">
                  <a:srgbClr val="000000">
                    <a:alpha val="86000"/>
                  </a:srgbClr>
                </a:gs>
                <a:gs pos="66667">
                  <a:srgbClr val="000000">
                    <a:alpha val="75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59812" cy="15658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5400000">
            <a:off x="3853531" y="-1593444"/>
            <a:ext cx="1614147" cy="4277385"/>
            <a:chOff x="0" y="0"/>
            <a:chExt cx="425125" cy="112655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25125" cy="1126554"/>
            </a:xfrm>
            <a:custGeom>
              <a:avLst/>
              <a:gdLst/>
              <a:ahLst/>
              <a:cxnLst/>
              <a:rect r="r" b="b" t="t" l="l"/>
              <a:pathLst>
                <a:path h="1126554" w="425125">
                  <a:moveTo>
                    <a:pt x="0" y="0"/>
                  </a:moveTo>
                  <a:lnTo>
                    <a:pt x="425125" y="0"/>
                  </a:lnTo>
                  <a:lnTo>
                    <a:pt x="425125" y="1126554"/>
                  </a:lnTo>
                  <a:lnTo>
                    <a:pt x="0" y="1126554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33333">
                  <a:srgbClr val="000000">
                    <a:alpha val="86000"/>
                  </a:srgbClr>
                </a:gs>
                <a:gs pos="66667">
                  <a:srgbClr val="000000">
                    <a:alpha val="75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25125" cy="1164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500467" y="2936800"/>
            <a:ext cx="1340592" cy="1340592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5500"/>
                  </a:srgbClr>
                </a:gs>
                <a:gs pos="25000">
                  <a:srgbClr val="FFFFFF">
                    <a:alpha val="26000"/>
                  </a:srgbClr>
                </a:gs>
                <a:gs pos="50000">
                  <a:srgbClr val="FFFFFF">
                    <a:alpha val="46000"/>
                  </a:srgbClr>
                </a:gs>
                <a:gs pos="75000">
                  <a:srgbClr val="FFFFFF">
                    <a:alpha val="26000"/>
                  </a:srgbClr>
                </a:gs>
                <a:gs pos="100000">
                  <a:srgbClr val="FFFFFF">
                    <a:alpha val="16000"/>
                  </a:srgbClr>
                </a:gs>
              </a:gsLst>
              <a:lin ang="270000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-822965" y="7789702"/>
            <a:ext cx="3125137" cy="3716898"/>
            <a:chOff x="0" y="0"/>
            <a:chExt cx="823081" cy="9789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3081" cy="978936"/>
            </a:xfrm>
            <a:custGeom>
              <a:avLst/>
              <a:gdLst/>
              <a:ahLst/>
              <a:cxnLst/>
              <a:rect r="r" b="b" t="t" l="l"/>
              <a:pathLst>
                <a:path h="978936" w="823081">
                  <a:moveTo>
                    <a:pt x="247731" y="0"/>
                  </a:moveTo>
                  <a:lnTo>
                    <a:pt x="575351" y="0"/>
                  </a:lnTo>
                  <a:cubicBezTo>
                    <a:pt x="712169" y="0"/>
                    <a:pt x="823081" y="110913"/>
                    <a:pt x="823081" y="247731"/>
                  </a:cubicBezTo>
                  <a:lnTo>
                    <a:pt x="823081" y="731206"/>
                  </a:lnTo>
                  <a:cubicBezTo>
                    <a:pt x="823081" y="796908"/>
                    <a:pt x="796981" y="859919"/>
                    <a:pt x="750523" y="906378"/>
                  </a:cubicBezTo>
                  <a:cubicBezTo>
                    <a:pt x="704064" y="952836"/>
                    <a:pt x="641053" y="978936"/>
                    <a:pt x="575351" y="978936"/>
                  </a:cubicBezTo>
                  <a:lnTo>
                    <a:pt x="247731" y="978936"/>
                  </a:lnTo>
                  <a:cubicBezTo>
                    <a:pt x="110913" y="978936"/>
                    <a:pt x="0" y="868023"/>
                    <a:pt x="0" y="731206"/>
                  </a:cubicBezTo>
                  <a:lnTo>
                    <a:pt x="0" y="247731"/>
                  </a:lnTo>
                  <a:cubicBezTo>
                    <a:pt x="0" y="110913"/>
                    <a:pt x="110913" y="0"/>
                    <a:pt x="2477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5500"/>
                  </a:srgbClr>
                </a:gs>
                <a:gs pos="25000">
                  <a:srgbClr val="FFFFFF">
                    <a:alpha val="26000"/>
                  </a:srgbClr>
                </a:gs>
                <a:gs pos="50000">
                  <a:srgbClr val="FFFFFF">
                    <a:alpha val="46000"/>
                  </a:srgbClr>
                </a:gs>
                <a:gs pos="75000">
                  <a:srgbClr val="FFFFFF">
                    <a:alpha val="26000"/>
                  </a:srgbClr>
                </a:gs>
                <a:gs pos="100000">
                  <a:srgbClr val="FFFFFF">
                    <a:alpha val="16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823081" cy="1017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28700" y="719726"/>
            <a:ext cx="1273472" cy="2126494"/>
            <a:chOff x="0" y="0"/>
            <a:chExt cx="335400" cy="5600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35400" cy="560064"/>
            </a:xfrm>
            <a:custGeom>
              <a:avLst/>
              <a:gdLst/>
              <a:ahLst/>
              <a:cxnLst/>
              <a:rect r="r" b="b" t="t" l="l"/>
              <a:pathLst>
                <a:path h="560064" w="335400">
                  <a:moveTo>
                    <a:pt x="167700" y="0"/>
                  </a:moveTo>
                  <a:lnTo>
                    <a:pt x="167700" y="0"/>
                  </a:lnTo>
                  <a:cubicBezTo>
                    <a:pt x="260318" y="0"/>
                    <a:pt x="335400" y="75082"/>
                    <a:pt x="335400" y="167700"/>
                  </a:cubicBezTo>
                  <a:lnTo>
                    <a:pt x="335400" y="392364"/>
                  </a:lnTo>
                  <a:cubicBezTo>
                    <a:pt x="335400" y="436841"/>
                    <a:pt x="317732" y="479496"/>
                    <a:pt x="286282" y="510946"/>
                  </a:cubicBezTo>
                  <a:cubicBezTo>
                    <a:pt x="254832" y="542396"/>
                    <a:pt x="212177" y="560064"/>
                    <a:pt x="167700" y="560064"/>
                  </a:cubicBezTo>
                  <a:lnTo>
                    <a:pt x="167700" y="560064"/>
                  </a:lnTo>
                  <a:cubicBezTo>
                    <a:pt x="123223" y="560064"/>
                    <a:pt x="80568" y="542396"/>
                    <a:pt x="49118" y="510946"/>
                  </a:cubicBezTo>
                  <a:cubicBezTo>
                    <a:pt x="17668" y="479496"/>
                    <a:pt x="0" y="436841"/>
                    <a:pt x="0" y="392364"/>
                  </a:cubicBezTo>
                  <a:lnTo>
                    <a:pt x="0" y="167700"/>
                  </a:lnTo>
                  <a:cubicBezTo>
                    <a:pt x="0" y="123223"/>
                    <a:pt x="17668" y="80568"/>
                    <a:pt x="49118" y="49118"/>
                  </a:cubicBezTo>
                  <a:cubicBezTo>
                    <a:pt x="80568" y="17668"/>
                    <a:pt x="123223" y="0"/>
                    <a:pt x="1677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5500"/>
                  </a:srgbClr>
                </a:gs>
                <a:gs pos="25000">
                  <a:srgbClr val="FFFFFF">
                    <a:alpha val="26000"/>
                  </a:srgbClr>
                </a:gs>
                <a:gs pos="50000">
                  <a:srgbClr val="FFFFFF">
                    <a:alpha val="46000"/>
                  </a:srgbClr>
                </a:gs>
                <a:gs pos="75000">
                  <a:srgbClr val="FFFFFF">
                    <a:alpha val="26000"/>
                  </a:srgbClr>
                </a:gs>
                <a:gs pos="100000">
                  <a:srgbClr val="FFFFFF">
                    <a:alpha val="16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335400" cy="598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265799" y="7880634"/>
            <a:ext cx="421217" cy="282662"/>
            <a:chOff x="0" y="0"/>
            <a:chExt cx="812800" cy="54543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29402" y="16786"/>
              <a:ext cx="753995" cy="511865"/>
            </a:xfrm>
            <a:custGeom>
              <a:avLst/>
              <a:gdLst/>
              <a:ahLst/>
              <a:cxnLst/>
              <a:rect r="r" b="b" t="t" l="l"/>
              <a:pathLst>
                <a:path h="511865" w="753995">
                  <a:moveTo>
                    <a:pt x="422784" y="13939"/>
                  </a:moveTo>
                  <a:lnTo>
                    <a:pt x="737612" y="225208"/>
                  </a:lnTo>
                  <a:cubicBezTo>
                    <a:pt x="747852" y="232080"/>
                    <a:pt x="753996" y="243601"/>
                    <a:pt x="753996" y="255933"/>
                  </a:cubicBezTo>
                  <a:cubicBezTo>
                    <a:pt x="753996" y="268265"/>
                    <a:pt x="747852" y="279787"/>
                    <a:pt x="737612" y="286658"/>
                  </a:cubicBezTo>
                  <a:lnTo>
                    <a:pt x="422784" y="497927"/>
                  </a:lnTo>
                  <a:cubicBezTo>
                    <a:pt x="395089" y="516512"/>
                    <a:pt x="358907" y="516512"/>
                    <a:pt x="331212" y="497927"/>
                  </a:cubicBezTo>
                  <a:lnTo>
                    <a:pt x="16384" y="286658"/>
                  </a:lnTo>
                  <a:cubicBezTo>
                    <a:pt x="6144" y="279787"/>
                    <a:pt x="0" y="268265"/>
                    <a:pt x="0" y="255933"/>
                  </a:cubicBezTo>
                  <a:cubicBezTo>
                    <a:pt x="0" y="243601"/>
                    <a:pt x="6144" y="232080"/>
                    <a:pt x="16384" y="225208"/>
                  </a:cubicBezTo>
                  <a:lnTo>
                    <a:pt x="331212" y="13939"/>
                  </a:lnTo>
                  <a:cubicBezTo>
                    <a:pt x="358907" y="-4646"/>
                    <a:pt x="395089" y="-4646"/>
                    <a:pt x="422784" y="139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139700" y="55647"/>
              <a:ext cx="533400" cy="396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6051743" y="7876330"/>
            <a:ext cx="421217" cy="282662"/>
            <a:chOff x="0" y="0"/>
            <a:chExt cx="812800" cy="54543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29402" y="16786"/>
              <a:ext cx="753995" cy="511865"/>
            </a:xfrm>
            <a:custGeom>
              <a:avLst/>
              <a:gdLst/>
              <a:ahLst/>
              <a:cxnLst/>
              <a:rect r="r" b="b" t="t" l="l"/>
              <a:pathLst>
                <a:path h="511865" w="753995">
                  <a:moveTo>
                    <a:pt x="422784" y="13939"/>
                  </a:moveTo>
                  <a:lnTo>
                    <a:pt x="737612" y="225208"/>
                  </a:lnTo>
                  <a:cubicBezTo>
                    <a:pt x="747852" y="232080"/>
                    <a:pt x="753996" y="243601"/>
                    <a:pt x="753996" y="255933"/>
                  </a:cubicBezTo>
                  <a:cubicBezTo>
                    <a:pt x="753996" y="268265"/>
                    <a:pt x="747852" y="279787"/>
                    <a:pt x="737612" y="286658"/>
                  </a:cubicBezTo>
                  <a:lnTo>
                    <a:pt x="422784" y="497927"/>
                  </a:lnTo>
                  <a:cubicBezTo>
                    <a:pt x="395089" y="516512"/>
                    <a:pt x="358907" y="516512"/>
                    <a:pt x="331212" y="497927"/>
                  </a:cubicBezTo>
                  <a:lnTo>
                    <a:pt x="16384" y="286658"/>
                  </a:lnTo>
                  <a:cubicBezTo>
                    <a:pt x="6144" y="279787"/>
                    <a:pt x="0" y="268265"/>
                    <a:pt x="0" y="255933"/>
                  </a:cubicBezTo>
                  <a:cubicBezTo>
                    <a:pt x="0" y="243601"/>
                    <a:pt x="6144" y="232080"/>
                    <a:pt x="16384" y="225208"/>
                  </a:cubicBezTo>
                  <a:lnTo>
                    <a:pt x="331212" y="13939"/>
                  </a:lnTo>
                  <a:cubicBezTo>
                    <a:pt x="358907" y="-4646"/>
                    <a:pt x="395089" y="-4646"/>
                    <a:pt x="422784" y="139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139700" y="55647"/>
              <a:ext cx="533400" cy="396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8910271" y="2651319"/>
            <a:ext cx="8849962" cy="497633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2991"/>
              </a:lnSpc>
            </a:pPr>
            <a:r>
              <a:rPr lang="en-US" sz="10000" b="true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{{topic}}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910271" y="4672945"/>
            <a:ext cx="8849962" cy="29547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2991"/>
              </a:lnSpc>
            </a:pPr>
            <a:r>
              <a:rPr lang="en-US" sz="16422" b="true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/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430890" y="7723027"/>
            <a:ext cx="4904298" cy="5238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200"/>
              </a:lnSpc>
            </a:pPr>
            <a:r>
              <a:rPr lang="en-US" sz="3000" spc="-144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{{muallif}}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-252978" y="465950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-252978" y="9784847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-252978" y="6690895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>
            <a:off x="-252978" y="3578423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00351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3638299" y="-1045156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3438119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125530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7750709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-107018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071676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250370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659107" y="4150145"/>
            <a:ext cx="8600193" cy="4420511"/>
            <a:chOff x="0" y="0"/>
            <a:chExt cx="2265071" cy="1164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65071" cy="1164250"/>
            </a:xfrm>
            <a:custGeom>
              <a:avLst/>
              <a:gdLst/>
              <a:ahLst/>
              <a:cxnLst/>
              <a:rect r="r" b="b" t="t" l="l"/>
              <a:pathLst>
                <a:path h="1164250" w="2265071">
                  <a:moveTo>
                    <a:pt x="45910" y="0"/>
                  </a:moveTo>
                  <a:lnTo>
                    <a:pt x="2219161" y="0"/>
                  </a:lnTo>
                  <a:cubicBezTo>
                    <a:pt x="2244516" y="0"/>
                    <a:pt x="2265071" y="20555"/>
                    <a:pt x="2265071" y="45910"/>
                  </a:cubicBezTo>
                  <a:lnTo>
                    <a:pt x="2265071" y="1118339"/>
                  </a:lnTo>
                  <a:cubicBezTo>
                    <a:pt x="2265071" y="1143695"/>
                    <a:pt x="2244516" y="1164250"/>
                    <a:pt x="2219161" y="1164250"/>
                  </a:cubicBezTo>
                  <a:lnTo>
                    <a:pt x="45910" y="1164250"/>
                  </a:lnTo>
                  <a:cubicBezTo>
                    <a:pt x="20555" y="1164250"/>
                    <a:pt x="0" y="1143695"/>
                    <a:pt x="0" y="1118339"/>
                  </a:cubicBezTo>
                  <a:lnTo>
                    <a:pt x="0" y="45910"/>
                  </a:lnTo>
                  <a:cubicBezTo>
                    <a:pt x="0" y="20555"/>
                    <a:pt x="20555" y="0"/>
                    <a:pt x="45910" y="0"/>
                  </a:cubicBezTo>
                  <a:close/>
                </a:path>
              </a:pathLst>
            </a:custGeom>
            <a:ln w="19050" cap="rnd">
              <a:solidFill>
                <a:srgbClr val="070404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65071" cy="1202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32399" y="741507"/>
            <a:ext cx="5773028" cy="8192563"/>
            <a:chOff x="0" y="0"/>
            <a:chExt cx="545606" cy="7742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5606" cy="774275"/>
            </a:xfrm>
            <a:custGeom>
              <a:avLst/>
              <a:gdLst/>
              <a:ahLst/>
              <a:cxnLst/>
              <a:rect r="r" b="b" t="t" l="l"/>
              <a:pathLst>
                <a:path h="774275" w="545606">
                  <a:moveTo>
                    <a:pt x="272803" y="0"/>
                  </a:moveTo>
                  <a:cubicBezTo>
                    <a:pt x="122138" y="0"/>
                    <a:pt x="0" y="173327"/>
                    <a:pt x="0" y="387138"/>
                  </a:cubicBezTo>
                  <a:cubicBezTo>
                    <a:pt x="0" y="600948"/>
                    <a:pt x="122138" y="774275"/>
                    <a:pt x="272803" y="774275"/>
                  </a:cubicBezTo>
                  <a:cubicBezTo>
                    <a:pt x="423468" y="774275"/>
                    <a:pt x="545606" y="600948"/>
                    <a:pt x="545606" y="387138"/>
                  </a:cubicBezTo>
                  <a:cubicBezTo>
                    <a:pt x="545606" y="173327"/>
                    <a:pt x="423468" y="0"/>
                    <a:pt x="272803" y="0"/>
                  </a:cubicBezTo>
                  <a:close/>
                </a:path>
              </a:pathLst>
            </a:custGeom>
            <a:ln w="19050" cap="sq">
              <a:solidFill>
                <a:srgbClr val="070404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51151" y="34488"/>
              <a:ext cx="443305" cy="667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70659" y="858984"/>
            <a:ext cx="6730841" cy="8365239"/>
            <a:chOff x="0" y="0"/>
            <a:chExt cx="8315960" cy="103352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315960" cy="10335260"/>
            </a:xfrm>
            <a:custGeom>
              <a:avLst/>
              <a:gdLst/>
              <a:ahLst/>
              <a:cxnLst/>
              <a:rect r="r" b="b" t="t" l="l"/>
              <a:pathLst>
                <a:path h="10335260" w="8315960">
                  <a:moveTo>
                    <a:pt x="4157980" y="0"/>
                  </a:moveTo>
                  <a:cubicBezTo>
                    <a:pt x="1861591" y="0"/>
                    <a:pt x="0" y="2313627"/>
                    <a:pt x="0" y="5167630"/>
                  </a:cubicBezTo>
                  <a:cubicBezTo>
                    <a:pt x="0" y="8021633"/>
                    <a:pt x="1861591" y="10335260"/>
                    <a:pt x="4157980" y="10335260"/>
                  </a:cubicBezTo>
                  <a:cubicBezTo>
                    <a:pt x="6454369" y="10335260"/>
                    <a:pt x="8315960" y="8021633"/>
                    <a:pt x="8315960" y="5167630"/>
                  </a:cubicBezTo>
                  <a:cubicBezTo>
                    <a:pt x="8315960" y="2313627"/>
                    <a:pt x="6454369" y="0"/>
                    <a:pt x="4157980" y="0"/>
                  </a:cubicBezTo>
                  <a:close/>
                </a:path>
              </a:pathLst>
            </a:custGeom>
            <a:blipFill>
              <a:blip r:embed="rId4"/>
              <a:stretch>
                <a:fillRect l="-69751" t="0" r="-16502" b="0"/>
              </a:stretch>
            </a:blipFill>
            <a:ln w="19050" cap="sq">
              <a:solidFill>
                <a:srgbClr val="070404"/>
              </a:solidFill>
              <a:prstDash val="solid"/>
              <a:miter/>
            </a:ln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8504890" y="4001920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0" y="0"/>
                </a:moveTo>
                <a:lnTo>
                  <a:pt x="868149" y="0"/>
                </a:lnTo>
                <a:lnTo>
                  <a:pt x="868149" y="847914"/>
                </a:lnTo>
                <a:lnTo>
                  <a:pt x="0" y="8479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true" flipV="true" rot="0">
            <a:off x="16542436" y="7867224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868149" y="847915"/>
                </a:moveTo>
                <a:lnTo>
                  <a:pt x="0" y="847915"/>
                </a:lnTo>
                <a:lnTo>
                  <a:pt x="0" y="0"/>
                </a:lnTo>
                <a:lnTo>
                  <a:pt x="868149" y="0"/>
                </a:lnTo>
                <a:lnTo>
                  <a:pt x="868149" y="84791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809072" y="1658021"/>
            <a:ext cx="8941637" cy="163829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2600"/>
              </a:lnSpc>
            </a:pPr>
            <a:r>
              <a:rPr lang="en-US" sz="7200" b="true">
                <a:solidFill>
                  <a:srgbClr val="070404"/>
                </a:solidFill>
                <a:latin typeface="Hatton Bold"/>
                <a:ea typeface="Hatton Bold"/>
                <a:cs typeface="Hatton Bold"/>
                <a:sym typeface="Hatton Bold"/>
              </a:rPr>
              <a:t>{{reja}}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61023" y="4778616"/>
            <a:ext cx="7643512" cy="31159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5">
                <a:solidFill>
                  <a:srgbClr val="070404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{{reja_1}}</a:t>
            </a:r>
          </a:p>
          <a:p>
            <a:pPr algn="l">
              <a:lnSpc>
                <a:spcPts val="3079"/>
              </a:lnSpc>
            </a:pPr>
            <a:r>
              <a:rPr lang="en-US" sz="2199" spc="-105">
                <a:solidFill>
                  <a:srgbClr val="070404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{{reja_2}}</a:t>
            </a:r>
          </a:p>
          <a:p>
            <a:pPr algn="l">
              <a:lnSpc>
                <a:spcPts val="3079"/>
              </a:lnSpc>
            </a:pPr>
            <a:r>
              <a:rPr lang="en-US" sz="2199" spc="-105">
                <a:solidFill>
                  <a:srgbClr val="070404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{{reja_3}}</a:t>
            </a:r>
          </a:p>
          <a:p>
            <a:pPr algn="l">
              <a:lnSpc>
                <a:spcPts val="3079"/>
              </a:lnSpc>
            </a:pPr>
            <a:r>
              <a:rPr lang="en-US" sz="2199" spc="-105">
                <a:solidFill>
                  <a:srgbClr val="070404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{{reja_4}}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2978" y="-210226"/>
            <a:ext cx="11747278" cy="10671670"/>
            <a:chOff x="0" y="0"/>
            <a:chExt cx="3093933" cy="28106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93933" cy="2810646"/>
            </a:xfrm>
            <a:custGeom>
              <a:avLst/>
              <a:gdLst/>
              <a:ahLst/>
              <a:cxnLst/>
              <a:rect r="r" b="b" t="t" l="l"/>
              <a:pathLst>
                <a:path h="2810646" w="3093933">
                  <a:moveTo>
                    <a:pt x="0" y="0"/>
                  </a:moveTo>
                  <a:lnTo>
                    <a:pt x="3093933" y="0"/>
                  </a:lnTo>
                  <a:lnTo>
                    <a:pt x="3093933" y="2810646"/>
                  </a:lnTo>
                  <a:lnTo>
                    <a:pt x="0" y="281064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093933" cy="28487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12089398" y="-210226"/>
            <a:ext cx="6922705" cy="10671670"/>
            <a:chOff x="0" y="0"/>
            <a:chExt cx="1823264" cy="28106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3264" cy="2810646"/>
            </a:xfrm>
            <a:custGeom>
              <a:avLst/>
              <a:gdLst/>
              <a:ahLst/>
              <a:cxnLst/>
              <a:rect r="r" b="b" t="t" l="l"/>
              <a:pathLst>
                <a:path h="2810646" w="1823264">
                  <a:moveTo>
                    <a:pt x="0" y="0"/>
                  </a:moveTo>
                  <a:lnTo>
                    <a:pt x="1823264" y="0"/>
                  </a:lnTo>
                  <a:lnTo>
                    <a:pt x="1823264" y="2810646"/>
                  </a:lnTo>
                  <a:lnTo>
                    <a:pt x="0" y="281064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33333">
                  <a:srgbClr val="000000">
                    <a:alpha val="86000"/>
                  </a:srgbClr>
                </a:gs>
                <a:gs pos="66667">
                  <a:srgbClr val="000000">
                    <a:alpha val="75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23264" cy="28487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H="true">
            <a:off x="-252978" y="465950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>
            <a:off x="-252978" y="9784847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>
            <a:off x="-252978" y="6690895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>
            <a:off x="-252978" y="3578423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500351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3638299" y="-1045156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3438119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9125530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7750709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778198" y="465950"/>
            <a:ext cx="16713969" cy="5946224"/>
            <a:chOff x="0" y="0"/>
            <a:chExt cx="2529301" cy="899833"/>
          </a:xfrm>
        </p:grpSpPr>
        <p:sp>
          <p:nvSpPr>
            <p:cNvPr name="{{image_1}}" id="19" descr="{{image_1}}"/>
            <p:cNvSpPr/>
            <p:nvPr/>
          </p:nvSpPr>
          <p:spPr>
            <a:xfrm flipH="false" flipV="false" rot="0">
              <a:off x="0" y="0"/>
              <a:ext cx="2529300" cy="899833"/>
            </a:xfrm>
            <a:custGeom>
              <a:avLst/>
              <a:gdLst/>
              <a:ahLst/>
              <a:cxnLst/>
              <a:rect r="r" b="b" t="t" l="l"/>
              <a:pathLst>
                <a:path h="899833" w="2529300">
                  <a:moveTo>
                    <a:pt x="46320" y="0"/>
                  </a:moveTo>
                  <a:lnTo>
                    <a:pt x="2482980" y="0"/>
                  </a:lnTo>
                  <a:cubicBezTo>
                    <a:pt x="2495265" y="0"/>
                    <a:pt x="2507047" y="4880"/>
                    <a:pt x="2515734" y="13567"/>
                  </a:cubicBezTo>
                  <a:cubicBezTo>
                    <a:pt x="2524420" y="22254"/>
                    <a:pt x="2529300" y="34035"/>
                    <a:pt x="2529300" y="46320"/>
                  </a:cubicBezTo>
                  <a:lnTo>
                    <a:pt x="2529300" y="853513"/>
                  </a:lnTo>
                  <a:cubicBezTo>
                    <a:pt x="2529300" y="879095"/>
                    <a:pt x="2508562" y="899833"/>
                    <a:pt x="2482980" y="899833"/>
                  </a:cubicBezTo>
                  <a:lnTo>
                    <a:pt x="46320" y="899833"/>
                  </a:lnTo>
                  <a:cubicBezTo>
                    <a:pt x="34035" y="899833"/>
                    <a:pt x="22254" y="894953"/>
                    <a:pt x="13567" y="886267"/>
                  </a:cubicBezTo>
                  <a:cubicBezTo>
                    <a:pt x="4880" y="877580"/>
                    <a:pt x="0" y="865798"/>
                    <a:pt x="0" y="853513"/>
                  </a:cubicBezTo>
                  <a:lnTo>
                    <a:pt x="0" y="46320"/>
                  </a:lnTo>
                  <a:cubicBezTo>
                    <a:pt x="0" y="34035"/>
                    <a:pt x="4880" y="22254"/>
                    <a:pt x="13567" y="13567"/>
                  </a:cubicBezTo>
                  <a:cubicBezTo>
                    <a:pt x="22254" y="4880"/>
                    <a:pt x="34035" y="0"/>
                    <a:pt x="4632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56945" r="-35279" b="-56945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-107831" y="-48831"/>
            <a:ext cx="2525952" cy="252595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5500"/>
                  </a:srgbClr>
                </a:gs>
                <a:gs pos="25000">
                  <a:srgbClr val="FFFFFF">
                    <a:alpha val="26000"/>
                  </a:srgbClr>
                </a:gs>
                <a:gs pos="50000">
                  <a:srgbClr val="FFFFFF">
                    <a:alpha val="46000"/>
                  </a:srgbClr>
                </a:gs>
                <a:gs pos="75000">
                  <a:srgbClr val="FFFFFF">
                    <a:alpha val="26000"/>
                  </a:srgbClr>
                </a:gs>
                <a:gs pos="100000">
                  <a:srgbClr val="FFFFFF">
                    <a:alpha val="16000"/>
                  </a:srgbClr>
                </a:gs>
              </a:gsLst>
              <a:lin ang="270000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866848" y="2819052"/>
            <a:ext cx="7049648" cy="6202721"/>
            <a:chOff x="0" y="0"/>
            <a:chExt cx="1856697" cy="163363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56697" cy="1633638"/>
            </a:xfrm>
            <a:custGeom>
              <a:avLst/>
              <a:gdLst/>
              <a:ahLst/>
              <a:cxnLst/>
              <a:rect r="r" b="b" t="t" l="l"/>
              <a:pathLst>
                <a:path h="1633638" w="1856697">
                  <a:moveTo>
                    <a:pt x="56008" y="0"/>
                  </a:moveTo>
                  <a:lnTo>
                    <a:pt x="1800689" y="0"/>
                  </a:lnTo>
                  <a:cubicBezTo>
                    <a:pt x="1815543" y="0"/>
                    <a:pt x="1829789" y="5901"/>
                    <a:pt x="1840293" y="16404"/>
                  </a:cubicBezTo>
                  <a:cubicBezTo>
                    <a:pt x="1850797" y="26908"/>
                    <a:pt x="1856697" y="41154"/>
                    <a:pt x="1856697" y="56008"/>
                  </a:cubicBezTo>
                  <a:lnTo>
                    <a:pt x="1856697" y="1577630"/>
                  </a:lnTo>
                  <a:cubicBezTo>
                    <a:pt x="1856697" y="1592485"/>
                    <a:pt x="1850797" y="1606731"/>
                    <a:pt x="1840293" y="1617234"/>
                  </a:cubicBezTo>
                  <a:cubicBezTo>
                    <a:pt x="1829789" y="1627738"/>
                    <a:pt x="1815543" y="1633638"/>
                    <a:pt x="1800689" y="1633638"/>
                  </a:cubicBezTo>
                  <a:lnTo>
                    <a:pt x="56008" y="1633638"/>
                  </a:lnTo>
                  <a:cubicBezTo>
                    <a:pt x="41154" y="1633638"/>
                    <a:pt x="26908" y="1627738"/>
                    <a:pt x="16404" y="1617234"/>
                  </a:cubicBezTo>
                  <a:cubicBezTo>
                    <a:pt x="5901" y="1606731"/>
                    <a:pt x="0" y="1592485"/>
                    <a:pt x="0" y="1577630"/>
                  </a:cubicBezTo>
                  <a:lnTo>
                    <a:pt x="0" y="56008"/>
                  </a:lnTo>
                  <a:cubicBezTo>
                    <a:pt x="0" y="41154"/>
                    <a:pt x="5901" y="26908"/>
                    <a:pt x="16404" y="16404"/>
                  </a:cubicBezTo>
                  <a:cubicBezTo>
                    <a:pt x="26908" y="5901"/>
                    <a:pt x="41154" y="0"/>
                    <a:pt x="56008" y="0"/>
                  </a:cubicBezTo>
                  <a:close/>
                </a:path>
              </a:pathLst>
            </a:custGeom>
            <a:solidFill>
              <a:srgbClr val="E6E7D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856697" cy="16717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-107018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071676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28700" y="7397751"/>
            <a:ext cx="8567018" cy="163829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2600"/>
              </a:lnSpc>
            </a:pPr>
            <a:r>
              <a:rPr lang="en-US" sz="7200" b="true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{{s03_title}}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597581" y="3530798"/>
            <a:ext cx="5682191" cy="46780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5">
                <a:solidFill>
                  <a:srgbClr val="070404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{{s03_text_1}}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2250370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-252978" y="465950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-252978" y="9784847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-252978" y="6690895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>
            <a:off x="-252978" y="3578423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00351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3638299" y="-1045156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3438119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125530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7750709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-107018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071676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250370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659107" y="4150145"/>
            <a:ext cx="8600193" cy="4420511"/>
            <a:chOff x="0" y="0"/>
            <a:chExt cx="2265071" cy="1164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65071" cy="1164250"/>
            </a:xfrm>
            <a:custGeom>
              <a:avLst/>
              <a:gdLst/>
              <a:ahLst/>
              <a:cxnLst/>
              <a:rect r="r" b="b" t="t" l="l"/>
              <a:pathLst>
                <a:path h="1164250" w="2265071">
                  <a:moveTo>
                    <a:pt x="45910" y="0"/>
                  </a:moveTo>
                  <a:lnTo>
                    <a:pt x="2219161" y="0"/>
                  </a:lnTo>
                  <a:cubicBezTo>
                    <a:pt x="2244516" y="0"/>
                    <a:pt x="2265071" y="20555"/>
                    <a:pt x="2265071" y="45910"/>
                  </a:cubicBezTo>
                  <a:lnTo>
                    <a:pt x="2265071" y="1118339"/>
                  </a:lnTo>
                  <a:cubicBezTo>
                    <a:pt x="2265071" y="1143695"/>
                    <a:pt x="2244516" y="1164250"/>
                    <a:pt x="2219161" y="1164250"/>
                  </a:cubicBezTo>
                  <a:lnTo>
                    <a:pt x="45910" y="1164250"/>
                  </a:lnTo>
                  <a:cubicBezTo>
                    <a:pt x="20555" y="1164250"/>
                    <a:pt x="0" y="1143695"/>
                    <a:pt x="0" y="1118339"/>
                  </a:cubicBezTo>
                  <a:lnTo>
                    <a:pt x="0" y="45910"/>
                  </a:lnTo>
                  <a:cubicBezTo>
                    <a:pt x="0" y="20555"/>
                    <a:pt x="20555" y="0"/>
                    <a:pt x="45910" y="0"/>
                  </a:cubicBezTo>
                  <a:close/>
                </a:path>
              </a:pathLst>
            </a:custGeom>
            <a:ln w="19050" cap="rnd">
              <a:solidFill>
                <a:srgbClr val="070404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65071" cy="1202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32399" y="741507"/>
            <a:ext cx="5773028" cy="8192563"/>
            <a:chOff x="0" y="0"/>
            <a:chExt cx="545606" cy="7742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5606" cy="774275"/>
            </a:xfrm>
            <a:custGeom>
              <a:avLst/>
              <a:gdLst/>
              <a:ahLst/>
              <a:cxnLst/>
              <a:rect r="r" b="b" t="t" l="l"/>
              <a:pathLst>
                <a:path h="774275" w="545606">
                  <a:moveTo>
                    <a:pt x="272803" y="0"/>
                  </a:moveTo>
                  <a:cubicBezTo>
                    <a:pt x="122138" y="0"/>
                    <a:pt x="0" y="173327"/>
                    <a:pt x="0" y="387138"/>
                  </a:cubicBezTo>
                  <a:cubicBezTo>
                    <a:pt x="0" y="600948"/>
                    <a:pt x="122138" y="774275"/>
                    <a:pt x="272803" y="774275"/>
                  </a:cubicBezTo>
                  <a:cubicBezTo>
                    <a:pt x="423468" y="774275"/>
                    <a:pt x="545606" y="600948"/>
                    <a:pt x="545606" y="387138"/>
                  </a:cubicBezTo>
                  <a:cubicBezTo>
                    <a:pt x="545606" y="173327"/>
                    <a:pt x="423468" y="0"/>
                    <a:pt x="272803" y="0"/>
                  </a:cubicBezTo>
                  <a:close/>
                </a:path>
              </a:pathLst>
            </a:custGeom>
            <a:ln w="19050" cap="sq">
              <a:solidFill>
                <a:srgbClr val="070404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51151" y="34488"/>
              <a:ext cx="443305" cy="667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70659" y="858984"/>
            <a:ext cx="6730841" cy="8365239"/>
            <a:chOff x="0" y="0"/>
            <a:chExt cx="8315960" cy="10335260"/>
          </a:xfrm>
        </p:grpSpPr>
        <p:sp>
          <p:nvSpPr>
            <p:cNvPr name="{{image_2}}" id="21" descr="{{image_2}}"/>
            <p:cNvSpPr/>
            <p:nvPr/>
          </p:nvSpPr>
          <p:spPr>
            <a:xfrm flipH="false" flipV="false" rot="0">
              <a:off x="0" y="0"/>
              <a:ext cx="8315960" cy="10335260"/>
            </a:xfrm>
            <a:custGeom>
              <a:avLst/>
              <a:gdLst/>
              <a:ahLst/>
              <a:cxnLst/>
              <a:rect r="r" b="b" t="t" l="l"/>
              <a:pathLst>
                <a:path h="10335260" w="8315960">
                  <a:moveTo>
                    <a:pt x="4157980" y="0"/>
                  </a:moveTo>
                  <a:cubicBezTo>
                    <a:pt x="1861591" y="0"/>
                    <a:pt x="0" y="2313627"/>
                    <a:pt x="0" y="5167630"/>
                  </a:cubicBezTo>
                  <a:cubicBezTo>
                    <a:pt x="0" y="8021633"/>
                    <a:pt x="1861591" y="10335260"/>
                    <a:pt x="4157980" y="10335260"/>
                  </a:cubicBezTo>
                  <a:cubicBezTo>
                    <a:pt x="6454369" y="10335260"/>
                    <a:pt x="8315960" y="8021633"/>
                    <a:pt x="8315960" y="5167630"/>
                  </a:cubicBezTo>
                  <a:cubicBezTo>
                    <a:pt x="8315960" y="2313627"/>
                    <a:pt x="6454369" y="0"/>
                    <a:pt x="4157980" y="0"/>
                  </a:cubicBezTo>
                  <a:close/>
                </a:path>
              </a:pathLst>
            </a:custGeom>
            <a:blipFill>
              <a:blip r:embed="rId4"/>
              <a:stretch>
                <a:fillRect l="-69751" t="0" r="-16502" b="0"/>
              </a:stretch>
            </a:blipFill>
            <a:ln w="19050" cap="sq">
              <a:solidFill>
                <a:srgbClr val="070404"/>
              </a:solidFill>
              <a:prstDash val="solid"/>
              <a:miter/>
            </a:ln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8504890" y="4001920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0" y="0"/>
                </a:moveTo>
                <a:lnTo>
                  <a:pt x="868149" y="0"/>
                </a:lnTo>
                <a:lnTo>
                  <a:pt x="868149" y="847914"/>
                </a:lnTo>
                <a:lnTo>
                  <a:pt x="0" y="8479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true" flipV="true" rot="0">
            <a:off x="16542436" y="7867224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868149" y="847915"/>
                </a:moveTo>
                <a:lnTo>
                  <a:pt x="0" y="847915"/>
                </a:lnTo>
                <a:lnTo>
                  <a:pt x="0" y="0"/>
                </a:lnTo>
                <a:lnTo>
                  <a:pt x="868149" y="0"/>
                </a:lnTo>
                <a:lnTo>
                  <a:pt x="868149" y="84791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809072" y="1658021"/>
            <a:ext cx="8941637" cy="163829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2600"/>
              </a:lnSpc>
            </a:pPr>
            <a:r>
              <a:rPr lang="en-US" sz="7200" b="true">
                <a:solidFill>
                  <a:srgbClr val="070404"/>
                </a:solidFill>
                <a:latin typeface="Hatton Bold"/>
                <a:ea typeface="Hatton Bold"/>
                <a:cs typeface="Hatton Bold"/>
                <a:sym typeface="Hatton Bold"/>
              </a:rPr>
              <a:t>{{s04_title}}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61023" y="4778616"/>
            <a:ext cx="7643512" cy="31159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5">
                <a:solidFill>
                  <a:srgbClr val="070404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{{s04_text_1}}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-252978" y="465950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-252978" y="9784847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-252978" y="6690895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>
            <a:off x="-252978" y="3578423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00351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3638299" y="-1045156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3438119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125530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7750709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-107018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07018" y="387312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071676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071676" y="387312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250370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250370" y="387312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762000"/>
            <a:ext cx="16230600" cy="163829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2600"/>
              </a:lnSpc>
            </a:pPr>
            <a:r>
              <a:rPr lang="en-US" sz="7200" b="true">
                <a:solidFill>
                  <a:srgbClr val="070404"/>
                </a:solidFill>
                <a:latin typeface="Hatton Bold"/>
                <a:ea typeface="Hatton Bold"/>
                <a:cs typeface="Hatton Bold"/>
                <a:sym typeface="Hatton Bold"/>
              </a:rPr>
              <a:t>{{s05_title}}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7605295"/>
            <a:ext cx="16230600" cy="163829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2600"/>
              </a:lnSpc>
            </a:pPr>
            <a:r>
              <a:rPr lang="en-US" sz="4200" b="true">
                <a:solidFill>
                  <a:srgbClr val="070404"/>
                </a:solidFill>
                <a:latin typeface="Hatton Bold"/>
                <a:ea typeface="Hatton Bold"/>
                <a:cs typeface="Hatton Bold"/>
                <a:sym typeface="Hatton Bold"/>
              </a:rPr>
              <a:t>{{s05_label_1}}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554155" y="1089284"/>
            <a:ext cx="7705145" cy="5666747"/>
            <a:chOff x="0" y="0"/>
            <a:chExt cx="2029339" cy="149247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29339" cy="1492477"/>
            </a:xfrm>
            <a:custGeom>
              <a:avLst/>
              <a:gdLst/>
              <a:ahLst/>
              <a:cxnLst/>
              <a:rect r="r" b="b" t="t" l="l"/>
              <a:pathLst>
                <a:path h="1492477" w="2029339">
                  <a:moveTo>
                    <a:pt x="51243" y="0"/>
                  </a:moveTo>
                  <a:lnTo>
                    <a:pt x="1978095" y="0"/>
                  </a:lnTo>
                  <a:cubicBezTo>
                    <a:pt x="1991686" y="0"/>
                    <a:pt x="2004720" y="5399"/>
                    <a:pt x="2014330" y="15009"/>
                  </a:cubicBezTo>
                  <a:cubicBezTo>
                    <a:pt x="2023940" y="24619"/>
                    <a:pt x="2029339" y="37653"/>
                    <a:pt x="2029339" y="51243"/>
                  </a:cubicBezTo>
                  <a:lnTo>
                    <a:pt x="2029339" y="1441233"/>
                  </a:lnTo>
                  <a:cubicBezTo>
                    <a:pt x="2029339" y="1469534"/>
                    <a:pt x="2006396" y="1492477"/>
                    <a:pt x="1978095" y="1492477"/>
                  </a:cubicBezTo>
                  <a:lnTo>
                    <a:pt x="51243" y="1492477"/>
                  </a:lnTo>
                  <a:cubicBezTo>
                    <a:pt x="37653" y="1492477"/>
                    <a:pt x="24619" y="1487078"/>
                    <a:pt x="15009" y="1477468"/>
                  </a:cubicBezTo>
                  <a:cubicBezTo>
                    <a:pt x="5399" y="1467858"/>
                    <a:pt x="0" y="1454824"/>
                    <a:pt x="0" y="1441233"/>
                  </a:cubicBezTo>
                  <a:lnTo>
                    <a:pt x="0" y="51243"/>
                  </a:lnTo>
                  <a:cubicBezTo>
                    <a:pt x="0" y="37653"/>
                    <a:pt x="5399" y="24619"/>
                    <a:pt x="15009" y="15009"/>
                  </a:cubicBezTo>
                  <a:cubicBezTo>
                    <a:pt x="24619" y="5399"/>
                    <a:pt x="37653" y="0"/>
                    <a:pt x="51243" y="0"/>
                  </a:cubicBezTo>
                  <a:close/>
                </a:path>
              </a:pathLst>
            </a:custGeom>
            <a:ln w="19050" cap="rnd">
              <a:solidFill>
                <a:srgbClr val="070404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29339" cy="1530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8700" y="3433988"/>
            <a:ext cx="7664804" cy="5666747"/>
            <a:chOff x="0" y="0"/>
            <a:chExt cx="2018714" cy="149247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18714" cy="1492477"/>
            </a:xfrm>
            <a:custGeom>
              <a:avLst/>
              <a:gdLst/>
              <a:ahLst/>
              <a:cxnLst/>
              <a:rect r="r" b="b" t="t" l="l"/>
              <a:pathLst>
                <a:path h="1492477" w="2018714">
                  <a:moveTo>
                    <a:pt x="51513" y="0"/>
                  </a:moveTo>
                  <a:lnTo>
                    <a:pt x="1967201" y="0"/>
                  </a:lnTo>
                  <a:cubicBezTo>
                    <a:pt x="1980863" y="0"/>
                    <a:pt x="1993965" y="5427"/>
                    <a:pt x="2003626" y="15088"/>
                  </a:cubicBezTo>
                  <a:cubicBezTo>
                    <a:pt x="2013287" y="24748"/>
                    <a:pt x="2018714" y="37851"/>
                    <a:pt x="2018714" y="51513"/>
                  </a:cubicBezTo>
                  <a:lnTo>
                    <a:pt x="2018714" y="1440963"/>
                  </a:lnTo>
                  <a:cubicBezTo>
                    <a:pt x="2018714" y="1454626"/>
                    <a:pt x="2013287" y="1467728"/>
                    <a:pt x="2003626" y="1477389"/>
                  </a:cubicBezTo>
                  <a:cubicBezTo>
                    <a:pt x="1993965" y="1487049"/>
                    <a:pt x="1980863" y="1492477"/>
                    <a:pt x="1967201" y="1492477"/>
                  </a:cubicBezTo>
                  <a:lnTo>
                    <a:pt x="51513" y="1492477"/>
                  </a:lnTo>
                  <a:cubicBezTo>
                    <a:pt x="37851" y="1492477"/>
                    <a:pt x="24748" y="1487049"/>
                    <a:pt x="15088" y="1477389"/>
                  </a:cubicBezTo>
                  <a:cubicBezTo>
                    <a:pt x="5427" y="1467728"/>
                    <a:pt x="0" y="1454626"/>
                    <a:pt x="0" y="1440963"/>
                  </a:cubicBezTo>
                  <a:lnTo>
                    <a:pt x="0" y="51513"/>
                  </a:lnTo>
                  <a:cubicBezTo>
                    <a:pt x="0" y="37851"/>
                    <a:pt x="5427" y="24748"/>
                    <a:pt x="15088" y="15088"/>
                  </a:cubicBezTo>
                  <a:cubicBezTo>
                    <a:pt x="24748" y="5427"/>
                    <a:pt x="37851" y="0"/>
                    <a:pt x="51513" y="0"/>
                  </a:cubicBezTo>
                  <a:close/>
                </a:path>
              </a:pathLst>
            </a:custGeom>
            <a:ln w="19050" cap="rnd">
              <a:solidFill>
                <a:srgbClr val="070404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018714" cy="1530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true" flipV="false" rot="0">
            <a:off x="7974355" y="3293148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868149" y="0"/>
                </a:moveTo>
                <a:lnTo>
                  <a:pt x="0" y="0"/>
                </a:lnTo>
                <a:lnTo>
                  <a:pt x="0" y="847914"/>
                </a:lnTo>
                <a:lnTo>
                  <a:pt x="868149" y="847914"/>
                </a:lnTo>
                <a:lnTo>
                  <a:pt x="86814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true" flipV="false" rot="0">
            <a:off x="16541092" y="944051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868149" y="0"/>
                </a:moveTo>
                <a:lnTo>
                  <a:pt x="0" y="0"/>
                </a:lnTo>
                <a:lnTo>
                  <a:pt x="0" y="847914"/>
                </a:lnTo>
                <a:lnTo>
                  <a:pt x="868149" y="847914"/>
                </a:lnTo>
                <a:lnTo>
                  <a:pt x="86814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true" rot="0">
            <a:off x="9403129" y="6055643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0" y="847914"/>
                </a:moveTo>
                <a:lnTo>
                  <a:pt x="868149" y="847914"/>
                </a:lnTo>
                <a:lnTo>
                  <a:pt x="868149" y="0"/>
                </a:lnTo>
                <a:lnTo>
                  <a:pt x="0" y="0"/>
                </a:lnTo>
                <a:lnTo>
                  <a:pt x="0" y="84791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true" rot="0">
            <a:off x="877236" y="8400228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0" y="847914"/>
                </a:moveTo>
                <a:lnTo>
                  <a:pt x="868149" y="847914"/>
                </a:lnTo>
                <a:lnTo>
                  <a:pt x="868149" y="0"/>
                </a:lnTo>
                <a:lnTo>
                  <a:pt x="0" y="0"/>
                </a:lnTo>
                <a:lnTo>
                  <a:pt x="0" y="84791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779009" y="4112708"/>
            <a:ext cx="6067862" cy="42875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5">
                <a:solidFill>
                  <a:srgbClr val="070404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{{s05_text_1}}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404188" y="1744340"/>
            <a:ext cx="6067862" cy="42875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5">
                <a:solidFill>
                  <a:srgbClr val="070404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{{s05_text_2}}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2978" y="-210226"/>
            <a:ext cx="11747278" cy="10671670"/>
            <a:chOff x="0" y="0"/>
            <a:chExt cx="3093933" cy="28106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93933" cy="2810646"/>
            </a:xfrm>
            <a:custGeom>
              <a:avLst/>
              <a:gdLst/>
              <a:ahLst/>
              <a:cxnLst/>
              <a:rect r="r" b="b" t="t" l="l"/>
              <a:pathLst>
                <a:path h="2810646" w="3093933">
                  <a:moveTo>
                    <a:pt x="0" y="0"/>
                  </a:moveTo>
                  <a:lnTo>
                    <a:pt x="3093933" y="0"/>
                  </a:lnTo>
                  <a:lnTo>
                    <a:pt x="3093933" y="2810646"/>
                  </a:lnTo>
                  <a:lnTo>
                    <a:pt x="0" y="281064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093933" cy="28487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12089398" y="-210226"/>
            <a:ext cx="6922705" cy="10671670"/>
            <a:chOff x="0" y="0"/>
            <a:chExt cx="1823264" cy="28106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3264" cy="2810646"/>
            </a:xfrm>
            <a:custGeom>
              <a:avLst/>
              <a:gdLst/>
              <a:ahLst/>
              <a:cxnLst/>
              <a:rect r="r" b="b" t="t" l="l"/>
              <a:pathLst>
                <a:path h="2810646" w="1823264">
                  <a:moveTo>
                    <a:pt x="0" y="0"/>
                  </a:moveTo>
                  <a:lnTo>
                    <a:pt x="1823264" y="0"/>
                  </a:lnTo>
                  <a:lnTo>
                    <a:pt x="1823264" y="2810646"/>
                  </a:lnTo>
                  <a:lnTo>
                    <a:pt x="0" y="281064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33333">
                  <a:srgbClr val="000000">
                    <a:alpha val="86000"/>
                  </a:srgbClr>
                </a:gs>
                <a:gs pos="66667">
                  <a:srgbClr val="000000">
                    <a:alpha val="75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23264" cy="28487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H="true">
            <a:off x="-252978" y="465950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>
            <a:off x="-252978" y="9784847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>
            <a:off x="-252978" y="6690895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>
            <a:off x="-252978" y="3578423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500351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3638299" y="-1045156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3438119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9125530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7750709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9335066" y="1028700"/>
            <a:ext cx="7581430" cy="8229600"/>
            <a:chOff x="0" y="0"/>
            <a:chExt cx="1996755" cy="21674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96755" cy="2167467"/>
            </a:xfrm>
            <a:custGeom>
              <a:avLst/>
              <a:gdLst/>
              <a:ahLst/>
              <a:cxnLst/>
              <a:rect r="r" b="b" t="t" l="l"/>
              <a:pathLst>
                <a:path h="2167467" w="1996755">
                  <a:moveTo>
                    <a:pt x="52080" y="0"/>
                  </a:moveTo>
                  <a:lnTo>
                    <a:pt x="1944675" y="0"/>
                  </a:lnTo>
                  <a:cubicBezTo>
                    <a:pt x="1958488" y="0"/>
                    <a:pt x="1971734" y="5487"/>
                    <a:pt x="1981501" y="15254"/>
                  </a:cubicBezTo>
                  <a:cubicBezTo>
                    <a:pt x="1991268" y="25021"/>
                    <a:pt x="1996755" y="38267"/>
                    <a:pt x="1996755" y="52080"/>
                  </a:cubicBezTo>
                  <a:lnTo>
                    <a:pt x="1996755" y="2115387"/>
                  </a:lnTo>
                  <a:cubicBezTo>
                    <a:pt x="1996755" y="2129199"/>
                    <a:pt x="1991268" y="2142446"/>
                    <a:pt x="1981501" y="2152213"/>
                  </a:cubicBezTo>
                  <a:cubicBezTo>
                    <a:pt x="1971734" y="2161980"/>
                    <a:pt x="1958488" y="2167467"/>
                    <a:pt x="1944675" y="2167467"/>
                  </a:cubicBezTo>
                  <a:lnTo>
                    <a:pt x="52080" y="2167467"/>
                  </a:lnTo>
                  <a:cubicBezTo>
                    <a:pt x="38267" y="2167467"/>
                    <a:pt x="25021" y="2161980"/>
                    <a:pt x="15254" y="2152213"/>
                  </a:cubicBezTo>
                  <a:cubicBezTo>
                    <a:pt x="5487" y="2142446"/>
                    <a:pt x="0" y="2129199"/>
                    <a:pt x="0" y="2115387"/>
                  </a:cubicBezTo>
                  <a:lnTo>
                    <a:pt x="0" y="52080"/>
                  </a:lnTo>
                  <a:cubicBezTo>
                    <a:pt x="0" y="38267"/>
                    <a:pt x="5487" y="25021"/>
                    <a:pt x="15254" y="15254"/>
                  </a:cubicBezTo>
                  <a:cubicBezTo>
                    <a:pt x="25021" y="5487"/>
                    <a:pt x="38267" y="0"/>
                    <a:pt x="5208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996755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-107018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-107018" y="387312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071676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071676" y="387312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8700" y="7010908"/>
            <a:ext cx="8096830" cy="224739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8584"/>
              </a:lnSpc>
            </a:pPr>
            <a:r>
              <a:rPr lang="en-US" sz="7200" b="true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{{s06_title}}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82719" y="1971078"/>
            <a:ext cx="967381" cy="9448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6959"/>
              </a:lnSpc>
            </a:pPr>
            <a:r>
              <a:rPr lang="en-US" sz="6000" b="true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/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82719" y="4587685"/>
            <a:ext cx="967381" cy="9448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6959"/>
              </a:lnSpc>
            </a:pPr>
            <a:r>
              <a:rPr lang="en-US" sz="6000" b="true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/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2250370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250370" y="387312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307728" y="-831691"/>
            <a:ext cx="5112619" cy="6981949"/>
            <a:chOff x="0" y="0"/>
            <a:chExt cx="787836" cy="1075893"/>
          </a:xfrm>
        </p:grpSpPr>
        <p:sp>
          <p:nvSpPr>
            <p:cNvPr name="{{image_3}}" id="31" descr="{{image_3}}"/>
            <p:cNvSpPr/>
            <p:nvPr/>
          </p:nvSpPr>
          <p:spPr>
            <a:xfrm flipH="false" flipV="false" rot="0">
              <a:off x="0" y="0"/>
              <a:ext cx="787836" cy="1075893"/>
            </a:xfrm>
            <a:custGeom>
              <a:avLst/>
              <a:gdLst/>
              <a:ahLst/>
              <a:cxnLst/>
              <a:rect r="r" b="b" t="t" l="l"/>
              <a:pathLst>
                <a:path h="1075893" w="787836">
                  <a:moveTo>
                    <a:pt x="262754" y="1056824"/>
                  </a:moveTo>
                  <a:cubicBezTo>
                    <a:pt x="303144" y="1068338"/>
                    <a:pt x="349063" y="1075893"/>
                    <a:pt x="394130" y="1075893"/>
                  </a:cubicBezTo>
                  <a:cubicBezTo>
                    <a:pt x="439199" y="1075893"/>
                    <a:pt x="482566" y="1069416"/>
                    <a:pt x="522531" y="1057902"/>
                  </a:cubicBezTo>
                  <a:cubicBezTo>
                    <a:pt x="523382" y="1057543"/>
                    <a:pt x="524232" y="1057543"/>
                    <a:pt x="525082" y="1057183"/>
                  </a:cubicBezTo>
                  <a:cubicBezTo>
                    <a:pt x="675166" y="1011128"/>
                    <a:pt x="785710" y="889514"/>
                    <a:pt x="787836" y="741547"/>
                  </a:cubicBezTo>
                  <a:lnTo>
                    <a:pt x="787836" y="0"/>
                  </a:lnTo>
                  <a:lnTo>
                    <a:pt x="0" y="0"/>
                  </a:lnTo>
                  <a:lnTo>
                    <a:pt x="0" y="740997"/>
                  </a:lnTo>
                  <a:cubicBezTo>
                    <a:pt x="2126" y="890233"/>
                    <a:pt x="110969" y="1011848"/>
                    <a:pt x="262754" y="1056824"/>
                  </a:cubicBezTo>
                  <a:close/>
                </a:path>
              </a:pathLst>
            </a:custGeom>
            <a:blipFill>
              <a:blip r:embed="rId5"/>
              <a:stretch>
                <a:fillRect l="-52678" t="0" r="-52678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5400000">
            <a:off x="2796227" y="-2207167"/>
            <a:ext cx="2078749" cy="5260390"/>
            <a:chOff x="0" y="0"/>
            <a:chExt cx="547489" cy="13854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7489" cy="1385453"/>
            </a:xfrm>
            <a:custGeom>
              <a:avLst/>
              <a:gdLst/>
              <a:ahLst/>
              <a:cxnLst/>
              <a:rect r="r" b="b" t="t" l="l"/>
              <a:pathLst>
                <a:path h="1385453" w="547489">
                  <a:moveTo>
                    <a:pt x="0" y="0"/>
                  </a:moveTo>
                  <a:lnTo>
                    <a:pt x="547489" y="0"/>
                  </a:lnTo>
                  <a:lnTo>
                    <a:pt x="547489" y="1385453"/>
                  </a:lnTo>
                  <a:lnTo>
                    <a:pt x="0" y="138545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33333">
                  <a:srgbClr val="000000">
                    <a:alpha val="86000"/>
                  </a:srgbClr>
                </a:gs>
                <a:gs pos="66667">
                  <a:srgbClr val="000000">
                    <a:alpha val="75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47489" cy="1423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816074" y="4284206"/>
            <a:ext cx="2368387" cy="2368387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5500"/>
                  </a:srgbClr>
                </a:gs>
                <a:gs pos="25000">
                  <a:srgbClr val="FFFFFF">
                    <a:alpha val="26000"/>
                  </a:srgbClr>
                </a:gs>
                <a:gs pos="50000">
                  <a:srgbClr val="FFFFFF">
                    <a:alpha val="46000"/>
                  </a:srgbClr>
                </a:gs>
                <a:gs pos="75000">
                  <a:srgbClr val="FFFFFF">
                    <a:alpha val="26000"/>
                  </a:srgbClr>
                </a:gs>
                <a:gs pos="100000">
                  <a:srgbClr val="FFFFFF">
                    <a:alpha val="16000"/>
                  </a:srgbClr>
                </a:gs>
              </a:gsLst>
              <a:lin ang="270000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0957574" y="1714403"/>
            <a:ext cx="5411270" cy="15640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20"/>
              </a:lnSpc>
            </a:pPr>
            <a:r>
              <a:rPr lang="en-US" sz="1800" spc="-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{{s06_text_1}}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957574" y="4342448"/>
            <a:ext cx="5411270" cy="15640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20"/>
              </a:lnSpc>
            </a:pPr>
            <a:r>
              <a:rPr lang="en-US" sz="1800" spc="-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{{s06_text_2}}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882719" y="7280054"/>
            <a:ext cx="967381" cy="9448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6959"/>
              </a:lnSpc>
            </a:pPr>
            <a:r>
              <a:rPr lang="en-US" sz="6000" b="true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/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957574" y="6970492"/>
            <a:ext cx="5411270" cy="15640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20"/>
              </a:lnSpc>
            </a:pPr>
            <a:r>
              <a:rPr lang="en-US" sz="1800" spc="-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{{s06_text_3}}</a:t>
            </a:r>
          </a:p>
        </p:txBody>
      </p:sp>
      <p:sp>
        <p:nvSpPr>
          <p:cNvPr name="AutoShape 42" id="42"/>
          <p:cNvSpPr/>
          <p:nvPr/>
        </p:nvSpPr>
        <p:spPr>
          <a:xfrm>
            <a:off x="13735682" y="3626048"/>
            <a:ext cx="278157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>
            <a:off x="13735682" y="6532303"/>
            <a:ext cx="278157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>
            <a:off x="9923452" y="3626048"/>
            <a:ext cx="297372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>
            <a:off x="9923452" y="6532303"/>
            <a:ext cx="297372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6" id="46"/>
          <p:cNvSpPr/>
          <p:nvPr/>
        </p:nvSpPr>
        <p:spPr>
          <a:xfrm flipH="true" flipV="false" rot="0">
            <a:off x="16193127" y="876014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868149" y="0"/>
                </a:moveTo>
                <a:lnTo>
                  <a:pt x="0" y="0"/>
                </a:lnTo>
                <a:lnTo>
                  <a:pt x="0" y="847914"/>
                </a:lnTo>
                <a:lnTo>
                  <a:pt x="868149" y="847914"/>
                </a:lnTo>
                <a:lnTo>
                  <a:pt x="86814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true" rot="0">
            <a:off x="9179209" y="8561516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0" y="847914"/>
                </a:moveTo>
                <a:lnTo>
                  <a:pt x="868149" y="847914"/>
                </a:lnTo>
                <a:lnTo>
                  <a:pt x="868149" y="0"/>
                </a:lnTo>
                <a:lnTo>
                  <a:pt x="0" y="0"/>
                </a:lnTo>
                <a:lnTo>
                  <a:pt x="0" y="84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3104109" y="3484717"/>
            <a:ext cx="421217" cy="282662"/>
            <a:chOff x="0" y="0"/>
            <a:chExt cx="812800" cy="54543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29402" y="16786"/>
              <a:ext cx="753995" cy="511865"/>
            </a:xfrm>
            <a:custGeom>
              <a:avLst/>
              <a:gdLst/>
              <a:ahLst/>
              <a:cxnLst/>
              <a:rect r="r" b="b" t="t" l="l"/>
              <a:pathLst>
                <a:path h="511865" w="753995">
                  <a:moveTo>
                    <a:pt x="422784" y="13939"/>
                  </a:moveTo>
                  <a:lnTo>
                    <a:pt x="737612" y="225208"/>
                  </a:lnTo>
                  <a:cubicBezTo>
                    <a:pt x="747852" y="232080"/>
                    <a:pt x="753996" y="243601"/>
                    <a:pt x="753996" y="255933"/>
                  </a:cubicBezTo>
                  <a:cubicBezTo>
                    <a:pt x="753996" y="268265"/>
                    <a:pt x="747852" y="279787"/>
                    <a:pt x="737612" y="286658"/>
                  </a:cubicBezTo>
                  <a:lnTo>
                    <a:pt x="422784" y="497927"/>
                  </a:lnTo>
                  <a:cubicBezTo>
                    <a:pt x="395089" y="516512"/>
                    <a:pt x="358907" y="516512"/>
                    <a:pt x="331212" y="497927"/>
                  </a:cubicBezTo>
                  <a:lnTo>
                    <a:pt x="16384" y="286658"/>
                  </a:lnTo>
                  <a:cubicBezTo>
                    <a:pt x="6144" y="279787"/>
                    <a:pt x="0" y="268265"/>
                    <a:pt x="0" y="255933"/>
                  </a:cubicBezTo>
                  <a:cubicBezTo>
                    <a:pt x="0" y="243601"/>
                    <a:pt x="6144" y="232080"/>
                    <a:pt x="16384" y="225208"/>
                  </a:cubicBezTo>
                  <a:lnTo>
                    <a:pt x="331212" y="13939"/>
                  </a:lnTo>
                  <a:cubicBezTo>
                    <a:pt x="358907" y="-4646"/>
                    <a:pt x="395089" y="-4646"/>
                    <a:pt x="422784" y="139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139700" y="55647"/>
              <a:ext cx="533400" cy="396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104109" y="6390972"/>
            <a:ext cx="421217" cy="282662"/>
            <a:chOff x="0" y="0"/>
            <a:chExt cx="812800" cy="54543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29402" y="16786"/>
              <a:ext cx="753995" cy="511865"/>
            </a:xfrm>
            <a:custGeom>
              <a:avLst/>
              <a:gdLst/>
              <a:ahLst/>
              <a:cxnLst/>
              <a:rect r="r" b="b" t="t" l="l"/>
              <a:pathLst>
                <a:path h="511865" w="753995">
                  <a:moveTo>
                    <a:pt x="422784" y="13939"/>
                  </a:moveTo>
                  <a:lnTo>
                    <a:pt x="737612" y="225208"/>
                  </a:lnTo>
                  <a:cubicBezTo>
                    <a:pt x="747852" y="232080"/>
                    <a:pt x="753996" y="243601"/>
                    <a:pt x="753996" y="255933"/>
                  </a:cubicBezTo>
                  <a:cubicBezTo>
                    <a:pt x="753996" y="268265"/>
                    <a:pt x="747852" y="279787"/>
                    <a:pt x="737612" y="286658"/>
                  </a:cubicBezTo>
                  <a:lnTo>
                    <a:pt x="422784" y="497927"/>
                  </a:lnTo>
                  <a:cubicBezTo>
                    <a:pt x="395089" y="516512"/>
                    <a:pt x="358907" y="516512"/>
                    <a:pt x="331212" y="497927"/>
                  </a:cubicBezTo>
                  <a:lnTo>
                    <a:pt x="16384" y="286658"/>
                  </a:lnTo>
                  <a:cubicBezTo>
                    <a:pt x="6144" y="279787"/>
                    <a:pt x="0" y="268265"/>
                    <a:pt x="0" y="255933"/>
                  </a:cubicBezTo>
                  <a:cubicBezTo>
                    <a:pt x="0" y="243601"/>
                    <a:pt x="6144" y="232080"/>
                    <a:pt x="16384" y="225208"/>
                  </a:cubicBezTo>
                  <a:lnTo>
                    <a:pt x="331212" y="13939"/>
                  </a:lnTo>
                  <a:cubicBezTo>
                    <a:pt x="358907" y="-4646"/>
                    <a:pt x="395089" y="-4646"/>
                    <a:pt x="422784" y="139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139700" y="55647"/>
              <a:ext cx="533400" cy="396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2978" y="-210226"/>
            <a:ext cx="11747278" cy="10671670"/>
            <a:chOff x="0" y="0"/>
            <a:chExt cx="3093933" cy="28106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93933" cy="2810646"/>
            </a:xfrm>
            <a:custGeom>
              <a:avLst/>
              <a:gdLst/>
              <a:ahLst/>
              <a:cxnLst/>
              <a:rect r="r" b="b" t="t" l="l"/>
              <a:pathLst>
                <a:path h="2810646" w="3093933">
                  <a:moveTo>
                    <a:pt x="0" y="0"/>
                  </a:moveTo>
                  <a:lnTo>
                    <a:pt x="3093933" y="0"/>
                  </a:lnTo>
                  <a:lnTo>
                    <a:pt x="3093933" y="2810646"/>
                  </a:lnTo>
                  <a:lnTo>
                    <a:pt x="0" y="281064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093933" cy="28487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12089398" y="-210226"/>
            <a:ext cx="6922705" cy="10671670"/>
            <a:chOff x="0" y="0"/>
            <a:chExt cx="1823264" cy="28106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3264" cy="2810646"/>
            </a:xfrm>
            <a:custGeom>
              <a:avLst/>
              <a:gdLst/>
              <a:ahLst/>
              <a:cxnLst/>
              <a:rect r="r" b="b" t="t" l="l"/>
              <a:pathLst>
                <a:path h="2810646" w="1823264">
                  <a:moveTo>
                    <a:pt x="0" y="0"/>
                  </a:moveTo>
                  <a:lnTo>
                    <a:pt x="1823264" y="0"/>
                  </a:lnTo>
                  <a:lnTo>
                    <a:pt x="1823264" y="2810646"/>
                  </a:lnTo>
                  <a:lnTo>
                    <a:pt x="0" y="281064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33333">
                  <a:srgbClr val="000000">
                    <a:alpha val="86000"/>
                  </a:srgbClr>
                </a:gs>
                <a:gs pos="66667">
                  <a:srgbClr val="000000">
                    <a:alpha val="75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23264" cy="28487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H="true">
            <a:off x="-252978" y="465950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>
            <a:off x="-252978" y="9784847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>
            <a:off x="-252978" y="6690895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>
            <a:off x="-252978" y="3578423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500351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3638299" y="-1045156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3438119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9125530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7750709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572085" y="3505679"/>
            <a:ext cx="15143830" cy="5752621"/>
            <a:chOff x="0" y="0"/>
            <a:chExt cx="3988498" cy="151509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88498" cy="1515094"/>
            </a:xfrm>
            <a:custGeom>
              <a:avLst/>
              <a:gdLst/>
              <a:ahLst/>
              <a:cxnLst/>
              <a:rect r="r" b="b" t="t" l="l"/>
              <a:pathLst>
                <a:path h="1515094" w="3988498">
                  <a:moveTo>
                    <a:pt x="26073" y="0"/>
                  </a:moveTo>
                  <a:lnTo>
                    <a:pt x="3962426" y="0"/>
                  </a:lnTo>
                  <a:cubicBezTo>
                    <a:pt x="3969341" y="0"/>
                    <a:pt x="3975972" y="2747"/>
                    <a:pt x="3980862" y="7636"/>
                  </a:cubicBezTo>
                  <a:cubicBezTo>
                    <a:pt x="3985752" y="12526"/>
                    <a:pt x="3988498" y="19158"/>
                    <a:pt x="3988498" y="26073"/>
                  </a:cubicBezTo>
                  <a:lnTo>
                    <a:pt x="3988498" y="1489021"/>
                  </a:lnTo>
                  <a:cubicBezTo>
                    <a:pt x="3988498" y="1503421"/>
                    <a:pt x="3976825" y="1515094"/>
                    <a:pt x="3962426" y="1515094"/>
                  </a:cubicBezTo>
                  <a:lnTo>
                    <a:pt x="26073" y="1515094"/>
                  </a:lnTo>
                  <a:cubicBezTo>
                    <a:pt x="19158" y="1515094"/>
                    <a:pt x="12526" y="1512347"/>
                    <a:pt x="7636" y="1507457"/>
                  </a:cubicBezTo>
                  <a:cubicBezTo>
                    <a:pt x="2747" y="1502568"/>
                    <a:pt x="0" y="1495936"/>
                    <a:pt x="0" y="1489021"/>
                  </a:cubicBezTo>
                  <a:lnTo>
                    <a:pt x="0" y="26073"/>
                  </a:lnTo>
                  <a:cubicBezTo>
                    <a:pt x="0" y="11673"/>
                    <a:pt x="11673" y="0"/>
                    <a:pt x="260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988498" cy="1553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-107018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-107018" y="387312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071676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071676" y="387312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8700" y="1011966"/>
            <a:ext cx="16230600" cy="14268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440"/>
              </a:lnSpc>
            </a:pPr>
            <a:r>
              <a:rPr lang="en-US" sz="7200" b="true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{{s07_title}}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2250370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250370" y="387312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true" rot="0">
            <a:off x="1409236" y="8563687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0" y="847914"/>
                </a:moveTo>
                <a:lnTo>
                  <a:pt x="868149" y="847914"/>
                </a:lnTo>
                <a:lnTo>
                  <a:pt x="868149" y="0"/>
                </a:lnTo>
                <a:lnTo>
                  <a:pt x="0" y="0"/>
                </a:lnTo>
                <a:lnTo>
                  <a:pt x="0" y="84791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true" flipV="false" rot="0">
            <a:off x="16008489" y="3364785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868149" y="0"/>
                </a:moveTo>
                <a:lnTo>
                  <a:pt x="0" y="0"/>
                </a:lnTo>
                <a:lnTo>
                  <a:pt x="0" y="847915"/>
                </a:lnTo>
                <a:lnTo>
                  <a:pt x="868149" y="847915"/>
                </a:lnTo>
                <a:lnTo>
                  <a:pt x="86814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0" id="30"/>
          <p:cNvSpPr/>
          <p:nvPr/>
        </p:nvSpPr>
        <p:spPr>
          <a:xfrm>
            <a:off x="9135055" y="6876635"/>
            <a:ext cx="0" cy="2111009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H="true">
            <a:off x="9125530" y="3788743"/>
            <a:ext cx="0" cy="2144947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2277385" y="4165075"/>
            <a:ext cx="6067862" cy="42875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5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{{s07_text_1}}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903045" y="4165075"/>
            <a:ext cx="6067862" cy="42875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5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{{s07_text_2}}</a:t>
            </a:r>
          </a:p>
        </p:txBody>
      </p:sp>
      <p:grpSp>
        <p:nvGrpSpPr>
          <p:cNvPr name="Group 34" id="34"/>
          <p:cNvGrpSpPr/>
          <p:nvPr/>
        </p:nvGrpSpPr>
        <p:grpSpPr>
          <a:xfrm rot="-5400000">
            <a:off x="8914921" y="6240658"/>
            <a:ext cx="421217" cy="282662"/>
            <a:chOff x="0" y="0"/>
            <a:chExt cx="812800" cy="54543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29402" y="16786"/>
              <a:ext cx="753995" cy="511865"/>
            </a:xfrm>
            <a:custGeom>
              <a:avLst/>
              <a:gdLst/>
              <a:ahLst/>
              <a:cxnLst/>
              <a:rect r="r" b="b" t="t" l="l"/>
              <a:pathLst>
                <a:path h="511865" w="753995">
                  <a:moveTo>
                    <a:pt x="422784" y="13939"/>
                  </a:moveTo>
                  <a:lnTo>
                    <a:pt x="737612" y="225208"/>
                  </a:lnTo>
                  <a:cubicBezTo>
                    <a:pt x="747852" y="232080"/>
                    <a:pt x="753996" y="243601"/>
                    <a:pt x="753996" y="255933"/>
                  </a:cubicBezTo>
                  <a:cubicBezTo>
                    <a:pt x="753996" y="268265"/>
                    <a:pt x="747852" y="279787"/>
                    <a:pt x="737612" y="286658"/>
                  </a:cubicBezTo>
                  <a:lnTo>
                    <a:pt x="422784" y="497927"/>
                  </a:lnTo>
                  <a:cubicBezTo>
                    <a:pt x="395089" y="516512"/>
                    <a:pt x="358907" y="516512"/>
                    <a:pt x="331212" y="497927"/>
                  </a:cubicBezTo>
                  <a:lnTo>
                    <a:pt x="16384" y="286658"/>
                  </a:lnTo>
                  <a:cubicBezTo>
                    <a:pt x="6144" y="279787"/>
                    <a:pt x="0" y="268265"/>
                    <a:pt x="0" y="255933"/>
                  </a:cubicBezTo>
                  <a:cubicBezTo>
                    <a:pt x="0" y="243601"/>
                    <a:pt x="6144" y="232080"/>
                    <a:pt x="16384" y="225208"/>
                  </a:cubicBezTo>
                  <a:lnTo>
                    <a:pt x="331212" y="13939"/>
                  </a:lnTo>
                  <a:cubicBezTo>
                    <a:pt x="358907" y="-4646"/>
                    <a:pt x="395089" y="-4646"/>
                    <a:pt x="422784" y="139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139700" y="55647"/>
              <a:ext cx="533400" cy="396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-252978" y="465950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-252978" y="9784847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-252978" y="6690895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>
            <a:off x="-252978" y="3578423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00351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3638299" y="-1045156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3438119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125530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7750709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-107018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071676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250370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659107" y="4150145"/>
            <a:ext cx="8600193" cy="4420511"/>
            <a:chOff x="0" y="0"/>
            <a:chExt cx="2265071" cy="1164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65071" cy="1164250"/>
            </a:xfrm>
            <a:custGeom>
              <a:avLst/>
              <a:gdLst/>
              <a:ahLst/>
              <a:cxnLst/>
              <a:rect r="r" b="b" t="t" l="l"/>
              <a:pathLst>
                <a:path h="1164250" w="2265071">
                  <a:moveTo>
                    <a:pt x="45910" y="0"/>
                  </a:moveTo>
                  <a:lnTo>
                    <a:pt x="2219161" y="0"/>
                  </a:lnTo>
                  <a:cubicBezTo>
                    <a:pt x="2244516" y="0"/>
                    <a:pt x="2265071" y="20555"/>
                    <a:pt x="2265071" y="45910"/>
                  </a:cubicBezTo>
                  <a:lnTo>
                    <a:pt x="2265071" y="1118339"/>
                  </a:lnTo>
                  <a:cubicBezTo>
                    <a:pt x="2265071" y="1143695"/>
                    <a:pt x="2244516" y="1164250"/>
                    <a:pt x="2219161" y="1164250"/>
                  </a:cubicBezTo>
                  <a:lnTo>
                    <a:pt x="45910" y="1164250"/>
                  </a:lnTo>
                  <a:cubicBezTo>
                    <a:pt x="20555" y="1164250"/>
                    <a:pt x="0" y="1143695"/>
                    <a:pt x="0" y="1118339"/>
                  </a:cubicBezTo>
                  <a:lnTo>
                    <a:pt x="0" y="45910"/>
                  </a:lnTo>
                  <a:cubicBezTo>
                    <a:pt x="0" y="20555"/>
                    <a:pt x="20555" y="0"/>
                    <a:pt x="45910" y="0"/>
                  </a:cubicBezTo>
                  <a:close/>
                </a:path>
              </a:pathLst>
            </a:custGeom>
            <a:ln w="19050" cap="rnd">
              <a:solidFill>
                <a:srgbClr val="070404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65071" cy="1202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32399" y="741507"/>
            <a:ext cx="5773028" cy="8192563"/>
            <a:chOff x="0" y="0"/>
            <a:chExt cx="545606" cy="7742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5606" cy="774275"/>
            </a:xfrm>
            <a:custGeom>
              <a:avLst/>
              <a:gdLst/>
              <a:ahLst/>
              <a:cxnLst/>
              <a:rect r="r" b="b" t="t" l="l"/>
              <a:pathLst>
                <a:path h="774275" w="545606">
                  <a:moveTo>
                    <a:pt x="272803" y="0"/>
                  </a:moveTo>
                  <a:cubicBezTo>
                    <a:pt x="122138" y="0"/>
                    <a:pt x="0" y="173327"/>
                    <a:pt x="0" y="387138"/>
                  </a:cubicBezTo>
                  <a:cubicBezTo>
                    <a:pt x="0" y="600948"/>
                    <a:pt x="122138" y="774275"/>
                    <a:pt x="272803" y="774275"/>
                  </a:cubicBezTo>
                  <a:cubicBezTo>
                    <a:pt x="423468" y="774275"/>
                    <a:pt x="545606" y="600948"/>
                    <a:pt x="545606" y="387138"/>
                  </a:cubicBezTo>
                  <a:cubicBezTo>
                    <a:pt x="545606" y="173327"/>
                    <a:pt x="423468" y="0"/>
                    <a:pt x="272803" y="0"/>
                  </a:cubicBezTo>
                  <a:close/>
                </a:path>
              </a:pathLst>
            </a:custGeom>
            <a:ln w="19050" cap="sq">
              <a:solidFill>
                <a:srgbClr val="070404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51151" y="34488"/>
              <a:ext cx="443305" cy="667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70659" y="858984"/>
            <a:ext cx="6730841" cy="8365239"/>
            <a:chOff x="0" y="0"/>
            <a:chExt cx="8315960" cy="10335260"/>
          </a:xfrm>
        </p:grpSpPr>
        <p:sp>
          <p:nvSpPr>
            <p:cNvPr name="{{image_4}}" id="21" descr="{{image_4}}"/>
            <p:cNvSpPr/>
            <p:nvPr/>
          </p:nvSpPr>
          <p:spPr>
            <a:xfrm flipH="false" flipV="false" rot="0">
              <a:off x="0" y="0"/>
              <a:ext cx="8315960" cy="10335260"/>
            </a:xfrm>
            <a:custGeom>
              <a:avLst/>
              <a:gdLst/>
              <a:ahLst/>
              <a:cxnLst/>
              <a:rect r="r" b="b" t="t" l="l"/>
              <a:pathLst>
                <a:path h="10335260" w="8315960">
                  <a:moveTo>
                    <a:pt x="4157980" y="0"/>
                  </a:moveTo>
                  <a:cubicBezTo>
                    <a:pt x="1861591" y="0"/>
                    <a:pt x="0" y="2313627"/>
                    <a:pt x="0" y="5167630"/>
                  </a:cubicBezTo>
                  <a:cubicBezTo>
                    <a:pt x="0" y="8021633"/>
                    <a:pt x="1861591" y="10335260"/>
                    <a:pt x="4157980" y="10335260"/>
                  </a:cubicBezTo>
                  <a:cubicBezTo>
                    <a:pt x="6454369" y="10335260"/>
                    <a:pt x="8315960" y="8021633"/>
                    <a:pt x="8315960" y="5167630"/>
                  </a:cubicBezTo>
                  <a:cubicBezTo>
                    <a:pt x="8315960" y="2313627"/>
                    <a:pt x="6454369" y="0"/>
                    <a:pt x="4157980" y="0"/>
                  </a:cubicBezTo>
                  <a:close/>
                </a:path>
              </a:pathLst>
            </a:custGeom>
            <a:blipFill>
              <a:blip r:embed="rId4"/>
              <a:stretch>
                <a:fillRect l="-61667" t="0" r="0" b="0"/>
              </a:stretch>
            </a:blipFill>
            <a:ln w="19050" cap="sq">
              <a:solidFill>
                <a:srgbClr val="070404"/>
              </a:solidFill>
              <a:prstDash val="solid"/>
              <a:miter/>
            </a:ln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8504890" y="4001920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0" y="0"/>
                </a:moveTo>
                <a:lnTo>
                  <a:pt x="868149" y="0"/>
                </a:lnTo>
                <a:lnTo>
                  <a:pt x="868149" y="847914"/>
                </a:lnTo>
                <a:lnTo>
                  <a:pt x="0" y="8479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true" flipV="true" rot="0">
            <a:off x="16542436" y="7867224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868149" y="847915"/>
                </a:moveTo>
                <a:lnTo>
                  <a:pt x="0" y="847915"/>
                </a:lnTo>
                <a:lnTo>
                  <a:pt x="0" y="0"/>
                </a:lnTo>
                <a:lnTo>
                  <a:pt x="868149" y="0"/>
                </a:lnTo>
                <a:lnTo>
                  <a:pt x="868149" y="84791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809072" y="1658021"/>
            <a:ext cx="8450228" cy="163829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2600"/>
              </a:lnSpc>
            </a:pPr>
            <a:r>
              <a:rPr lang="en-US" sz="7200" b="true">
                <a:solidFill>
                  <a:srgbClr val="070404"/>
                </a:solidFill>
                <a:latin typeface="Hatton Bold"/>
                <a:ea typeface="Hatton Bold"/>
                <a:cs typeface="Hatton Bold"/>
                <a:sym typeface="Hatton Bold"/>
              </a:rPr>
              <a:t>{{s08_title}}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61023" y="4778616"/>
            <a:ext cx="7643512" cy="31159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5">
                <a:solidFill>
                  <a:srgbClr val="070404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{{s08_text_1}}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2978" y="-210226"/>
            <a:ext cx="11747278" cy="10671670"/>
            <a:chOff x="0" y="0"/>
            <a:chExt cx="3093933" cy="28106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93933" cy="2810646"/>
            </a:xfrm>
            <a:custGeom>
              <a:avLst/>
              <a:gdLst/>
              <a:ahLst/>
              <a:cxnLst/>
              <a:rect r="r" b="b" t="t" l="l"/>
              <a:pathLst>
                <a:path h="2810646" w="3093933">
                  <a:moveTo>
                    <a:pt x="0" y="0"/>
                  </a:moveTo>
                  <a:lnTo>
                    <a:pt x="3093933" y="0"/>
                  </a:lnTo>
                  <a:lnTo>
                    <a:pt x="3093933" y="2810646"/>
                  </a:lnTo>
                  <a:lnTo>
                    <a:pt x="0" y="281064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093933" cy="28487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12089398" y="-210226"/>
            <a:ext cx="6922705" cy="10671670"/>
            <a:chOff x="0" y="0"/>
            <a:chExt cx="1823264" cy="28106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3264" cy="2810646"/>
            </a:xfrm>
            <a:custGeom>
              <a:avLst/>
              <a:gdLst/>
              <a:ahLst/>
              <a:cxnLst/>
              <a:rect r="r" b="b" t="t" l="l"/>
              <a:pathLst>
                <a:path h="2810646" w="1823264">
                  <a:moveTo>
                    <a:pt x="0" y="0"/>
                  </a:moveTo>
                  <a:lnTo>
                    <a:pt x="1823264" y="0"/>
                  </a:lnTo>
                  <a:lnTo>
                    <a:pt x="1823264" y="2810646"/>
                  </a:lnTo>
                  <a:lnTo>
                    <a:pt x="0" y="281064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33333">
                  <a:srgbClr val="000000">
                    <a:alpha val="86000"/>
                  </a:srgbClr>
                </a:gs>
                <a:gs pos="66667">
                  <a:srgbClr val="000000">
                    <a:alpha val="75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23264" cy="28487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H="true">
            <a:off x="-252978" y="465950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>
            <a:off x="-252978" y="9784847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>
            <a:off x="-252978" y="6690895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>
            <a:off x="-252978" y="3578423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500351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3638299" y="-1045156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3438119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9125530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7750709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9335066" y="1028700"/>
            <a:ext cx="7581430" cy="8229600"/>
            <a:chOff x="0" y="0"/>
            <a:chExt cx="1996755" cy="21674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96755" cy="2167467"/>
            </a:xfrm>
            <a:custGeom>
              <a:avLst/>
              <a:gdLst/>
              <a:ahLst/>
              <a:cxnLst/>
              <a:rect r="r" b="b" t="t" l="l"/>
              <a:pathLst>
                <a:path h="2167467" w="1996755">
                  <a:moveTo>
                    <a:pt x="52080" y="0"/>
                  </a:moveTo>
                  <a:lnTo>
                    <a:pt x="1944675" y="0"/>
                  </a:lnTo>
                  <a:cubicBezTo>
                    <a:pt x="1958488" y="0"/>
                    <a:pt x="1971734" y="5487"/>
                    <a:pt x="1981501" y="15254"/>
                  </a:cubicBezTo>
                  <a:cubicBezTo>
                    <a:pt x="1991268" y="25021"/>
                    <a:pt x="1996755" y="38267"/>
                    <a:pt x="1996755" y="52080"/>
                  </a:cubicBezTo>
                  <a:lnTo>
                    <a:pt x="1996755" y="2115387"/>
                  </a:lnTo>
                  <a:cubicBezTo>
                    <a:pt x="1996755" y="2129199"/>
                    <a:pt x="1991268" y="2142446"/>
                    <a:pt x="1981501" y="2152213"/>
                  </a:cubicBezTo>
                  <a:cubicBezTo>
                    <a:pt x="1971734" y="2161980"/>
                    <a:pt x="1958488" y="2167467"/>
                    <a:pt x="1944675" y="2167467"/>
                  </a:cubicBezTo>
                  <a:lnTo>
                    <a:pt x="52080" y="2167467"/>
                  </a:lnTo>
                  <a:cubicBezTo>
                    <a:pt x="38267" y="2167467"/>
                    <a:pt x="25021" y="2161980"/>
                    <a:pt x="15254" y="2152213"/>
                  </a:cubicBezTo>
                  <a:cubicBezTo>
                    <a:pt x="5487" y="2142446"/>
                    <a:pt x="0" y="2129199"/>
                    <a:pt x="0" y="2115387"/>
                  </a:cubicBezTo>
                  <a:lnTo>
                    <a:pt x="0" y="52080"/>
                  </a:lnTo>
                  <a:cubicBezTo>
                    <a:pt x="0" y="38267"/>
                    <a:pt x="5487" y="25021"/>
                    <a:pt x="15254" y="15254"/>
                  </a:cubicBezTo>
                  <a:cubicBezTo>
                    <a:pt x="25021" y="5487"/>
                    <a:pt x="38267" y="0"/>
                    <a:pt x="5208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996755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-107018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-107018" y="387312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071676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071676" y="387312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8700" y="7831455"/>
            <a:ext cx="8096830" cy="14268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0440"/>
              </a:lnSpc>
            </a:pPr>
            <a:r>
              <a:rPr lang="en-US" sz="7200" b="true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{{s09_title}}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82719" y="1971078"/>
            <a:ext cx="967381" cy="9448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6959"/>
              </a:lnSpc>
            </a:pPr>
            <a:r>
              <a:rPr lang="en-US" sz="6000" b="true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/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82719" y="4587685"/>
            <a:ext cx="967381" cy="9448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6959"/>
              </a:lnSpc>
            </a:pPr>
            <a:r>
              <a:rPr lang="en-US" sz="6000" b="true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/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2250370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250370" y="387312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307728" y="-831691"/>
            <a:ext cx="5112619" cy="6981949"/>
            <a:chOff x="0" y="0"/>
            <a:chExt cx="787836" cy="1075893"/>
          </a:xfrm>
        </p:grpSpPr>
        <p:sp>
          <p:nvSpPr>
            <p:cNvPr name="{{image_5}}" id="31" descr="{{image_5}}"/>
            <p:cNvSpPr/>
            <p:nvPr/>
          </p:nvSpPr>
          <p:spPr>
            <a:xfrm flipH="false" flipV="false" rot="0">
              <a:off x="0" y="0"/>
              <a:ext cx="787836" cy="1075893"/>
            </a:xfrm>
            <a:custGeom>
              <a:avLst/>
              <a:gdLst/>
              <a:ahLst/>
              <a:cxnLst/>
              <a:rect r="r" b="b" t="t" l="l"/>
              <a:pathLst>
                <a:path h="1075893" w="787836">
                  <a:moveTo>
                    <a:pt x="262754" y="1056824"/>
                  </a:moveTo>
                  <a:cubicBezTo>
                    <a:pt x="303144" y="1068338"/>
                    <a:pt x="349063" y="1075893"/>
                    <a:pt x="394130" y="1075893"/>
                  </a:cubicBezTo>
                  <a:cubicBezTo>
                    <a:pt x="439199" y="1075893"/>
                    <a:pt x="482566" y="1069416"/>
                    <a:pt x="522531" y="1057902"/>
                  </a:cubicBezTo>
                  <a:cubicBezTo>
                    <a:pt x="523382" y="1057543"/>
                    <a:pt x="524232" y="1057543"/>
                    <a:pt x="525082" y="1057183"/>
                  </a:cubicBezTo>
                  <a:cubicBezTo>
                    <a:pt x="675166" y="1011128"/>
                    <a:pt x="785710" y="889514"/>
                    <a:pt x="787836" y="741547"/>
                  </a:cubicBezTo>
                  <a:lnTo>
                    <a:pt x="787836" y="0"/>
                  </a:lnTo>
                  <a:lnTo>
                    <a:pt x="0" y="0"/>
                  </a:lnTo>
                  <a:lnTo>
                    <a:pt x="0" y="740997"/>
                  </a:lnTo>
                  <a:cubicBezTo>
                    <a:pt x="2126" y="890233"/>
                    <a:pt x="110969" y="1011848"/>
                    <a:pt x="262754" y="1056824"/>
                  </a:cubicBezTo>
                  <a:close/>
                </a:path>
              </a:pathLst>
            </a:custGeom>
            <a:blipFill>
              <a:blip r:embed="rId5"/>
              <a:stretch>
                <a:fillRect l="-1149" t="0" r="-1149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5400000">
            <a:off x="2796227" y="-2207167"/>
            <a:ext cx="2078749" cy="5260390"/>
            <a:chOff x="0" y="0"/>
            <a:chExt cx="547489" cy="13854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7489" cy="1385453"/>
            </a:xfrm>
            <a:custGeom>
              <a:avLst/>
              <a:gdLst/>
              <a:ahLst/>
              <a:cxnLst/>
              <a:rect r="r" b="b" t="t" l="l"/>
              <a:pathLst>
                <a:path h="1385453" w="547489">
                  <a:moveTo>
                    <a:pt x="0" y="0"/>
                  </a:moveTo>
                  <a:lnTo>
                    <a:pt x="547489" y="0"/>
                  </a:lnTo>
                  <a:lnTo>
                    <a:pt x="547489" y="1385453"/>
                  </a:lnTo>
                  <a:lnTo>
                    <a:pt x="0" y="138545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33333">
                  <a:srgbClr val="000000">
                    <a:alpha val="86000"/>
                  </a:srgbClr>
                </a:gs>
                <a:gs pos="66667">
                  <a:srgbClr val="000000">
                    <a:alpha val="75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47489" cy="1423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816074" y="4284206"/>
            <a:ext cx="2368387" cy="2368387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5500"/>
                  </a:srgbClr>
                </a:gs>
                <a:gs pos="25000">
                  <a:srgbClr val="FFFFFF">
                    <a:alpha val="26000"/>
                  </a:srgbClr>
                </a:gs>
                <a:gs pos="50000">
                  <a:srgbClr val="FFFFFF">
                    <a:alpha val="46000"/>
                  </a:srgbClr>
                </a:gs>
                <a:gs pos="75000">
                  <a:srgbClr val="FFFFFF">
                    <a:alpha val="26000"/>
                  </a:srgbClr>
                </a:gs>
                <a:gs pos="100000">
                  <a:srgbClr val="FFFFFF">
                    <a:alpha val="16000"/>
                  </a:srgbClr>
                </a:gs>
              </a:gsLst>
              <a:lin ang="270000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0957574" y="1714403"/>
            <a:ext cx="5411270" cy="15640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20"/>
              </a:lnSpc>
            </a:pPr>
            <a:r>
              <a:rPr lang="en-US" sz="1800" spc="-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{{s09_text_1}}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957574" y="4342448"/>
            <a:ext cx="5411270" cy="15640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20"/>
              </a:lnSpc>
            </a:pPr>
            <a:r>
              <a:rPr lang="en-US" sz="1800" spc="-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{{s09_text_2}}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882719" y="7280054"/>
            <a:ext cx="967381" cy="9448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6959"/>
              </a:lnSpc>
            </a:pPr>
            <a:r>
              <a:rPr lang="en-US" sz="6000" b="true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/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957574" y="6970492"/>
            <a:ext cx="5411270" cy="15640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20"/>
              </a:lnSpc>
            </a:pPr>
            <a:r>
              <a:rPr lang="en-US" sz="1800" spc="-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{{s09_text_3}}</a:t>
            </a:r>
          </a:p>
        </p:txBody>
      </p:sp>
      <p:sp>
        <p:nvSpPr>
          <p:cNvPr name="AutoShape 42" id="42"/>
          <p:cNvSpPr/>
          <p:nvPr/>
        </p:nvSpPr>
        <p:spPr>
          <a:xfrm>
            <a:off x="13735682" y="3626048"/>
            <a:ext cx="278157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>
            <a:off x="13735682" y="6532303"/>
            <a:ext cx="278157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>
            <a:off x="9923452" y="3626048"/>
            <a:ext cx="297372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>
            <a:off x="9923452" y="6532303"/>
            <a:ext cx="297372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6" id="46"/>
          <p:cNvSpPr/>
          <p:nvPr/>
        </p:nvSpPr>
        <p:spPr>
          <a:xfrm flipH="true" flipV="false" rot="0">
            <a:off x="16193127" y="876014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868149" y="0"/>
                </a:moveTo>
                <a:lnTo>
                  <a:pt x="0" y="0"/>
                </a:lnTo>
                <a:lnTo>
                  <a:pt x="0" y="847914"/>
                </a:lnTo>
                <a:lnTo>
                  <a:pt x="868149" y="847914"/>
                </a:lnTo>
                <a:lnTo>
                  <a:pt x="86814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true" rot="0">
            <a:off x="9179209" y="8561516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0" y="847914"/>
                </a:moveTo>
                <a:lnTo>
                  <a:pt x="868149" y="847914"/>
                </a:lnTo>
                <a:lnTo>
                  <a:pt x="868149" y="0"/>
                </a:lnTo>
                <a:lnTo>
                  <a:pt x="0" y="0"/>
                </a:lnTo>
                <a:lnTo>
                  <a:pt x="0" y="84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3105823" y="3484717"/>
            <a:ext cx="421217" cy="282662"/>
            <a:chOff x="0" y="0"/>
            <a:chExt cx="812800" cy="54543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29402" y="16786"/>
              <a:ext cx="753995" cy="511865"/>
            </a:xfrm>
            <a:custGeom>
              <a:avLst/>
              <a:gdLst/>
              <a:ahLst/>
              <a:cxnLst/>
              <a:rect r="r" b="b" t="t" l="l"/>
              <a:pathLst>
                <a:path h="511865" w="753995">
                  <a:moveTo>
                    <a:pt x="422784" y="13939"/>
                  </a:moveTo>
                  <a:lnTo>
                    <a:pt x="737612" y="225208"/>
                  </a:lnTo>
                  <a:cubicBezTo>
                    <a:pt x="747852" y="232080"/>
                    <a:pt x="753996" y="243601"/>
                    <a:pt x="753996" y="255933"/>
                  </a:cubicBezTo>
                  <a:cubicBezTo>
                    <a:pt x="753996" y="268265"/>
                    <a:pt x="747852" y="279787"/>
                    <a:pt x="737612" y="286658"/>
                  </a:cubicBezTo>
                  <a:lnTo>
                    <a:pt x="422784" y="497927"/>
                  </a:lnTo>
                  <a:cubicBezTo>
                    <a:pt x="395089" y="516512"/>
                    <a:pt x="358907" y="516512"/>
                    <a:pt x="331212" y="497927"/>
                  </a:cubicBezTo>
                  <a:lnTo>
                    <a:pt x="16384" y="286658"/>
                  </a:lnTo>
                  <a:cubicBezTo>
                    <a:pt x="6144" y="279787"/>
                    <a:pt x="0" y="268265"/>
                    <a:pt x="0" y="255933"/>
                  </a:cubicBezTo>
                  <a:cubicBezTo>
                    <a:pt x="0" y="243601"/>
                    <a:pt x="6144" y="232080"/>
                    <a:pt x="16384" y="225208"/>
                  </a:cubicBezTo>
                  <a:lnTo>
                    <a:pt x="331212" y="13939"/>
                  </a:lnTo>
                  <a:cubicBezTo>
                    <a:pt x="358907" y="-4646"/>
                    <a:pt x="395089" y="-4646"/>
                    <a:pt x="422784" y="139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139700" y="55647"/>
              <a:ext cx="533400" cy="396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105823" y="6390972"/>
            <a:ext cx="421217" cy="282662"/>
            <a:chOff x="0" y="0"/>
            <a:chExt cx="812800" cy="54543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29402" y="16786"/>
              <a:ext cx="753995" cy="511865"/>
            </a:xfrm>
            <a:custGeom>
              <a:avLst/>
              <a:gdLst/>
              <a:ahLst/>
              <a:cxnLst/>
              <a:rect r="r" b="b" t="t" l="l"/>
              <a:pathLst>
                <a:path h="511865" w="753995">
                  <a:moveTo>
                    <a:pt x="422784" y="13939"/>
                  </a:moveTo>
                  <a:lnTo>
                    <a:pt x="737612" y="225208"/>
                  </a:lnTo>
                  <a:cubicBezTo>
                    <a:pt x="747852" y="232080"/>
                    <a:pt x="753996" y="243601"/>
                    <a:pt x="753996" y="255933"/>
                  </a:cubicBezTo>
                  <a:cubicBezTo>
                    <a:pt x="753996" y="268265"/>
                    <a:pt x="747852" y="279787"/>
                    <a:pt x="737612" y="286658"/>
                  </a:cubicBezTo>
                  <a:lnTo>
                    <a:pt x="422784" y="497927"/>
                  </a:lnTo>
                  <a:cubicBezTo>
                    <a:pt x="395089" y="516512"/>
                    <a:pt x="358907" y="516512"/>
                    <a:pt x="331212" y="497927"/>
                  </a:cubicBezTo>
                  <a:lnTo>
                    <a:pt x="16384" y="286658"/>
                  </a:lnTo>
                  <a:cubicBezTo>
                    <a:pt x="6144" y="279787"/>
                    <a:pt x="0" y="268265"/>
                    <a:pt x="0" y="255933"/>
                  </a:cubicBezTo>
                  <a:cubicBezTo>
                    <a:pt x="0" y="243601"/>
                    <a:pt x="6144" y="232080"/>
                    <a:pt x="16384" y="225208"/>
                  </a:cubicBezTo>
                  <a:lnTo>
                    <a:pt x="331212" y="13939"/>
                  </a:lnTo>
                  <a:cubicBezTo>
                    <a:pt x="358907" y="-4646"/>
                    <a:pt x="395089" y="-4646"/>
                    <a:pt x="422784" y="139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139700" y="55647"/>
              <a:ext cx="533400" cy="396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2978" y="-210226"/>
            <a:ext cx="11747278" cy="10671670"/>
            <a:chOff x="0" y="0"/>
            <a:chExt cx="3093933" cy="28106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93933" cy="2810646"/>
            </a:xfrm>
            <a:custGeom>
              <a:avLst/>
              <a:gdLst/>
              <a:ahLst/>
              <a:cxnLst/>
              <a:rect r="r" b="b" t="t" l="l"/>
              <a:pathLst>
                <a:path h="2810646" w="3093933">
                  <a:moveTo>
                    <a:pt x="0" y="0"/>
                  </a:moveTo>
                  <a:lnTo>
                    <a:pt x="3093933" y="0"/>
                  </a:lnTo>
                  <a:lnTo>
                    <a:pt x="3093933" y="2810646"/>
                  </a:lnTo>
                  <a:lnTo>
                    <a:pt x="0" y="281064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093933" cy="28487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12089398" y="-210226"/>
            <a:ext cx="6922705" cy="10671670"/>
            <a:chOff x="0" y="0"/>
            <a:chExt cx="1823264" cy="28106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3264" cy="2810646"/>
            </a:xfrm>
            <a:custGeom>
              <a:avLst/>
              <a:gdLst/>
              <a:ahLst/>
              <a:cxnLst/>
              <a:rect r="r" b="b" t="t" l="l"/>
              <a:pathLst>
                <a:path h="2810646" w="1823264">
                  <a:moveTo>
                    <a:pt x="0" y="0"/>
                  </a:moveTo>
                  <a:lnTo>
                    <a:pt x="1823264" y="0"/>
                  </a:lnTo>
                  <a:lnTo>
                    <a:pt x="1823264" y="2810646"/>
                  </a:lnTo>
                  <a:lnTo>
                    <a:pt x="0" y="281064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33333">
                  <a:srgbClr val="000000">
                    <a:alpha val="86000"/>
                  </a:srgbClr>
                </a:gs>
                <a:gs pos="66667">
                  <a:srgbClr val="000000">
                    <a:alpha val="75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23264" cy="28487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H="true">
            <a:off x="-252978" y="465950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>
            <a:off x="-252978" y="9784847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>
            <a:off x="-252978" y="6690895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>
            <a:off x="-252978" y="3578423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500351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3638299" y="-1045156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3438119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9125530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7750709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778198" y="465950"/>
            <a:ext cx="16713969" cy="5946224"/>
            <a:chOff x="0" y="0"/>
            <a:chExt cx="2529301" cy="899833"/>
          </a:xfrm>
        </p:grpSpPr>
        <p:sp>
          <p:nvSpPr>
            <p:cNvPr name="{{image_1}}" id="19" descr="{{image_1}}"/>
            <p:cNvSpPr/>
            <p:nvPr/>
          </p:nvSpPr>
          <p:spPr>
            <a:xfrm flipH="false" flipV="false" rot="0">
              <a:off x="0" y="0"/>
              <a:ext cx="2529300" cy="899833"/>
            </a:xfrm>
            <a:custGeom>
              <a:avLst/>
              <a:gdLst/>
              <a:ahLst/>
              <a:cxnLst/>
              <a:rect r="r" b="b" t="t" l="l"/>
              <a:pathLst>
                <a:path h="899833" w="2529300">
                  <a:moveTo>
                    <a:pt x="46320" y="0"/>
                  </a:moveTo>
                  <a:lnTo>
                    <a:pt x="2482980" y="0"/>
                  </a:lnTo>
                  <a:cubicBezTo>
                    <a:pt x="2495265" y="0"/>
                    <a:pt x="2507047" y="4880"/>
                    <a:pt x="2515734" y="13567"/>
                  </a:cubicBezTo>
                  <a:cubicBezTo>
                    <a:pt x="2524420" y="22254"/>
                    <a:pt x="2529300" y="34035"/>
                    <a:pt x="2529300" y="46320"/>
                  </a:cubicBezTo>
                  <a:lnTo>
                    <a:pt x="2529300" y="853513"/>
                  </a:lnTo>
                  <a:cubicBezTo>
                    <a:pt x="2529300" y="879095"/>
                    <a:pt x="2508562" y="899833"/>
                    <a:pt x="2482980" y="899833"/>
                  </a:cubicBezTo>
                  <a:lnTo>
                    <a:pt x="46320" y="899833"/>
                  </a:lnTo>
                  <a:cubicBezTo>
                    <a:pt x="34035" y="899833"/>
                    <a:pt x="22254" y="894953"/>
                    <a:pt x="13567" y="886267"/>
                  </a:cubicBezTo>
                  <a:cubicBezTo>
                    <a:pt x="4880" y="877580"/>
                    <a:pt x="0" y="865798"/>
                    <a:pt x="0" y="853513"/>
                  </a:cubicBezTo>
                  <a:lnTo>
                    <a:pt x="0" y="46320"/>
                  </a:lnTo>
                  <a:cubicBezTo>
                    <a:pt x="0" y="34035"/>
                    <a:pt x="4880" y="22254"/>
                    <a:pt x="13567" y="13567"/>
                  </a:cubicBezTo>
                  <a:cubicBezTo>
                    <a:pt x="22254" y="4880"/>
                    <a:pt x="34035" y="0"/>
                    <a:pt x="4632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56945" r="-35279" b="-56945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-107831" y="-48831"/>
            <a:ext cx="2525952" cy="252595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5500"/>
                  </a:srgbClr>
                </a:gs>
                <a:gs pos="25000">
                  <a:srgbClr val="FFFFFF">
                    <a:alpha val="26000"/>
                  </a:srgbClr>
                </a:gs>
                <a:gs pos="50000">
                  <a:srgbClr val="FFFFFF">
                    <a:alpha val="46000"/>
                  </a:srgbClr>
                </a:gs>
                <a:gs pos="75000">
                  <a:srgbClr val="FFFFFF">
                    <a:alpha val="26000"/>
                  </a:srgbClr>
                </a:gs>
                <a:gs pos="100000">
                  <a:srgbClr val="FFFFFF">
                    <a:alpha val="16000"/>
                  </a:srgbClr>
                </a:gs>
              </a:gsLst>
              <a:lin ang="270000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866848" y="2819052"/>
            <a:ext cx="7049648" cy="6202721"/>
            <a:chOff x="0" y="0"/>
            <a:chExt cx="1856697" cy="163363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56697" cy="1633638"/>
            </a:xfrm>
            <a:custGeom>
              <a:avLst/>
              <a:gdLst/>
              <a:ahLst/>
              <a:cxnLst/>
              <a:rect r="r" b="b" t="t" l="l"/>
              <a:pathLst>
                <a:path h="1633638" w="1856697">
                  <a:moveTo>
                    <a:pt x="56008" y="0"/>
                  </a:moveTo>
                  <a:lnTo>
                    <a:pt x="1800689" y="0"/>
                  </a:lnTo>
                  <a:cubicBezTo>
                    <a:pt x="1815543" y="0"/>
                    <a:pt x="1829789" y="5901"/>
                    <a:pt x="1840293" y="16404"/>
                  </a:cubicBezTo>
                  <a:cubicBezTo>
                    <a:pt x="1850797" y="26908"/>
                    <a:pt x="1856697" y="41154"/>
                    <a:pt x="1856697" y="56008"/>
                  </a:cubicBezTo>
                  <a:lnTo>
                    <a:pt x="1856697" y="1577630"/>
                  </a:lnTo>
                  <a:cubicBezTo>
                    <a:pt x="1856697" y="1592485"/>
                    <a:pt x="1850797" y="1606731"/>
                    <a:pt x="1840293" y="1617234"/>
                  </a:cubicBezTo>
                  <a:cubicBezTo>
                    <a:pt x="1829789" y="1627738"/>
                    <a:pt x="1815543" y="1633638"/>
                    <a:pt x="1800689" y="1633638"/>
                  </a:cubicBezTo>
                  <a:lnTo>
                    <a:pt x="56008" y="1633638"/>
                  </a:lnTo>
                  <a:cubicBezTo>
                    <a:pt x="41154" y="1633638"/>
                    <a:pt x="26908" y="1627738"/>
                    <a:pt x="16404" y="1617234"/>
                  </a:cubicBezTo>
                  <a:cubicBezTo>
                    <a:pt x="5901" y="1606731"/>
                    <a:pt x="0" y="1592485"/>
                    <a:pt x="0" y="1577630"/>
                  </a:cubicBezTo>
                  <a:lnTo>
                    <a:pt x="0" y="56008"/>
                  </a:lnTo>
                  <a:cubicBezTo>
                    <a:pt x="0" y="41154"/>
                    <a:pt x="5901" y="26908"/>
                    <a:pt x="16404" y="16404"/>
                  </a:cubicBezTo>
                  <a:cubicBezTo>
                    <a:pt x="26908" y="5901"/>
                    <a:pt x="41154" y="0"/>
                    <a:pt x="56008" y="0"/>
                  </a:cubicBezTo>
                  <a:close/>
                </a:path>
              </a:pathLst>
            </a:custGeom>
            <a:solidFill>
              <a:srgbClr val="E6E7D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856697" cy="16717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-107018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071676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28700" y="7397751"/>
            <a:ext cx="8567018" cy="163829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2600"/>
              </a:lnSpc>
            </a:pPr>
            <a:r>
              <a:rPr lang="en-US" sz="7200" b="true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{{s10_title}}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597581" y="3530798"/>
            <a:ext cx="5682191" cy="46780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5">
                <a:solidFill>
                  <a:srgbClr val="070404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{{s10_text_1}}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2250370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-252978" y="465950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-252978" y="9784847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-252978" y="6690895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>
            <a:off x="-252978" y="3578423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00351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3638299" y="-1045156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3438119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125530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7750709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-107018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071676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250370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659107" y="4150145"/>
            <a:ext cx="8600193" cy="4420511"/>
            <a:chOff x="0" y="0"/>
            <a:chExt cx="2265071" cy="1164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65071" cy="1164250"/>
            </a:xfrm>
            <a:custGeom>
              <a:avLst/>
              <a:gdLst/>
              <a:ahLst/>
              <a:cxnLst/>
              <a:rect r="r" b="b" t="t" l="l"/>
              <a:pathLst>
                <a:path h="1164250" w="2265071">
                  <a:moveTo>
                    <a:pt x="45910" y="0"/>
                  </a:moveTo>
                  <a:lnTo>
                    <a:pt x="2219161" y="0"/>
                  </a:lnTo>
                  <a:cubicBezTo>
                    <a:pt x="2244516" y="0"/>
                    <a:pt x="2265071" y="20555"/>
                    <a:pt x="2265071" y="45910"/>
                  </a:cubicBezTo>
                  <a:lnTo>
                    <a:pt x="2265071" y="1118339"/>
                  </a:lnTo>
                  <a:cubicBezTo>
                    <a:pt x="2265071" y="1143695"/>
                    <a:pt x="2244516" y="1164250"/>
                    <a:pt x="2219161" y="1164250"/>
                  </a:cubicBezTo>
                  <a:lnTo>
                    <a:pt x="45910" y="1164250"/>
                  </a:lnTo>
                  <a:cubicBezTo>
                    <a:pt x="20555" y="1164250"/>
                    <a:pt x="0" y="1143695"/>
                    <a:pt x="0" y="1118339"/>
                  </a:cubicBezTo>
                  <a:lnTo>
                    <a:pt x="0" y="45910"/>
                  </a:lnTo>
                  <a:cubicBezTo>
                    <a:pt x="0" y="20555"/>
                    <a:pt x="20555" y="0"/>
                    <a:pt x="45910" y="0"/>
                  </a:cubicBezTo>
                  <a:close/>
                </a:path>
              </a:pathLst>
            </a:custGeom>
            <a:ln w="19050" cap="rnd">
              <a:solidFill>
                <a:srgbClr val="070404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65071" cy="1202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32399" y="741507"/>
            <a:ext cx="5773028" cy="8192563"/>
            <a:chOff x="0" y="0"/>
            <a:chExt cx="545606" cy="7742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5606" cy="774275"/>
            </a:xfrm>
            <a:custGeom>
              <a:avLst/>
              <a:gdLst/>
              <a:ahLst/>
              <a:cxnLst/>
              <a:rect r="r" b="b" t="t" l="l"/>
              <a:pathLst>
                <a:path h="774275" w="545606">
                  <a:moveTo>
                    <a:pt x="272803" y="0"/>
                  </a:moveTo>
                  <a:cubicBezTo>
                    <a:pt x="122138" y="0"/>
                    <a:pt x="0" y="173327"/>
                    <a:pt x="0" y="387138"/>
                  </a:cubicBezTo>
                  <a:cubicBezTo>
                    <a:pt x="0" y="600948"/>
                    <a:pt x="122138" y="774275"/>
                    <a:pt x="272803" y="774275"/>
                  </a:cubicBezTo>
                  <a:cubicBezTo>
                    <a:pt x="423468" y="774275"/>
                    <a:pt x="545606" y="600948"/>
                    <a:pt x="545606" y="387138"/>
                  </a:cubicBezTo>
                  <a:cubicBezTo>
                    <a:pt x="545606" y="173327"/>
                    <a:pt x="423468" y="0"/>
                    <a:pt x="272803" y="0"/>
                  </a:cubicBezTo>
                  <a:close/>
                </a:path>
              </a:pathLst>
            </a:custGeom>
            <a:ln w="19050" cap="sq">
              <a:solidFill>
                <a:srgbClr val="070404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51151" y="34488"/>
              <a:ext cx="443305" cy="667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70659" y="858984"/>
            <a:ext cx="6730841" cy="8365239"/>
            <a:chOff x="0" y="0"/>
            <a:chExt cx="8315960" cy="10335260"/>
          </a:xfrm>
        </p:grpSpPr>
        <p:sp>
          <p:nvSpPr>
            <p:cNvPr name="{{image_2}}" id="21" descr="{{image_2}}"/>
            <p:cNvSpPr/>
            <p:nvPr/>
          </p:nvSpPr>
          <p:spPr>
            <a:xfrm flipH="false" flipV="false" rot="0">
              <a:off x="0" y="0"/>
              <a:ext cx="8315960" cy="10335260"/>
            </a:xfrm>
            <a:custGeom>
              <a:avLst/>
              <a:gdLst/>
              <a:ahLst/>
              <a:cxnLst/>
              <a:rect r="r" b="b" t="t" l="l"/>
              <a:pathLst>
                <a:path h="10335260" w="8315960">
                  <a:moveTo>
                    <a:pt x="4157980" y="0"/>
                  </a:moveTo>
                  <a:cubicBezTo>
                    <a:pt x="1861591" y="0"/>
                    <a:pt x="0" y="2313627"/>
                    <a:pt x="0" y="5167630"/>
                  </a:cubicBezTo>
                  <a:cubicBezTo>
                    <a:pt x="0" y="8021633"/>
                    <a:pt x="1861591" y="10335260"/>
                    <a:pt x="4157980" y="10335260"/>
                  </a:cubicBezTo>
                  <a:cubicBezTo>
                    <a:pt x="6454369" y="10335260"/>
                    <a:pt x="8315960" y="8021633"/>
                    <a:pt x="8315960" y="5167630"/>
                  </a:cubicBezTo>
                  <a:cubicBezTo>
                    <a:pt x="8315960" y="2313627"/>
                    <a:pt x="6454369" y="0"/>
                    <a:pt x="4157980" y="0"/>
                  </a:cubicBezTo>
                  <a:close/>
                </a:path>
              </a:pathLst>
            </a:custGeom>
            <a:blipFill>
              <a:blip r:embed="rId4"/>
              <a:stretch>
                <a:fillRect l="-69751" t="0" r="-16502" b="0"/>
              </a:stretch>
            </a:blipFill>
            <a:ln w="19050" cap="sq">
              <a:solidFill>
                <a:srgbClr val="070404"/>
              </a:solidFill>
              <a:prstDash val="solid"/>
              <a:miter/>
            </a:ln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8504890" y="4001920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0" y="0"/>
                </a:moveTo>
                <a:lnTo>
                  <a:pt x="868149" y="0"/>
                </a:lnTo>
                <a:lnTo>
                  <a:pt x="868149" y="847914"/>
                </a:lnTo>
                <a:lnTo>
                  <a:pt x="0" y="8479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true" flipV="true" rot="0">
            <a:off x="16542436" y="7867224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868149" y="847915"/>
                </a:moveTo>
                <a:lnTo>
                  <a:pt x="0" y="847915"/>
                </a:lnTo>
                <a:lnTo>
                  <a:pt x="0" y="0"/>
                </a:lnTo>
                <a:lnTo>
                  <a:pt x="868149" y="0"/>
                </a:lnTo>
                <a:lnTo>
                  <a:pt x="868149" y="84791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809072" y="1658021"/>
            <a:ext cx="8941637" cy="163829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2600"/>
              </a:lnSpc>
            </a:pPr>
            <a:r>
              <a:rPr lang="en-US" sz="7200" b="true">
                <a:solidFill>
                  <a:srgbClr val="070404"/>
                </a:solidFill>
                <a:latin typeface="Hatton Bold"/>
                <a:ea typeface="Hatton Bold"/>
                <a:cs typeface="Hatton Bold"/>
                <a:sym typeface="Hatton Bold"/>
              </a:rPr>
              <a:t>{{s11_title}}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61023" y="4778616"/>
            <a:ext cx="7643512" cy="31159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5">
                <a:solidFill>
                  <a:srgbClr val="070404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{{s11_text_1}}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-252978" y="465950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-252978" y="9784847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-252978" y="6690895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>
            <a:off x="-252978" y="3578423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00351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3638299" y="-1045156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3438119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125530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7750709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-107018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07018" y="387312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071676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071676" y="387312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250370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250370" y="387312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762000"/>
            <a:ext cx="16230600" cy="163829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2600"/>
              </a:lnSpc>
            </a:pPr>
            <a:r>
              <a:rPr lang="en-US" sz="7200" b="true">
                <a:solidFill>
                  <a:srgbClr val="070404"/>
                </a:solidFill>
                <a:latin typeface="Hatton Bold"/>
                <a:ea typeface="Hatton Bold"/>
                <a:cs typeface="Hatton Bold"/>
                <a:sym typeface="Hatton Bold"/>
              </a:rPr>
              <a:t>{{s12_title}}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7605295"/>
            <a:ext cx="16230600" cy="163829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2600"/>
              </a:lnSpc>
            </a:pPr>
            <a:r>
              <a:rPr lang="en-US" sz="4200" b="true">
                <a:solidFill>
                  <a:srgbClr val="070404"/>
                </a:solidFill>
                <a:latin typeface="Hatton Bold"/>
                <a:ea typeface="Hatton Bold"/>
                <a:cs typeface="Hatton Bold"/>
                <a:sym typeface="Hatton Bold"/>
              </a:rPr>
              <a:t>{{s12_label_1}}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554155" y="1089284"/>
            <a:ext cx="7705145" cy="5666747"/>
            <a:chOff x="0" y="0"/>
            <a:chExt cx="2029339" cy="149247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29339" cy="1492477"/>
            </a:xfrm>
            <a:custGeom>
              <a:avLst/>
              <a:gdLst/>
              <a:ahLst/>
              <a:cxnLst/>
              <a:rect r="r" b="b" t="t" l="l"/>
              <a:pathLst>
                <a:path h="1492477" w="2029339">
                  <a:moveTo>
                    <a:pt x="51243" y="0"/>
                  </a:moveTo>
                  <a:lnTo>
                    <a:pt x="1978095" y="0"/>
                  </a:lnTo>
                  <a:cubicBezTo>
                    <a:pt x="1991686" y="0"/>
                    <a:pt x="2004720" y="5399"/>
                    <a:pt x="2014330" y="15009"/>
                  </a:cubicBezTo>
                  <a:cubicBezTo>
                    <a:pt x="2023940" y="24619"/>
                    <a:pt x="2029339" y="37653"/>
                    <a:pt x="2029339" y="51243"/>
                  </a:cubicBezTo>
                  <a:lnTo>
                    <a:pt x="2029339" y="1441233"/>
                  </a:lnTo>
                  <a:cubicBezTo>
                    <a:pt x="2029339" y="1469534"/>
                    <a:pt x="2006396" y="1492477"/>
                    <a:pt x="1978095" y="1492477"/>
                  </a:cubicBezTo>
                  <a:lnTo>
                    <a:pt x="51243" y="1492477"/>
                  </a:lnTo>
                  <a:cubicBezTo>
                    <a:pt x="37653" y="1492477"/>
                    <a:pt x="24619" y="1487078"/>
                    <a:pt x="15009" y="1477468"/>
                  </a:cubicBezTo>
                  <a:cubicBezTo>
                    <a:pt x="5399" y="1467858"/>
                    <a:pt x="0" y="1454824"/>
                    <a:pt x="0" y="1441233"/>
                  </a:cubicBezTo>
                  <a:lnTo>
                    <a:pt x="0" y="51243"/>
                  </a:lnTo>
                  <a:cubicBezTo>
                    <a:pt x="0" y="37653"/>
                    <a:pt x="5399" y="24619"/>
                    <a:pt x="15009" y="15009"/>
                  </a:cubicBezTo>
                  <a:cubicBezTo>
                    <a:pt x="24619" y="5399"/>
                    <a:pt x="37653" y="0"/>
                    <a:pt x="51243" y="0"/>
                  </a:cubicBezTo>
                  <a:close/>
                </a:path>
              </a:pathLst>
            </a:custGeom>
            <a:ln w="19050" cap="rnd">
              <a:solidFill>
                <a:srgbClr val="070404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29339" cy="1530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8700" y="3433988"/>
            <a:ext cx="7664804" cy="5666747"/>
            <a:chOff x="0" y="0"/>
            <a:chExt cx="2018714" cy="149247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18714" cy="1492477"/>
            </a:xfrm>
            <a:custGeom>
              <a:avLst/>
              <a:gdLst/>
              <a:ahLst/>
              <a:cxnLst/>
              <a:rect r="r" b="b" t="t" l="l"/>
              <a:pathLst>
                <a:path h="1492477" w="2018714">
                  <a:moveTo>
                    <a:pt x="51513" y="0"/>
                  </a:moveTo>
                  <a:lnTo>
                    <a:pt x="1967201" y="0"/>
                  </a:lnTo>
                  <a:cubicBezTo>
                    <a:pt x="1980863" y="0"/>
                    <a:pt x="1993965" y="5427"/>
                    <a:pt x="2003626" y="15088"/>
                  </a:cubicBezTo>
                  <a:cubicBezTo>
                    <a:pt x="2013287" y="24748"/>
                    <a:pt x="2018714" y="37851"/>
                    <a:pt x="2018714" y="51513"/>
                  </a:cubicBezTo>
                  <a:lnTo>
                    <a:pt x="2018714" y="1440963"/>
                  </a:lnTo>
                  <a:cubicBezTo>
                    <a:pt x="2018714" y="1454626"/>
                    <a:pt x="2013287" y="1467728"/>
                    <a:pt x="2003626" y="1477389"/>
                  </a:cubicBezTo>
                  <a:cubicBezTo>
                    <a:pt x="1993965" y="1487049"/>
                    <a:pt x="1980863" y="1492477"/>
                    <a:pt x="1967201" y="1492477"/>
                  </a:cubicBezTo>
                  <a:lnTo>
                    <a:pt x="51513" y="1492477"/>
                  </a:lnTo>
                  <a:cubicBezTo>
                    <a:pt x="37851" y="1492477"/>
                    <a:pt x="24748" y="1487049"/>
                    <a:pt x="15088" y="1477389"/>
                  </a:cubicBezTo>
                  <a:cubicBezTo>
                    <a:pt x="5427" y="1467728"/>
                    <a:pt x="0" y="1454626"/>
                    <a:pt x="0" y="1440963"/>
                  </a:cubicBezTo>
                  <a:lnTo>
                    <a:pt x="0" y="51513"/>
                  </a:lnTo>
                  <a:cubicBezTo>
                    <a:pt x="0" y="37851"/>
                    <a:pt x="5427" y="24748"/>
                    <a:pt x="15088" y="15088"/>
                  </a:cubicBezTo>
                  <a:cubicBezTo>
                    <a:pt x="24748" y="5427"/>
                    <a:pt x="37851" y="0"/>
                    <a:pt x="51513" y="0"/>
                  </a:cubicBezTo>
                  <a:close/>
                </a:path>
              </a:pathLst>
            </a:custGeom>
            <a:ln w="19050" cap="rnd">
              <a:solidFill>
                <a:srgbClr val="070404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018714" cy="1530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true" flipV="false" rot="0">
            <a:off x="7974355" y="3293148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868149" y="0"/>
                </a:moveTo>
                <a:lnTo>
                  <a:pt x="0" y="0"/>
                </a:lnTo>
                <a:lnTo>
                  <a:pt x="0" y="847914"/>
                </a:lnTo>
                <a:lnTo>
                  <a:pt x="868149" y="847914"/>
                </a:lnTo>
                <a:lnTo>
                  <a:pt x="86814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true" flipV="false" rot="0">
            <a:off x="16541092" y="944051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868149" y="0"/>
                </a:moveTo>
                <a:lnTo>
                  <a:pt x="0" y="0"/>
                </a:lnTo>
                <a:lnTo>
                  <a:pt x="0" y="847914"/>
                </a:lnTo>
                <a:lnTo>
                  <a:pt x="868149" y="847914"/>
                </a:lnTo>
                <a:lnTo>
                  <a:pt x="86814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true" rot="0">
            <a:off x="9403129" y="6055643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0" y="847914"/>
                </a:moveTo>
                <a:lnTo>
                  <a:pt x="868149" y="847914"/>
                </a:lnTo>
                <a:lnTo>
                  <a:pt x="868149" y="0"/>
                </a:lnTo>
                <a:lnTo>
                  <a:pt x="0" y="0"/>
                </a:lnTo>
                <a:lnTo>
                  <a:pt x="0" y="84791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true" rot="0">
            <a:off x="877236" y="8400228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0" y="847914"/>
                </a:moveTo>
                <a:lnTo>
                  <a:pt x="868149" y="847914"/>
                </a:lnTo>
                <a:lnTo>
                  <a:pt x="868149" y="0"/>
                </a:lnTo>
                <a:lnTo>
                  <a:pt x="0" y="0"/>
                </a:lnTo>
                <a:lnTo>
                  <a:pt x="0" y="84791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779009" y="4112708"/>
            <a:ext cx="6067862" cy="42875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5">
                <a:solidFill>
                  <a:srgbClr val="070404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{{s12_text_1}}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404188" y="1744340"/>
            <a:ext cx="6067862" cy="42875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5">
                <a:solidFill>
                  <a:srgbClr val="070404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{{s12_text_2}}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2978" y="-210226"/>
            <a:ext cx="11747278" cy="10671670"/>
            <a:chOff x="0" y="0"/>
            <a:chExt cx="3093933" cy="28106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93933" cy="2810646"/>
            </a:xfrm>
            <a:custGeom>
              <a:avLst/>
              <a:gdLst/>
              <a:ahLst/>
              <a:cxnLst/>
              <a:rect r="r" b="b" t="t" l="l"/>
              <a:pathLst>
                <a:path h="2810646" w="3093933">
                  <a:moveTo>
                    <a:pt x="0" y="0"/>
                  </a:moveTo>
                  <a:lnTo>
                    <a:pt x="3093933" y="0"/>
                  </a:lnTo>
                  <a:lnTo>
                    <a:pt x="3093933" y="2810646"/>
                  </a:lnTo>
                  <a:lnTo>
                    <a:pt x="0" y="281064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093933" cy="28487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12089398" y="-210226"/>
            <a:ext cx="6922705" cy="10671670"/>
            <a:chOff x="0" y="0"/>
            <a:chExt cx="1823264" cy="28106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3264" cy="2810646"/>
            </a:xfrm>
            <a:custGeom>
              <a:avLst/>
              <a:gdLst/>
              <a:ahLst/>
              <a:cxnLst/>
              <a:rect r="r" b="b" t="t" l="l"/>
              <a:pathLst>
                <a:path h="2810646" w="1823264">
                  <a:moveTo>
                    <a:pt x="0" y="0"/>
                  </a:moveTo>
                  <a:lnTo>
                    <a:pt x="1823264" y="0"/>
                  </a:lnTo>
                  <a:lnTo>
                    <a:pt x="1823264" y="2810646"/>
                  </a:lnTo>
                  <a:lnTo>
                    <a:pt x="0" y="281064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33333">
                  <a:srgbClr val="000000">
                    <a:alpha val="86000"/>
                  </a:srgbClr>
                </a:gs>
                <a:gs pos="66667">
                  <a:srgbClr val="000000">
                    <a:alpha val="75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23264" cy="28487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H="true">
            <a:off x="-252978" y="465950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>
            <a:off x="-252978" y="9784847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>
            <a:off x="-252978" y="6690895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>
            <a:off x="-252978" y="3578423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500351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3638299" y="-1045156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3438119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9125530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7750709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9335066" y="1028700"/>
            <a:ext cx="7581430" cy="8229600"/>
            <a:chOff x="0" y="0"/>
            <a:chExt cx="1996755" cy="21674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96755" cy="2167467"/>
            </a:xfrm>
            <a:custGeom>
              <a:avLst/>
              <a:gdLst/>
              <a:ahLst/>
              <a:cxnLst/>
              <a:rect r="r" b="b" t="t" l="l"/>
              <a:pathLst>
                <a:path h="2167467" w="1996755">
                  <a:moveTo>
                    <a:pt x="52080" y="0"/>
                  </a:moveTo>
                  <a:lnTo>
                    <a:pt x="1944675" y="0"/>
                  </a:lnTo>
                  <a:cubicBezTo>
                    <a:pt x="1958488" y="0"/>
                    <a:pt x="1971734" y="5487"/>
                    <a:pt x="1981501" y="15254"/>
                  </a:cubicBezTo>
                  <a:cubicBezTo>
                    <a:pt x="1991268" y="25021"/>
                    <a:pt x="1996755" y="38267"/>
                    <a:pt x="1996755" y="52080"/>
                  </a:cubicBezTo>
                  <a:lnTo>
                    <a:pt x="1996755" y="2115387"/>
                  </a:lnTo>
                  <a:cubicBezTo>
                    <a:pt x="1996755" y="2129199"/>
                    <a:pt x="1991268" y="2142446"/>
                    <a:pt x="1981501" y="2152213"/>
                  </a:cubicBezTo>
                  <a:cubicBezTo>
                    <a:pt x="1971734" y="2161980"/>
                    <a:pt x="1958488" y="2167467"/>
                    <a:pt x="1944675" y="2167467"/>
                  </a:cubicBezTo>
                  <a:lnTo>
                    <a:pt x="52080" y="2167467"/>
                  </a:lnTo>
                  <a:cubicBezTo>
                    <a:pt x="38267" y="2167467"/>
                    <a:pt x="25021" y="2161980"/>
                    <a:pt x="15254" y="2152213"/>
                  </a:cubicBezTo>
                  <a:cubicBezTo>
                    <a:pt x="5487" y="2142446"/>
                    <a:pt x="0" y="2129199"/>
                    <a:pt x="0" y="2115387"/>
                  </a:cubicBezTo>
                  <a:lnTo>
                    <a:pt x="0" y="52080"/>
                  </a:lnTo>
                  <a:cubicBezTo>
                    <a:pt x="0" y="38267"/>
                    <a:pt x="5487" y="25021"/>
                    <a:pt x="15254" y="15254"/>
                  </a:cubicBezTo>
                  <a:cubicBezTo>
                    <a:pt x="25021" y="5487"/>
                    <a:pt x="38267" y="0"/>
                    <a:pt x="5208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996755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-107018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-107018" y="387312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071676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071676" y="387312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8700" y="7010908"/>
            <a:ext cx="8096830" cy="224739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8584"/>
              </a:lnSpc>
            </a:pPr>
            <a:r>
              <a:rPr lang="en-US" sz="7200" b="true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{{s13_title}}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82719" y="1971078"/>
            <a:ext cx="967381" cy="9448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6959"/>
              </a:lnSpc>
            </a:pPr>
            <a:r>
              <a:rPr lang="en-US" sz="6000" b="true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/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82719" y="4587685"/>
            <a:ext cx="967381" cy="9448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6959"/>
              </a:lnSpc>
            </a:pPr>
            <a:r>
              <a:rPr lang="en-US" sz="6000" b="true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/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2250370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250370" y="387312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307728" y="-831691"/>
            <a:ext cx="5112619" cy="6981949"/>
            <a:chOff x="0" y="0"/>
            <a:chExt cx="787836" cy="1075893"/>
          </a:xfrm>
        </p:grpSpPr>
        <p:sp>
          <p:nvSpPr>
            <p:cNvPr name="{{image_3}}" id="31" descr="{{image_3}}"/>
            <p:cNvSpPr/>
            <p:nvPr/>
          </p:nvSpPr>
          <p:spPr>
            <a:xfrm flipH="false" flipV="false" rot="0">
              <a:off x="0" y="0"/>
              <a:ext cx="787836" cy="1075893"/>
            </a:xfrm>
            <a:custGeom>
              <a:avLst/>
              <a:gdLst/>
              <a:ahLst/>
              <a:cxnLst/>
              <a:rect r="r" b="b" t="t" l="l"/>
              <a:pathLst>
                <a:path h="1075893" w="787836">
                  <a:moveTo>
                    <a:pt x="262754" y="1056824"/>
                  </a:moveTo>
                  <a:cubicBezTo>
                    <a:pt x="303144" y="1068338"/>
                    <a:pt x="349063" y="1075893"/>
                    <a:pt x="394130" y="1075893"/>
                  </a:cubicBezTo>
                  <a:cubicBezTo>
                    <a:pt x="439199" y="1075893"/>
                    <a:pt x="482566" y="1069416"/>
                    <a:pt x="522531" y="1057902"/>
                  </a:cubicBezTo>
                  <a:cubicBezTo>
                    <a:pt x="523382" y="1057543"/>
                    <a:pt x="524232" y="1057543"/>
                    <a:pt x="525082" y="1057183"/>
                  </a:cubicBezTo>
                  <a:cubicBezTo>
                    <a:pt x="675166" y="1011128"/>
                    <a:pt x="785710" y="889514"/>
                    <a:pt x="787836" y="741547"/>
                  </a:cubicBezTo>
                  <a:lnTo>
                    <a:pt x="787836" y="0"/>
                  </a:lnTo>
                  <a:lnTo>
                    <a:pt x="0" y="0"/>
                  </a:lnTo>
                  <a:lnTo>
                    <a:pt x="0" y="740997"/>
                  </a:lnTo>
                  <a:cubicBezTo>
                    <a:pt x="2126" y="890233"/>
                    <a:pt x="110969" y="1011848"/>
                    <a:pt x="262754" y="1056824"/>
                  </a:cubicBezTo>
                  <a:close/>
                </a:path>
              </a:pathLst>
            </a:custGeom>
            <a:blipFill>
              <a:blip r:embed="rId5"/>
              <a:stretch>
                <a:fillRect l="-52678" t="0" r="-52678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5400000">
            <a:off x="2796227" y="-2207167"/>
            <a:ext cx="2078749" cy="5260390"/>
            <a:chOff x="0" y="0"/>
            <a:chExt cx="547489" cy="13854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7489" cy="1385453"/>
            </a:xfrm>
            <a:custGeom>
              <a:avLst/>
              <a:gdLst/>
              <a:ahLst/>
              <a:cxnLst/>
              <a:rect r="r" b="b" t="t" l="l"/>
              <a:pathLst>
                <a:path h="1385453" w="547489">
                  <a:moveTo>
                    <a:pt x="0" y="0"/>
                  </a:moveTo>
                  <a:lnTo>
                    <a:pt x="547489" y="0"/>
                  </a:lnTo>
                  <a:lnTo>
                    <a:pt x="547489" y="1385453"/>
                  </a:lnTo>
                  <a:lnTo>
                    <a:pt x="0" y="138545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33333">
                  <a:srgbClr val="000000">
                    <a:alpha val="86000"/>
                  </a:srgbClr>
                </a:gs>
                <a:gs pos="66667">
                  <a:srgbClr val="000000">
                    <a:alpha val="75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47489" cy="1423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816074" y="4284206"/>
            <a:ext cx="2368387" cy="2368387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5500"/>
                  </a:srgbClr>
                </a:gs>
                <a:gs pos="25000">
                  <a:srgbClr val="FFFFFF">
                    <a:alpha val="26000"/>
                  </a:srgbClr>
                </a:gs>
                <a:gs pos="50000">
                  <a:srgbClr val="FFFFFF">
                    <a:alpha val="46000"/>
                  </a:srgbClr>
                </a:gs>
                <a:gs pos="75000">
                  <a:srgbClr val="FFFFFF">
                    <a:alpha val="26000"/>
                  </a:srgbClr>
                </a:gs>
                <a:gs pos="100000">
                  <a:srgbClr val="FFFFFF">
                    <a:alpha val="16000"/>
                  </a:srgbClr>
                </a:gs>
              </a:gsLst>
              <a:lin ang="270000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0957574" y="1714403"/>
            <a:ext cx="5411270" cy="15640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20"/>
              </a:lnSpc>
            </a:pPr>
            <a:r>
              <a:rPr lang="en-US" sz="1800" spc="-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{{s13_text_1}}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957574" y="4342448"/>
            <a:ext cx="5411270" cy="15640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20"/>
              </a:lnSpc>
            </a:pPr>
            <a:r>
              <a:rPr lang="en-US" sz="1800" spc="-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{{s13_text_2}}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882719" y="7280054"/>
            <a:ext cx="967381" cy="9448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6959"/>
              </a:lnSpc>
            </a:pPr>
            <a:r>
              <a:rPr lang="en-US" sz="6000" b="true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/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957574" y="6970492"/>
            <a:ext cx="5411270" cy="15640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20"/>
              </a:lnSpc>
            </a:pPr>
            <a:r>
              <a:rPr lang="en-US" sz="1800" spc="-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{{s13_text_3}}</a:t>
            </a:r>
          </a:p>
        </p:txBody>
      </p:sp>
      <p:sp>
        <p:nvSpPr>
          <p:cNvPr name="AutoShape 42" id="42"/>
          <p:cNvSpPr/>
          <p:nvPr/>
        </p:nvSpPr>
        <p:spPr>
          <a:xfrm>
            <a:off x="13735682" y="3626048"/>
            <a:ext cx="278157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>
            <a:off x="13735682" y="6532303"/>
            <a:ext cx="278157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>
            <a:off x="9923452" y="3626048"/>
            <a:ext cx="297372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>
            <a:off x="9923452" y="6532303"/>
            <a:ext cx="297372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6" id="46"/>
          <p:cNvSpPr/>
          <p:nvPr/>
        </p:nvSpPr>
        <p:spPr>
          <a:xfrm flipH="true" flipV="false" rot="0">
            <a:off x="16193127" y="876014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868149" y="0"/>
                </a:moveTo>
                <a:lnTo>
                  <a:pt x="0" y="0"/>
                </a:lnTo>
                <a:lnTo>
                  <a:pt x="0" y="847914"/>
                </a:lnTo>
                <a:lnTo>
                  <a:pt x="868149" y="847914"/>
                </a:lnTo>
                <a:lnTo>
                  <a:pt x="86814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true" rot="0">
            <a:off x="9179209" y="8561516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0" y="847914"/>
                </a:moveTo>
                <a:lnTo>
                  <a:pt x="868149" y="847914"/>
                </a:lnTo>
                <a:lnTo>
                  <a:pt x="868149" y="0"/>
                </a:lnTo>
                <a:lnTo>
                  <a:pt x="0" y="0"/>
                </a:lnTo>
                <a:lnTo>
                  <a:pt x="0" y="84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3104109" y="3484717"/>
            <a:ext cx="421217" cy="282662"/>
            <a:chOff x="0" y="0"/>
            <a:chExt cx="812800" cy="54543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29402" y="16786"/>
              <a:ext cx="753995" cy="511865"/>
            </a:xfrm>
            <a:custGeom>
              <a:avLst/>
              <a:gdLst/>
              <a:ahLst/>
              <a:cxnLst/>
              <a:rect r="r" b="b" t="t" l="l"/>
              <a:pathLst>
                <a:path h="511865" w="753995">
                  <a:moveTo>
                    <a:pt x="422784" y="13939"/>
                  </a:moveTo>
                  <a:lnTo>
                    <a:pt x="737612" y="225208"/>
                  </a:lnTo>
                  <a:cubicBezTo>
                    <a:pt x="747852" y="232080"/>
                    <a:pt x="753996" y="243601"/>
                    <a:pt x="753996" y="255933"/>
                  </a:cubicBezTo>
                  <a:cubicBezTo>
                    <a:pt x="753996" y="268265"/>
                    <a:pt x="747852" y="279787"/>
                    <a:pt x="737612" y="286658"/>
                  </a:cubicBezTo>
                  <a:lnTo>
                    <a:pt x="422784" y="497927"/>
                  </a:lnTo>
                  <a:cubicBezTo>
                    <a:pt x="395089" y="516512"/>
                    <a:pt x="358907" y="516512"/>
                    <a:pt x="331212" y="497927"/>
                  </a:cubicBezTo>
                  <a:lnTo>
                    <a:pt x="16384" y="286658"/>
                  </a:lnTo>
                  <a:cubicBezTo>
                    <a:pt x="6144" y="279787"/>
                    <a:pt x="0" y="268265"/>
                    <a:pt x="0" y="255933"/>
                  </a:cubicBezTo>
                  <a:cubicBezTo>
                    <a:pt x="0" y="243601"/>
                    <a:pt x="6144" y="232080"/>
                    <a:pt x="16384" y="225208"/>
                  </a:cubicBezTo>
                  <a:lnTo>
                    <a:pt x="331212" y="13939"/>
                  </a:lnTo>
                  <a:cubicBezTo>
                    <a:pt x="358907" y="-4646"/>
                    <a:pt x="395089" y="-4646"/>
                    <a:pt x="422784" y="139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139700" y="55647"/>
              <a:ext cx="533400" cy="396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104109" y="6390972"/>
            <a:ext cx="421217" cy="282662"/>
            <a:chOff x="0" y="0"/>
            <a:chExt cx="812800" cy="54543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29402" y="16786"/>
              <a:ext cx="753995" cy="511865"/>
            </a:xfrm>
            <a:custGeom>
              <a:avLst/>
              <a:gdLst/>
              <a:ahLst/>
              <a:cxnLst/>
              <a:rect r="r" b="b" t="t" l="l"/>
              <a:pathLst>
                <a:path h="511865" w="753995">
                  <a:moveTo>
                    <a:pt x="422784" y="13939"/>
                  </a:moveTo>
                  <a:lnTo>
                    <a:pt x="737612" y="225208"/>
                  </a:lnTo>
                  <a:cubicBezTo>
                    <a:pt x="747852" y="232080"/>
                    <a:pt x="753996" y="243601"/>
                    <a:pt x="753996" y="255933"/>
                  </a:cubicBezTo>
                  <a:cubicBezTo>
                    <a:pt x="753996" y="268265"/>
                    <a:pt x="747852" y="279787"/>
                    <a:pt x="737612" y="286658"/>
                  </a:cubicBezTo>
                  <a:lnTo>
                    <a:pt x="422784" y="497927"/>
                  </a:lnTo>
                  <a:cubicBezTo>
                    <a:pt x="395089" y="516512"/>
                    <a:pt x="358907" y="516512"/>
                    <a:pt x="331212" y="497927"/>
                  </a:cubicBezTo>
                  <a:lnTo>
                    <a:pt x="16384" y="286658"/>
                  </a:lnTo>
                  <a:cubicBezTo>
                    <a:pt x="6144" y="279787"/>
                    <a:pt x="0" y="268265"/>
                    <a:pt x="0" y="255933"/>
                  </a:cubicBezTo>
                  <a:cubicBezTo>
                    <a:pt x="0" y="243601"/>
                    <a:pt x="6144" y="232080"/>
                    <a:pt x="16384" y="225208"/>
                  </a:cubicBezTo>
                  <a:lnTo>
                    <a:pt x="331212" y="13939"/>
                  </a:lnTo>
                  <a:cubicBezTo>
                    <a:pt x="358907" y="-4646"/>
                    <a:pt x="395089" y="-4646"/>
                    <a:pt x="422784" y="139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139700" y="55647"/>
              <a:ext cx="533400" cy="396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2978" y="-210226"/>
            <a:ext cx="11747278" cy="10671670"/>
            <a:chOff x="0" y="0"/>
            <a:chExt cx="3093933" cy="28106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93933" cy="2810646"/>
            </a:xfrm>
            <a:custGeom>
              <a:avLst/>
              <a:gdLst/>
              <a:ahLst/>
              <a:cxnLst/>
              <a:rect r="r" b="b" t="t" l="l"/>
              <a:pathLst>
                <a:path h="2810646" w="3093933">
                  <a:moveTo>
                    <a:pt x="0" y="0"/>
                  </a:moveTo>
                  <a:lnTo>
                    <a:pt x="3093933" y="0"/>
                  </a:lnTo>
                  <a:lnTo>
                    <a:pt x="3093933" y="2810646"/>
                  </a:lnTo>
                  <a:lnTo>
                    <a:pt x="0" y="281064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093933" cy="28487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12089398" y="-210226"/>
            <a:ext cx="6922705" cy="10671670"/>
            <a:chOff x="0" y="0"/>
            <a:chExt cx="1823264" cy="28106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3264" cy="2810646"/>
            </a:xfrm>
            <a:custGeom>
              <a:avLst/>
              <a:gdLst/>
              <a:ahLst/>
              <a:cxnLst/>
              <a:rect r="r" b="b" t="t" l="l"/>
              <a:pathLst>
                <a:path h="2810646" w="1823264">
                  <a:moveTo>
                    <a:pt x="0" y="0"/>
                  </a:moveTo>
                  <a:lnTo>
                    <a:pt x="1823264" y="0"/>
                  </a:lnTo>
                  <a:lnTo>
                    <a:pt x="1823264" y="2810646"/>
                  </a:lnTo>
                  <a:lnTo>
                    <a:pt x="0" y="281064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33333">
                  <a:srgbClr val="000000">
                    <a:alpha val="86000"/>
                  </a:srgbClr>
                </a:gs>
                <a:gs pos="66667">
                  <a:srgbClr val="000000">
                    <a:alpha val="75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23264" cy="28487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H="true">
            <a:off x="-252978" y="465950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>
            <a:off x="-252978" y="9784847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>
            <a:off x="-252978" y="6690895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>
            <a:off x="-252978" y="3578423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500351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3638299" y="-1045156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3438119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9125530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7750709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572085" y="3505679"/>
            <a:ext cx="15143830" cy="5752621"/>
            <a:chOff x="0" y="0"/>
            <a:chExt cx="3988498" cy="151509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88498" cy="1515094"/>
            </a:xfrm>
            <a:custGeom>
              <a:avLst/>
              <a:gdLst/>
              <a:ahLst/>
              <a:cxnLst/>
              <a:rect r="r" b="b" t="t" l="l"/>
              <a:pathLst>
                <a:path h="1515094" w="3988498">
                  <a:moveTo>
                    <a:pt x="26073" y="0"/>
                  </a:moveTo>
                  <a:lnTo>
                    <a:pt x="3962426" y="0"/>
                  </a:lnTo>
                  <a:cubicBezTo>
                    <a:pt x="3969341" y="0"/>
                    <a:pt x="3975972" y="2747"/>
                    <a:pt x="3980862" y="7636"/>
                  </a:cubicBezTo>
                  <a:cubicBezTo>
                    <a:pt x="3985752" y="12526"/>
                    <a:pt x="3988498" y="19158"/>
                    <a:pt x="3988498" y="26073"/>
                  </a:cubicBezTo>
                  <a:lnTo>
                    <a:pt x="3988498" y="1489021"/>
                  </a:lnTo>
                  <a:cubicBezTo>
                    <a:pt x="3988498" y="1503421"/>
                    <a:pt x="3976825" y="1515094"/>
                    <a:pt x="3962426" y="1515094"/>
                  </a:cubicBezTo>
                  <a:lnTo>
                    <a:pt x="26073" y="1515094"/>
                  </a:lnTo>
                  <a:cubicBezTo>
                    <a:pt x="19158" y="1515094"/>
                    <a:pt x="12526" y="1512347"/>
                    <a:pt x="7636" y="1507457"/>
                  </a:cubicBezTo>
                  <a:cubicBezTo>
                    <a:pt x="2747" y="1502568"/>
                    <a:pt x="0" y="1495936"/>
                    <a:pt x="0" y="1489021"/>
                  </a:cubicBezTo>
                  <a:lnTo>
                    <a:pt x="0" y="26073"/>
                  </a:lnTo>
                  <a:cubicBezTo>
                    <a:pt x="0" y="11673"/>
                    <a:pt x="11673" y="0"/>
                    <a:pt x="260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988498" cy="1553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-107018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-107018" y="387312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071676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071676" y="387312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8700" y="1011966"/>
            <a:ext cx="16230600" cy="14268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440"/>
              </a:lnSpc>
            </a:pPr>
            <a:r>
              <a:rPr lang="en-US" sz="7200" b="true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{{s14_title}}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2250370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250370" y="387312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true" rot="0">
            <a:off x="1409236" y="8563687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0" y="847914"/>
                </a:moveTo>
                <a:lnTo>
                  <a:pt x="868149" y="847914"/>
                </a:lnTo>
                <a:lnTo>
                  <a:pt x="868149" y="0"/>
                </a:lnTo>
                <a:lnTo>
                  <a:pt x="0" y="0"/>
                </a:lnTo>
                <a:lnTo>
                  <a:pt x="0" y="84791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true" flipV="false" rot="0">
            <a:off x="16008489" y="3364785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868149" y="0"/>
                </a:moveTo>
                <a:lnTo>
                  <a:pt x="0" y="0"/>
                </a:lnTo>
                <a:lnTo>
                  <a:pt x="0" y="847915"/>
                </a:lnTo>
                <a:lnTo>
                  <a:pt x="868149" y="847915"/>
                </a:lnTo>
                <a:lnTo>
                  <a:pt x="86814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0" id="30"/>
          <p:cNvSpPr/>
          <p:nvPr/>
        </p:nvSpPr>
        <p:spPr>
          <a:xfrm>
            <a:off x="9135055" y="6876635"/>
            <a:ext cx="0" cy="2111009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H="true">
            <a:off x="9125530" y="3788743"/>
            <a:ext cx="0" cy="2144947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2277385" y="4165075"/>
            <a:ext cx="6067862" cy="42875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5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{{s14_text_1}}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903045" y="4165075"/>
            <a:ext cx="6067862" cy="42875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5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{{s14_text_2}}</a:t>
            </a:r>
          </a:p>
        </p:txBody>
      </p:sp>
      <p:grpSp>
        <p:nvGrpSpPr>
          <p:cNvPr name="Group 34" id="34"/>
          <p:cNvGrpSpPr/>
          <p:nvPr/>
        </p:nvGrpSpPr>
        <p:grpSpPr>
          <a:xfrm rot="-5400000">
            <a:off x="8914921" y="6240658"/>
            <a:ext cx="421217" cy="282662"/>
            <a:chOff x="0" y="0"/>
            <a:chExt cx="812800" cy="54543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29402" y="16786"/>
              <a:ext cx="753995" cy="511865"/>
            </a:xfrm>
            <a:custGeom>
              <a:avLst/>
              <a:gdLst/>
              <a:ahLst/>
              <a:cxnLst/>
              <a:rect r="r" b="b" t="t" l="l"/>
              <a:pathLst>
                <a:path h="511865" w="753995">
                  <a:moveTo>
                    <a:pt x="422784" y="13939"/>
                  </a:moveTo>
                  <a:lnTo>
                    <a:pt x="737612" y="225208"/>
                  </a:lnTo>
                  <a:cubicBezTo>
                    <a:pt x="747852" y="232080"/>
                    <a:pt x="753996" y="243601"/>
                    <a:pt x="753996" y="255933"/>
                  </a:cubicBezTo>
                  <a:cubicBezTo>
                    <a:pt x="753996" y="268265"/>
                    <a:pt x="747852" y="279787"/>
                    <a:pt x="737612" y="286658"/>
                  </a:cubicBezTo>
                  <a:lnTo>
                    <a:pt x="422784" y="497927"/>
                  </a:lnTo>
                  <a:cubicBezTo>
                    <a:pt x="395089" y="516512"/>
                    <a:pt x="358907" y="516512"/>
                    <a:pt x="331212" y="497927"/>
                  </a:cubicBezTo>
                  <a:lnTo>
                    <a:pt x="16384" y="286658"/>
                  </a:lnTo>
                  <a:cubicBezTo>
                    <a:pt x="6144" y="279787"/>
                    <a:pt x="0" y="268265"/>
                    <a:pt x="0" y="255933"/>
                  </a:cubicBezTo>
                  <a:cubicBezTo>
                    <a:pt x="0" y="243601"/>
                    <a:pt x="6144" y="232080"/>
                    <a:pt x="16384" y="225208"/>
                  </a:cubicBezTo>
                  <a:lnTo>
                    <a:pt x="331212" y="13939"/>
                  </a:lnTo>
                  <a:cubicBezTo>
                    <a:pt x="358907" y="-4646"/>
                    <a:pt x="395089" y="-4646"/>
                    <a:pt x="422784" y="139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139700" y="55647"/>
              <a:ext cx="533400" cy="396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-252978" y="465950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-252978" y="9784847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-252978" y="6690895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>
            <a:off x="-252978" y="3578423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00351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3638299" y="-1045156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3438119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125530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7750709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-107018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071676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250370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659107" y="4150145"/>
            <a:ext cx="8600193" cy="4420511"/>
            <a:chOff x="0" y="0"/>
            <a:chExt cx="2265071" cy="1164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65071" cy="1164250"/>
            </a:xfrm>
            <a:custGeom>
              <a:avLst/>
              <a:gdLst/>
              <a:ahLst/>
              <a:cxnLst/>
              <a:rect r="r" b="b" t="t" l="l"/>
              <a:pathLst>
                <a:path h="1164250" w="2265071">
                  <a:moveTo>
                    <a:pt x="45910" y="0"/>
                  </a:moveTo>
                  <a:lnTo>
                    <a:pt x="2219161" y="0"/>
                  </a:lnTo>
                  <a:cubicBezTo>
                    <a:pt x="2244516" y="0"/>
                    <a:pt x="2265071" y="20555"/>
                    <a:pt x="2265071" y="45910"/>
                  </a:cubicBezTo>
                  <a:lnTo>
                    <a:pt x="2265071" y="1118339"/>
                  </a:lnTo>
                  <a:cubicBezTo>
                    <a:pt x="2265071" y="1143695"/>
                    <a:pt x="2244516" y="1164250"/>
                    <a:pt x="2219161" y="1164250"/>
                  </a:cubicBezTo>
                  <a:lnTo>
                    <a:pt x="45910" y="1164250"/>
                  </a:lnTo>
                  <a:cubicBezTo>
                    <a:pt x="20555" y="1164250"/>
                    <a:pt x="0" y="1143695"/>
                    <a:pt x="0" y="1118339"/>
                  </a:cubicBezTo>
                  <a:lnTo>
                    <a:pt x="0" y="45910"/>
                  </a:lnTo>
                  <a:cubicBezTo>
                    <a:pt x="0" y="20555"/>
                    <a:pt x="20555" y="0"/>
                    <a:pt x="45910" y="0"/>
                  </a:cubicBezTo>
                  <a:close/>
                </a:path>
              </a:pathLst>
            </a:custGeom>
            <a:ln w="19050" cap="rnd">
              <a:solidFill>
                <a:srgbClr val="070404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65071" cy="1202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32399" y="741507"/>
            <a:ext cx="5773028" cy="8192563"/>
            <a:chOff x="0" y="0"/>
            <a:chExt cx="545606" cy="7742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5606" cy="774275"/>
            </a:xfrm>
            <a:custGeom>
              <a:avLst/>
              <a:gdLst/>
              <a:ahLst/>
              <a:cxnLst/>
              <a:rect r="r" b="b" t="t" l="l"/>
              <a:pathLst>
                <a:path h="774275" w="545606">
                  <a:moveTo>
                    <a:pt x="272803" y="0"/>
                  </a:moveTo>
                  <a:cubicBezTo>
                    <a:pt x="122138" y="0"/>
                    <a:pt x="0" y="173327"/>
                    <a:pt x="0" y="387138"/>
                  </a:cubicBezTo>
                  <a:cubicBezTo>
                    <a:pt x="0" y="600948"/>
                    <a:pt x="122138" y="774275"/>
                    <a:pt x="272803" y="774275"/>
                  </a:cubicBezTo>
                  <a:cubicBezTo>
                    <a:pt x="423468" y="774275"/>
                    <a:pt x="545606" y="600948"/>
                    <a:pt x="545606" y="387138"/>
                  </a:cubicBezTo>
                  <a:cubicBezTo>
                    <a:pt x="545606" y="173327"/>
                    <a:pt x="423468" y="0"/>
                    <a:pt x="272803" y="0"/>
                  </a:cubicBezTo>
                  <a:close/>
                </a:path>
              </a:pathLst>
            </a:custGeom>
            <a:ln w="19050" cap="sq">
              <a:solidFill>
                <a:srgbClr val="070404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51151" y="34488"/>
              <a:ext cx="443305" cy="667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70659" y="858984"/>
            <a:ext cx="6730841" cy="8365239"/>
            <a:chOff x="0" y="0"/>
            <a:chExt cx="8315960" cy="10335260"/>
          </a:xfrm>
        </p:grpSpPr>
        <p:sp>
          <p:nvSpPr>
            <p:cNvPr name="{{image_4}}" id="21" descr="{{image_4}}"/>
            <p:cNvSpPr/>
            <p:nvPr/>
          </p:nvSpPr>
          <p:spPr>
            <a:xfrm flipH="false" flipV="false" rot="0">
              <a:off x="0" y="0"/>
              <a:ext cx="8315960" cy="10335260"/>
            </a:xfrm>
            <a:custGeom>
              <a:avLst/>
              <a:gdLst/>
              <a:ahLst/>
              <a:cxnLst/>
              <a:rect r="r" b="b" t="t" l="l"/>
              <a:pathLst>
                <a:path h="10335260" w="8315960">
                  <a:moveTo>
                    <a:pt x="4157980" y="0"/>
                  </a:moveTo>
                  <a:cubicBezTo>
                    <a:pt x="1861591" y="0"/>
                    <a:pt x="0" y="2313627"/>
                    <a:pt x="0" y="5167630"/>
                  </a:cubicBezTo>
                  <a:cubicBezTo>
                    <a:pt x="0" y="8021633"/>
                    <a:pt x="1861591" y="10335260"/>
                    <a:pt x="4157980" y="10335260"/>
                  </a:cubicBezTo>
                  <a:cubicBezTo>
                    <a:pt x="6454369" y="10335260"/>
                    <a:pt x="8315960" y="8021633"/>
                    <a:pt x="8315960" y="5167630"/>
                  </a:cubicBezTo>
                  <a:cubicBezTo>
                    <a:pt x="8315960" y="2313627"/>
                    <a:pt x="6454369" y="0"/>
                    <a:pt x="4157980" y="0"/>
                  </a:cubicBezTo>
                  <a:close/>
                </a:path>
              </a:pathLst>
            </a:custGeom>
            <a:blipFill>
              <a:blip r:embed="rId4"/>
              <a:stretch>
                <a:fillRect l="-61667" t="0" r="0" b="0"/>
              </a:stretch>
            </a:blipFill>
            <a:ln w="19050" cap="sq">
              <a:solidFill>
                <a:srgbClr val="070404"/>
              </a:solidFill>
              <a:prstDash val="solid"/>
              <a:miter/>
            </a:ln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8504890" y="4001920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0" y="0"/>
                </a:moveTo>
                <a:lnTo>
                  <a:pt x="868149" y="0"/>
                </a:lnTo>
                <a:lnTo>
                  <a:pt x="868149" y="847914"/>
                </a:lnTo>
                <a:lnTo>
                  <a:pt x="0" y="8479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true" flipV="true" rot="0">
            <a:off x="16542436" y="7867224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868149" y="847915"/>
                </a:moveTo>
                <a:lnTo>
                  <a:pt x="0" y="847915"/>
                </a:lnTo>
                <a:lnTo>
                  <a:pt x="0" y="0"/>
                </a:lnTo>
                <a:lnTo>
                  <a:pt x="868149" y="0"/>
                </a:lnTo>
                <a:lnTo>
                  <a:pt x="868149" y="84791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809072" y="1658021"/>
            <a:ext cx="8450228" cy="163829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2600"/>
              </a:lnSpc>
            </a:pPr>
            <a:r>
              <a:rPr lang="en-US" sz="7200" b="true">
                <a:solidFill>
                  <a:srgbClr val="070404"/>
                </a:solidFill>
                <a:latin typeface="Hatton Bold"/>
                <a:ea typeface="Hatton Bold"/>
                <a:cs typeface="Hatton Bold"/>
                <a:sym typeface="Hatton Bold"/>
              </a:rPr>
              <a:t>{{s15_title}}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61023" y="4778616"/>
            <a:ext cx="7643512" cy="31159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5">
                <a:solidFill>
                  <a:srgbClr val="070404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{{s15_text_1}}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2978" y="-210226"/>
            <a:ext cx="11747278" cy="10671670"/>
            <a:chOff x="0" y="0"/>
            <a:chExt cx="3093933" cy="28106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93933" cy="2810646"/>
            </a:xfrm>
            <a:custGeom>
              <a:avLst/>
              <a:gdLst/>
              <a:ahLst/>
              <a:cxnLst/>
              <a:rect r="r" b="b" t="t" l="l"/>
              <a:pathLst>
                <a:path h="2810646" w="3093933">
                  <a:moveTo>
                    <a:pt x="0" y="0"/>
                  </a:moveTo>
                  <a:lnTo>
                    <a:pt x="3093933" y="0"/>
                  </a:lnTo>
                  <a:lnTo>
                    <a:pt x="3093933" y="2810646"/>
                  </a:lnTo>
                  <a:lnTo>
                    <a:pt x="0" y="281064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093933" cy="28487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12089398" y="-210226"/>
            <a:ext cx="6922705" cy="10671670"/>
            <a:chOff x="0" y="0"/>
            <a:chExt cx="1823264" cy="28106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3264" cy="2810646"/>
            </a:xfrm>
            <a:custGeom>
              <a:avLst/>
              <a:gdLst/>
              <a:ahLst/>
              <a:cxnLst/>
              <a:rect r="r" b="b" t="t" l="l"/>
              <a:pathLst>
                <a:path h="2810646" w="1823264">
                  <a:moveTo>
                    <a:pt x="0" y="0"/>
                  </a:moveTo>
                  <a:lnTo>
                    <a:pt x="1823264" y="0"/>
                  </a:lnTo>
                  <a:lnTo>
                    <a:pt x="1823264" y="2810646"/>
                  </a:lnTo>
                  <a:lnTo>
                    <a:pt x="0" y="281064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33333">
                  <a:srgbClr val="000000">
                    <a:alpha val="86000"/>
                  </a:srgbClr>
                </a:gs>
                <a:gs pos="66667">
                  <a:srgbClr val="000000">
                    <a:alpha val="75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23264" cy="28487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H="true">
            <a:off x="-252978" y="465950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>
            <a:off x="-252978" y="9784847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>
            <a:off x="-252978" y="6690895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>
            <a:off x="-252978" y="3578423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500351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3638299" y="-1045156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3438119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9125530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7750709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9335066" y="1028700"/>
            <a:ext cx="7581430" cy="8229600"/>
            <a:chOff x="0" y="0"/>
            <a:chExt cx="1996755" cy="21674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96755" cy="2167467"/>
            </a:xfrm>
            <a:custGeom>
              <a:avLst/>
              <a:gdLst/>
              <a:ahLst/>
              <a:cxnLst/>
              <a:rect r="r" b="b" t="t" l="l"/>
              <a:pathLst>
                <a:path h="2167467" w="1996755">
                  <a:moveTo>
                    <a:pt x="52080" y="0"/>
                  </a:moveTo>
                  <a:lnTo>
                    <a:pt x="1944675" y="0"/>
                  </a:lnTo>
                  <a:cubicBezTo>
                    <a:pt x="1958488" y="0"/>
                    <a:pt x="1971734" y="5487"/>
                    <a:pt x="1981501" y="15254"/>
                  </a:cubicBezTo>
                  <a:cubicBezTo>
                    <a:pt x="1991268" y="25021"/>
                    <a:pt x="1996755" y="38267"/>
                    <a:pt x="1996755" y="52080"/>
                  </a:cubicBezTo>
                  <a:lnTo>
                    <a:pt x="1996755" y="2115387"/>
                  </a:lnTo>
                  <a:cubicBezTo>
                    <a:pt x="1996755" y="2129199"/>
                    <a:pt x="1991268" y="2142446"/>
                    <a:pt x="1981501" y="2152213"/>
                  </a:cubicBezTo>
                  <a:cubicBezTo>
                    <a:pt x="1971734" y="2161980"/>
                    <a:pt x="1958488" y="2167467"/>
                    <a:pt x="1944675" y="2167467"/>
                  </a:cubicBezTo>
                  <a:lnTo>
                    <a:pt x="52080" y="2167467"/>
                  </a:lnTo>
                  <a:cubicBezTo>
                    <a:pt x="38267" y="2167467"/>
                    <a:pt x="25021" y="2161980"/>
                    <a:pt x="15254" y="2152213"/>
                  </a:cubicBezTo>
                  <a:cubicBezTo>
                    <a:pt x="5487" y="2142446"/>
                    <a:pt x="0" y="2129199"/>
                    <a:pt x="0" y="2115387"/>
                  </a:cubicBezTo>
                  <a:lnTo>
                    <a:pt x="0" y="52080"/>
                  </a:lnTo>
                  <a:cubicBezTo>
                    <a:pt x="0" y="38267"/>
                    <a:pt x="5487" y="25021"/>
                    <a:pt x="15254" y="15254"/>
                  </a:cubicBezTo>
                  <a:cubicBezTo>
                    <a:pt x="25021" y="5487"/>
                    <a:pt x="38267" y="0"/>
                    <a:pt x="5208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996755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-107018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-107018" y="387312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071676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071676" y="387312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8700" y="7831455"/>
            <a:ext cx="8096830" cy="14268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0440"/>
              </a:lnSpc>
            </a:pPr>
            <a:r>
              <a:rPr lang="en-US" sz="7200" b="true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{{s16_title}}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82719" y="1971078"/>
            <a:ext cx="967381" cy="9448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6959"/>
              </a:lnSpc>
            </a:pPr>
            <a:r>
              <a:rPr lang="en-US" sz="6000" b="true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/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82719" y="4587685"/>
            <a:ext cx="967381" cy="9448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6959"/>
              </a:lnSpc>
            </a:pPr>
            <a:r>
              <a:rPr lang="en-US" sz="6000" b="true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/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2250370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250370" y="387312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307728" y="-831691"/>
            <a:ext cx="5112619" cy="6981949"/>
            <a:chOff x="0" y="0"/>
            <a:chExt cx="787836" cy="1075893"/>
          </a:xfrm>
        </p:grpSpPr>
        <p:sp>
          <p:nvSpPr>
            <p:cNvPr name="{{image_5}}" id="31" descr="{{image_5}}"/>
            <p:cNvSpPr/>
            <p:nvPr/>
          </p:nvSpPr>
          <p:spPr>
            <a:xfrm flipH="false" flipV="false" rot="0">
              <a:off x="0" y="0"/>
              <a:ext cx="787836" cy="1075893"/>
            </a:xfrm>
            <a:custGeom>
              <a:avLst/>
              <a:gdLst/>
              <a:ahLst/>
              <a:cxnLst/>
              <a:rect r="r" b="b" t="t" l="l"/>
              <a:pathLst>
                <a:path h="1075893" w="787836">
                  <a:moveTo>
                    <a:pt x="262754" y="1056824"/>
                  </a:moveTo>
                  <a:cubicBezTo>
                    <a:pt x="303144" y="1068338"/>
                    <a:pt x="349063" y="1075893"/>
                    <a:pt x="394130" y="1075893"/>
                  </a:cubicBezTo>
                  <a:cubicBezTo>
                    <a:pt x="439199" y="1075893"/>
                    <a:pt x="482566" y="1069416"/>
                    <a:pt x="522531" y="1057902"/>
                  </a:cubicBezTo>
                  <a:cubicBezTo>
                    <a:pt x="523382" y="1057543"/>
                    <a:pt x="524232" y="1057543"/>
                    <a:pt x="525082" y="1057183"/>
                  </a:cubicBezTo>
                  <a:cubicBezTo>
                    <a:pt x="675166" y="1011128"/>
                    <a:pt x="785710" y="889514"/>
                    <a:pt x="787836" y="741547"/>
                  </a:cubicBezTo>
                  <a:lnTo>
                    <a:pt x="787836" y="0"/>
                  </a:lnTo>
                  <a:lnTo>
                    <a:pt x="0" y="0"/>
                  </a:lnTo>
                  <a:lnTo>
                    <a:pt x="0" y="740997"/>
                  </a:lnTo>
                  <a:cubicBezTo>
                    <a:pt x="2126" y="890233"/>
                    <a:pt x="110969" y="1011848"/>
                    <a:pt x="262754" y="1056824"/>
                  </a:cubicBezTo>
                  <a:close/>
                </a:path>
              </a:pathLst>
            </a:custGeom>
            <a:blipFill>
              <a:blip r:embed="rId5"/>
              <a:stretch>
                <a:fillRect l="-1149" t="0" r="-1149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5400000">
            <a:off x="2796227" y="-2207167"/>
            <a:ext cx="2078749" cy="5260390"/>
            <a:chOff x="0" y="0"/>
            <a:chExt cx="547489" cy="13854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7489" cy="1385453"/>
            </a:xfrm>
            <a:custGeom>
              <a:avLst/>
              <a:gdLst/>
              <a:ahLst/>
              <a:cxnLst/>
              <a:rect r="r" b="b" t="t" l="l"/>
              <a:pathLst>
                <a:path h="1385453" w="547489">
                  <a:moveTo>
                    <a:pt x="0" y="0"/>
                  </a:moveTo>
                  <a:lnTo>
                    <a:pt x="547489" y="0"/>
                  </a:lnTo>
                  <a:lnTo>
                    <a:pt x="547489" y="1385453"/>
                  </a:lnTo>
                  <a:lnTo>
                    <a:pt x="0" y="138545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33333">
                  <a:srgbClr val="000000">
                    <a:alpha val="86000"/>
                  </a:srgbClr>
                </a:gs>
                <a:gs pos="66667">
                  <a:srgbClr val="000000">
                    <a:alpha val="75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47489" cy="1423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816074" y="4284206"/>
            <a:ext cx="2368387" cy="2368387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5500"/>
                  </a:srgbClr>
                </a:gs>
                <a:gs pos="25000">
                  <a:srgbClr val="FFFFFF">
                    <a:alpha val="26000"/>
                  </a:srgbClr>
                </a:gs>
                <a:gs pos="50000">
                  <a:srgbClr val="FFFFFF">
                    <a:alpha val="46000"/>
                  </a:srgbClr>
                </a:gs>
                <a:gs pos="75000">
                  <a:srgbClr val="FFFFFF">
                    <a:alpha val="26000"/>
                  </a:srgbClr>
                </a:gs>
                <a:gs pos="100000">
                  <a:srgbClr val="FFFFFF">
                    <a:alpha val="16000"/>
                  </a:srgbClr>
                </a:gs>
              </a:gsLst>
              <a:lin ang="270000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0957574" y="1714403"/>
            <a:ext cx="5411270" cy="15640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20"/>
              </a:lnSpc>
            </a:pPr>
            <a:r>
              <a:rPr lang="en-US" sz="1800" spc="-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{{s16_text_1}}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957574" y="4342448"/>
            <a:ext cx="5411270" cy="15640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20"/>
              </a:lnSpc>
            </a:pPr>
            <a:r>
              <a:rPr lang="en-US" sz="1800" spc="-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{{s16_text_2}}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882719" y="7280054"/>
            <a:ext cx="967381" cy="9448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6959"/>
              </a:lnSpc>
            </a:pPr>
            <a:r>
              <a:rPr lang="en-US" sz="6000" b="true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/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957574" y="6970492"/>
            <a:ext cx="5411270" cy="15640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20"/>
              </a:lnSpc>
            </a:pPr>
            <a:r>
              <a:rPr lang="en-US" sz="1800" spc="-86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{{s16_text_3}}</a:t>
            </a:r>
          </a:p>
        </p:txBody>
      </p:sp>
      <p:sp>
        <p:nvSpPr>
          <p:cNvPr name="AutoShape 42" id="42"/>
          <p:cNvSpPr/>
          <p:nvPr/>
        </p:nvSpPr>
        <p:spPr>
          <a:xfrm>
            <a:off x="13735682" y="3626048"/>
            <a:ext cx="278157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>
            <a:off x="13735682" y="6532303"/>
            <a:ext cx="278157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>
            <a:off x="9923452" y="3626048"/>
            <a:ext cx="297372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>
            <a:off x="9923452" y="6532303"/>
            <a:ext cx="297372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6" id="46"/>
          <p:cNvSpPr/>
          <p:nvPr/>
        </p:nvSpPr>
        <p:spPr>
          <a:xfrm flipH="true" flipV="false" rot="0">
            <a:off x="16193127" y="876014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868149" y="0"/>
                </a:moveTo>
                <a:lnTo>
                  <a:pt x="0" y="0"/>
                </a:lnTo>
                <a:lnTo>
                  <a:pt x="0" y="847914"/>
                </a:lnTo>
                <a:lnTo>
                  <a:pt x="868149" y="847914"/>
                </a:lnTo>
                <a:lnTo>
                  <a:pt x="86814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true" rot="0">
            <a:off x="9179209" y="8561516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0" y="847914"/>
                </a:moveTo>
                <a:lnTo>
                  <a:pt x="868149" y="847914"/>
                </a:lnTo>
                <a:lnTo>
                  <a:pt x="868149" y="0"/>
                </a:lnTo>
                <a:lnTo>
                  <a:pt x="0" y="0"/>
                </a:lnTo>
                <a:lnTo>
                  <a:pt x="0" y="84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3105823" y="3484717"/>
            <a:ext cx="421217" cy="282662"/>
            <a:chOff x="0" y="0"/>
            <a:chExt cx="812800" cy="54543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29402" y="16786"/>
              <a:ext cx="753995" cy="511865"/>
            </a:xfrm>
            <a:custGeom>
              <a:avLst/>
              <a:gdLst/>
              <a:ahLst/>
              <a:cxnLst/>
              <a:rect r="r" b="b" t="t" l="l"/>
              <a:pathLst>
                <a:path h="511865" w="753995">
                  <a:moveTo>
                    <a:pt x="422784" y="13939"/>
                  </a:moveTo>
                  <a:lnTo>
                    <a:pt x="737612" y="225208"/>
                  </a:lnTo>
                  <a:cubicBezTo>
                    <a:pt x="747852" y="232080"/>
                    <a:pt x="753996" y="243601"/>
                    <a:pt x="753996" y="255933"/>
                  </a:cubicBezTo>
                  <a:cubicBezTo>
                    <a:pt x="753996" y="268265"/>
                    <a:pt x="747852" y="279787"/>
                    <a:pt x="737612" y="286658"/>
                  </a:cubicBezTo>
                  <a:lnTo>
                    <a:pt x="422784" y="497927"/>
                  </a:lnTo>
                  <a:cubicBezTo>
                    <a:pt x="395089" y="516512"/>
                    <a:pt x="358907" y="516512"/>
                    <a:pt x="331212" y="497927"/>
                  </a:cubicBezTo>
                  <a:lnTo>
                    <a:pt x="16384" y="286658"/>
                  </a:lnTo>
                  <a:cubicBezTo>
                    <a:pt x="6144" y="279787"/>
                    <a:pt x="0" y="268265"/>
                    <a:pt x="0" y="255933"/>
                  </a:cubicBezTo>
                  <a:cubicBezTo>
                    <a:pt x="0" y="243601"/>
                    <a:pt x="6144" y="232080"/>
                    <a:pt x="16384" y="225208"/>
                  </a:cubicBezTo>
                  <a:lnTo>
                    <a:pt x="331212" y="13939"/>
                  </a:lnTo>
                  <a:cubicBezTo>
                    <a:pt x="358907" y="-4646"/>
                    <a:pt x="395089" y="-4646"/>
                    <a:pt x="422784" y="139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139700" y="55647"/>
              <a:ext cx="533400" cy="396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105823" y="6390972"/>
            <a:ext cx="421217" cy="282662"/>
            <a:chOff x="0" y="0"/>
            <a:chExt cx="812800" cy="54543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29402" y="16786"/>
              <a:ext cx="753995" cy="511865"/>
            </a:xfrm>
            <a:custGeom>
              <a:avLst/>
              <a:gdLst/>
              <a:ahLst/>
              <a:cxnLst/>
              <a:rect r="r" b="b" t="t" l="l"/>
              <a:pathLst>
                <a:path h="511865" w="753995">
                  <a:moveTo>
                    <a:pt x="422784" y="13939"/>
                  </a:moveTo>
                  <a:lnTo>
                    <a:pt x="737612" y="225208"/>
                  </a:lnTo>
                  <a:cubicBezTo>
                    <a:pt x="747852" y="232080"/>
                    <a:pt x="753996" y="243601"/>
                    <a:pt x="753996" y="255933"/>
                  </a:cubicBezTo>
                  <a:cubicBezTo>
                    <a:pt x="753996" y="268265"/>
                    <a:pt x="747852" y="279787"/>
                    <a:pt x="737612" y="286658"/>
                  </a:cubicBezTo>
                  <a:lnTo>
                    <a:pt x="422784" y="497927"/>
                  </a:lnTo>
                  <a:cubicBezTo>
                    <a:pt x="395089" y="516512"/>
                    <a:pt x="358907" y="516512"/>
                    <a:pt x="331212" y="497927"/>
                  </a:cubicBezTo>
                  <a:lnTo>
                    <a:pt x="16384" y="286658"/>
                  </a:lnTo>
                  <a:cubicBezTo>
                    <a:pt x="6144" y="279787"/>
                    <a:pt x="0" y="268265"/>
                    <a:pt x="0" y="255933"/>
                  </a:cubicBezTo>
                  <a:cubicBezTo>
                    <a:pt x="0" y="243601"/>
                    <a:pt x="6144" y="232080"/>
                    <a:pt x="16384" y="225208"/>
                  </a:cubicBezTo>
                  <a:lnTo>
                    <a:pt x="331212" y="13939"/>
                  </a:lnTo>
                  <a:cubicBezTo>
                    <a:pt x="358907" y="-4646"/>
                    <a:pt x="395089" y="-4646"/>
                    <a:pt x="422784" y="139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139700" y="55647"/>
              <a:ext cx="533400" cy="396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-252978" y="465950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-252978" y="9784847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-252978" y="6690895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>
            <a:off x="-252978" y="3578423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00351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3638299" y="-1045156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3438119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125530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7750709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-107018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071676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250370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659107" y="4150145"/>
            <a:ext cx="8600193" cy="4420511"/>
            <a:chOff x="0" y="0"/>
            <a:chExt cx="2265071" cy="1164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65071" cy="1164250"/>
            </a:xfrm>
            <a:custGeom>
              <a:avLst/>
              <a:gdLst/>
              <a:ahLst/>
              <a:cxnLst/>
              <a:rect r="r" b="b" t="t" l="l"/>
              <a:pathLst>
                <a:path h="1164250" w="2265071">
                  <a:moveTo>
                    <a:pt x="45910" y="0"/>
                  </a:moveTo>
                  <a:lnTo>
                    <a:pt x="2219161" y="0"/>
                  </a:lnTo>
                  <a:cubicBezTo>
                    <a:pt x="2244516" y="0"/>
                    <a:pt x="2265071" y="20555"/>
                    <a:pt x="2265071" y="45910"/>
                  </a:cubicBezTo>
                  <a:lnTo>
                    <a:pt x="2265071" y="1118339"/>
                  </a:lnTo>
                  <a:cubicBezTo>
                    <a:pt x="2265071" y="1143695"/>
                    <a:pt x="2244516" y="1164250"/>
                    <a:pt x="2219161" y="1164250"/>
                  </a:cubicBezTo>
                  <a:lnTo>
                    <a:pt x="45910" y="1164250"/>
                  </a:lnTo>
                  <a:cubicBezTo>
                    <a:pt x="20555" y="1164250"/>
                    <a:pt x="0" y="1143695"/>
                    <a:pt x="0" y="1118339"/>
                  </a:cubicBezTo>
                  <a:lnTo>
                    <a:pt x="0" y="45910"/>
                  </a:lnTo>
                  <a:cubicBezTo>
                    <a:pt x="0" y="20555"/>
                    <a:pt x="20555" y="0"/>
                    <a:pt x="45910" y="0"/>
                  </a:cubicBezTo>
                  <a:close/>
                </a:path>
              </a:pathLst>
            </a:custGeom>
            <a:ln w="19050" cap="rnd">
              <a:solidFill>
                <a:srgbClr val="070404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65071" cy="1202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32399" y="741507"/>
            <a:ext cx="5773028" cy="8192563"/>
            <a:chOff x="0" y="0"/>
            <a:chExt cx="545606" cy="7742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5606" cy="774275"/>
            </a:xfrm>
            <a:custGeom>
              <a:avLst/>
              <a:gdLst/>
              <a:ahLst/>
              <a:cxnLst/>
              <a:rect r="r" b="b" t="t" l="l"/>
              <a:pathLst>
                <a:path h="774275" w="545606">
                  <a:moveTo>
                    <a:pt x="272803" y="0"/>
                  </a:moveTo>
                  <a:cubicBezTo>
                    <a:pt x="122138" y="0"/>
                    <a:pt x="0" y="173327"/>
                    <a:pt x="0" y="387138"/>
                  </a:cubicBezTo>
                  <a:cubicBezTo>
                    <a:pt x="0" y="600948"/>
                    <a:pt x="122138" y="774275"/>
                    <a:pt x="272803" y="774275"/>
                  </a:cubicBezTo>
                  <a:cubicBezTo>
                    <a:pt x="423468" y="774275"/>
                    <a:pt x="545606" y="600948"/>
                    <a:pt x="545606" y="387138"/>
                  </a:cubicBezTo>
                  <a:cubicBezTo>
                    <a:pt x="545606" y="173327"/>
                    <a:pt x="423468" y="0"/>
                    <a:pt x="272803" y="0"/>
                  </a:cubicBezTo>
                  <a:close/>
                </a:path>
              </a:pathLst>
            </a:custGeom>
            <a:ln w="19050" cap="sq">
              <a:solidFill>
                <a:srgbClr val="070404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51151" y="34488"/>
              <a:ext cx="443305" cy="667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70659" y="858984"/>
            <a:ext cx="6730841" cy="8365239"/>
            <a:chOff x="0" y="0"/>
            <a:chExt cx="8315960" cy="10335260"/>
          </a:xfrm>
        </p:grpSpPr>
        <p:sp>
          <p:nvSpPr>
            <p:cNvPr name="{{image_4}}" id="21" descr="{{image_4}}"/>
            <p:cNvSpPr/>
            <p:nvPr/>
          </p:nvSpPr>
          <p:spPr>
            <a:xfrm flipH="false" flipV="false" rot="0">
              <a:off x="0" y="0"/>
              <a:ext cx="8315960" cy="10335260"/>
            </a:xfrm>
            <a:custGeom>
              <a:avLst/>
              <a:gdLst/>
              <a:ahLst/>
              <a:cxnLst/>
              <a:rect r="r" b="b" t="t" l="l"/>
              <a:pathLst>
                <a:path h="10335260" w="8315960">
                  <a:moveTo>
                    <a:pt x="4157980" y="0"/>
                  </a:moveTo>
                  <a:cubicBezTo>
                    <a:pt x="1861591" y="0"/>
                    <a:pt x="0" y="2313627"/>
                    <a:pt x="0" y="5167630"/>
                  </a:cubicBezTo>
                  <a:cubicBezTo>
                    <a:pt x="0" y="8021633"/>
                    <a:pt x="1861591" y="10335260"/>
                    <a:pt x="4157980" y="10335260"/>
                  </a:cubicBezTo>
                  <a:cubicBezTo>
                    <a:pt x="6454369" y="10335260"/>
                    <a:pt x="8315960" y="8021633"/>
                    <a:pt x="8315960" y="5167630"/>
                  </a:cubicBezTo>
                  <a:cubicBezTo>
                    <a:pt x="8315960" y="2313627"/>
                    <a:pt x="6454369" y="0"/>
                    <a:pt x="4157980" y="0"/>
                  </a:cubicBezTo>
                  <a:close/>
                </a:path>
              </a:pathLst>
            </a:custGeom>
            <a:blipFill>
              <a:blip r:embed="rId4"/>
              <a:stretch>
                <a:fillRect l="-61667" t="0" r="0" b="0"/>
              </a:stretch>
            </a:blipFill>
            <a:ln w="19050" cap="sq">
              <a:solidFill>
                <a:srgbClr val="070404"/>
              </a:solidFill>
              <a:prstDash val="solid"/>
              <a:miter/>
            </a:ln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8504890" y="4001920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0" y="0"/>
                </a:moveTo>
                <a:lnTo>
                  <a:pt x="868149" y="0"/>
                </a:lnTo>
                <a:lnTo>
                  <a:pt x="868149" y="847914"/>
                </a:lnTo>
                <a:lnTo>
                  <a:pt x="0" y="8479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true" flipV="true" rot="0">
            <a:off x="16542436" y="7867224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868149" y="847915"/>
                </a:moveTo>
                <a:lnTo>
                  <a:pt x="0" y="847915"/>
                </a:lnTo>
                <a:lnTo>
                  <a:pt x="0" y="0"/>
                </a:lnTo>
                <a:lnTo>
                  <a:pt x="868149" y="0"/>
                </a:lnTo>
                <a:lnTo>
                  <a:pt x="868149" y="84791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809072" y="1658021"/>
            <a:ext cx="8450228" cy="163829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2600"/>
              </a:lnSpc>
            </a:pPr>
            <a:r>
              <a:rPr lang="en-US" sz="7200" b="true">
                <a:solidFill>
                  <a:srgbClr val="070404"/>
                </a:solidFill>
                <a:latin typeface="Hatton Bold"/>
                <a:ea typeface="Hatton Bold"/>
                <a:cs typeface="Hatton Bold"/>
                <a:sym typeface="Hatton Bold"/>
              </a:rPr>
              <a:t>{{s17_title}}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61023" y="4778616"/>
            <a:ext cx="7643512" cy="31159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5">
                <a:solidFill>
                  <a:srgbClr val="070404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{{s17_text_1}}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-252978" y="465950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-252978" y="9784847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-252978" y="6690895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>
            <a:off x="-252978" y="3578423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00351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3638299" y="-1045156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3438119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125530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7750709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-107018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07018" y="387312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071676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071676" y="387312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250370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250370" y="387312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762000"/>
            <a:ext cx="16230600" cy="163829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2600"/>
              </a:lnSpc>
            </a:pPr>
            <a:r>
              <a:rPr lang="en-US" sz="7200" b="true">
                <a:solidFill>
                  <a:srgbClr val="070404"/>
                </a:solidFill>
                <a:latin typeface="Hatton Bold"/>
                <a:ea typeface="Hatton Bold"/>
                <a:cs typeface="Hatton Bold"/>
                <a:sym typeface="Hatton Bold"/>
              </a:rPr>
              <a:t>{{s18_title}}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7605295"/>
            <a:ext cx="16230600" cy="163829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2600"/>
              </a:lnSpc>
            </a:pPr>
            <a:r>
              <a:rPr lang="en-US" sz="4200" b="true">
                <a:solidFill>
                  <a:srgbClr val="070404"/>
                </a:solidFill>
                <a:latin typeface="Hatton Bold"/>
                <a:ea typeface="Hatton Bold"/>
                <a:cs typeface="Hatton Bold"/>
                <a:sym typeface="Hatton Bold"/>
              </a:rPr>
              <a:t>{{s18_label_1}}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554155" y="1089284"/>
            <a:ext cx="7705145" cy="5666747"/>
            <a:chOff x="0" y="0"/>
            <a:chExt cx="2029339" cy="149247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29339" cy="1492477"/>
            </a:xfrm>
            <a:custGeom>
              <a:avLst/>
              <a:gdLst/>
              <a:ahLst/>
              <a:cxnLst/>
              <a:rect r="r" b="b" t="t" l="l"/>
              <a:pathLst>
                <a:path h="1492477" w="2029339">
                  <a:moveTo>
                    <a:pt x="51243" y="0"/>
                  </a:moveTo>
                  <a:lnTo>
                    <a:pt x="1978095" y="0"/>
                  </a:lnTo>
                  <a:cubicBezTo>
                    <a:pt x="1991686" y="0"/>
                    <a:pt x="2004720" y="5399"/>
                    <a:pt x="2014330" y="15009"/>
                  </a:cubicBezTo>
                  <a:cubicBezTo>
                    <a:pt x="2023940" y="24619"/>
                    <a:pt x="2029339" y="37653"/>
                    <a:pt x="2029339" y="51243"/>
                  </a:cubicBezTo>
                  <a:lnTo>
                    <a:pt x="2029339" y="1441233"/>
                  </a:lnTo>
                  <a:cubicBezTo>
                    <a:pt x="2029339" y="1469534"/>
                    <a:pt x="2006396" y="1492477"/>
                    <a:pt x="1978095" y="1492477"/>
                  </a:cubicBezTo>
                  <a:lnTo>
                    <a:pt x="51243" y="1492477"/>
                  </a:lnTo>
                  <a:cubicBezTo>
                    <a:pt x="37653" y="1492477"/>
                    <a:pt x="24619" y="1487078"/>
                    <a:pt x="15009" y="1477468"/>
                  </a:cubicBezTo>
                  <a:cubicBezTo>
                    <a:pt x="5399" y="1467858"/>
                    <a:pt x="0" y="1454824"/>
                    <a:pt x="0" y="1441233"/>
                  </a:cubicBezTo>
                  <a:lnTo>
                    <a:pt x="0" y="51243"/>
                  </a:lnTo>
                  <a:cubicBezTo>
                    <a:pt x="0" y="37653"/>
                    <a:pt x="5399" y="24619"/>
                    <a:pt x="15009" y="15009"/>
                  </a:cubicBezTo>
                  <a:cubicBezTo>
                    <a:pt x="24619" y="5399"/>
                    <a:pt x="37653" y="0"/>
                    <a:pt x="51243" y="0"/>
                  </a:cubicBezTo>
                  <a:close/>
                </a:path>
              </a:pathLst>
            </a:custGeom>
            <a:ln w="19050" cap="rnd">
              <a:solidFill>
                <a:srgbClr val="070404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29339" cy="1530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8700" y="3433988"/>
            <a:ext cx="7664804" cy="5666747"/>
            <a:chOff x="0" y="0"/>
            <a:chExt cx="2018714" cy="149247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18714" cy="1492477"/>
            </a:xfrm>
            <a:custGeom>
              <a:avLst/>
              <a:gdLst/>
              <a:ahLst/>
              <a:cxnLst/>
              <a:rect r="r" b="b" t="t" l="l"/>
              <a:pathLst>
                <a:path h="1492477" w="2018714">
                  <a:moveTo>
                    <a:pt x="51513" y="0"/>
                  </a:moveTo>
                  <a:lnTo>
                    <a:pt x="1967201" y="0"/>
                  </a:lnTo>
                  <a:cubicBezTo>
                    <a:pt x="1980863" y="0"/>
                    <a:pt x="1993965" y="5427"/>
                    <a:pt x="2003626" y="15088"/>
                  </a:cubicBezTo>
                  <a:cubicBezTo>
                    <a:pt x="2013287" y="24748"/>
                    <a:pt x="2018714" y="37851"/>
                    <a:pt x="2018714" y="51513"/>
                  </a:cubicBezTo>
                  <a:lnTo>
                    <a:pt x="2018714" y="1440963"/>
                  </a:lnTo>
                  <a:cubicBezTo>
                    <a:pt x="2018714" y="1454626"/>
                    <a:pt x="2013287" y="1467728"/>
                    <a:pt x="2003626" y="1477389"/>
                  </a:cubicBezTo>
                  <a:cubicBezTo>
                    <a:pt x="1993965" y="1487049"/>
                    <a:pt x="1980863" y="1492477"/>
                    <a:pt x="1967201" y="1492477"/>
                  </a:cubicBezTo>
                  <a:lnTo>
                    <a:pt x="51513" y="1492477"/>
                  </a:lnTo>
                  <a:cubicBezTo>
                    <a:pt x="37851" y="1492477"/>
                    <a:pt x="24748" y="1487049"/>
                    <a:pt x="15088" y="1477389"/>
                  </a:cubicBezTo>
                  <a:cubicBezTo>
                    <a:pt x="5427" y="1467728"/>
                    <a:pt x="0" y="1454626"/>
                    <a:pt x="0" y="1440963"/>
                  </a:cubicBezTo>
                  <a:lnTo>
                    <a:pt x="0" y="51513"/>
                  </a:lnTo>
                  <a:cubicBezTo>
                    <a:pt x="0" y="37851"/>
                    <a:pt x="5427" y="24748"/>
                    <a:pt x="15088" y="15088"/>
                  </a:cubicBezTo>
                  <a:cubicBezTo>
                    <a:pt x="24748" y="5427"/>
                    <a:pt x="37851" y="0"/>
                    <a:pt x="51513" y="0"/>
                  </a:cubicBezTo>
                  <a:close/>
                </a:path>
              </a:pathLst>
            </a:custGeom>
            <a:ln w="19050" cap="rnd">
              <a:solidFill>
                <a:srgbClr val="070404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018714" cy="1530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true" flipV="false" rot="0">
            <a:off x="7974355" y="3293148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868149" y="0"/>
                </a:moveTo>
                <a:lnTo>
                  <a:pt x="0" y="0"/>
                </a:lnTo>
                <a:lnTo>
                  <a:pt x="0" y="847914"/>
                </a:lnTo>
                <a:lnTo>
                  <a:pt x="868149" y="847914"/>
                </a:lnTo>
                <a:lnTo>
                  <a:pt x="86814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true" flipV="false" rot="0">
            <a:off x="16541092" y="944051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868149" y="0"/>
                </a:moveTo>
                <a:lnTo>
                  <a:pt x="0" y="0"/>
                </a:lnTo>
                <a:lnTo>
                  <a:pt x="0" y="847914"/>
                </a:lnTo>
                <a:lnTo>
                  <a:pt x="868149" y="847914"/>
                </a:lnTo>
                <a:lnTo>
                  <a:pt x="86814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true" rot="0">
            <a:off x="9403129" y="6055643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0" y="847914"/>
                </a:moveTo>
                <a:lnTo>
                  <a:pt x="868149" y="847914"/>
                </a:lnTo>
                <a:lnTo>
                  <a:pt x="868149" y="0"/>
                </a:lnTo>
                <a:lnTo>
                  <a:pt x="0" y="0"/>
                </a:lnTo>
                <a:lnTo>
                  <a:pt x="0" y="84791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true" rot="0">
            <a:off x="877236" y="8400228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0" y="847914"/>
                </a:moveTo>
                <a:lnTo>
                  <a:pt x="868149" y="847914"/>
                </a:lnTo>
                <a:lnTo>
                  <a:pt x="868149" y="0"/>
                </a:lnTo>
                <a:lnTo>
                  <a:pt x="0" y="0"/>
                </a:lnTo>
                <a:lnTo>
                  <a:pt x="0" y="84791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779009" y="4112708"/>
            <a:ext cx="6067862" cy="42875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5">
                <a:solidFill>
                  <a:srgbClr val="070404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{{s18_text_1}}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404188" y="1744340"/>
            <a:ext cx="6067862" cy="428752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5">
                <a:solidFill>
                  <a:srgbClr val="070404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{{s18_text_2}}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-252978" y="465950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-252978" y="9784847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>
            <a:off x="-252978" y="6690895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>
            <a:off x="-252978" y="3578423"/>
            <a:ext cx="20352859" cy="0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00351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3638299" y="-1045156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3438119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125530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7750709" y="0"/>
            <a:ext cx="0" cy="11506601"/>
          </a:xfrm>
          <a:prstGeom prst="line">
            <a:avLst/>
          </a:prstGeom>
          <a:ln cap="flat" w="19050">
            <a:solidFill>
              <a:srgbClr val="070404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-107018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071676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250370" y="9709640"/>
            <a:ext cx="6178694" cy="157276"/>
          </a:xfrm>
          <a:custGeom>
            <a:avLst/>
            <a:gdLst/>
            <a:ahLst/>
            <a:cxnLst/>
            <a:rect r="r" b="b" t="t" l="l"/>
            <a:pathLst>
              <a:path h="157276" w="6178694">
                <a:moveTo>
                  <a:pt x="0" y="0"/>
                </a:moveTo>
                <a:lnTo>
                  <a:pt x="6178694" y="0"/>
                </a:lnTo>
                <a:lnTo>
                  <a:pt x="6178694" y="157276"/>
                </a:lnTo>
                <a:lnTo>
                  <a:pt x="0" y="15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659107" y="4150145"/>
            <a:ext cx="8600193" cy="4420511"/>
            <a:chOff x="0" y="0"/>
            <a:chExt cx="2265071" cy="1164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65071" cy="1164250"/>
            </a:xfrm>
            <a:custGeom>
              <a:avLst/>
              <a:gdLst/>
              <a:ahLst/>
              <a:cxnLst/>
              <a:rect r="r" b="b" t="t" l="l"/>
              <a:pathLst>
                <a:path h="1164250" w="2265071">
                  <a:moveTo>
                    <a:pt x="45910" y="0"/>
                  </a:moveTo>
                  <a:lnTo>
                    <a:pt x="2219161" y="0"/>
                  </a:lnTo>
                  <a:cubicBezTo>
                    <a:pt x="2244516" y="0"/>
                    <a:pt x="2265071" y="20555"/>
                    <a:pt x="2265071" y="45910"/>
                  </a:cubicBezTo>
                  <a:lnTo>
                    <a:pt x="2265071" y="1118339"/>
                  </a:lnTo>
                  <a:cubicBezTo>
                    <a:pt x="2265071" y="1143695"/>
                    <a:pt x="2244516" y="1164250"/>
                    <a:pt x="2219161" y="1164250"/>
                  </a:cubicBezTo>
                  <a:lnTo>
                    <a:pt x="45910" y="1164250"/>
                  </a:lnTo>
                  <a:cubicBezTo>
                    <a:pt x="20555" y="1164250"/>
                    <a:pt x="0" y="1143695"/>
                    <a:pt x="0" y="1118339"/>
                  </a:cubicBezTo>
                  <a:lnTo>
                    <a:pt x="0" y="45910"/>
                  </a:lnTo>
                  <a:cubicBezTo>
                    <a:pt x="0" y="20555"/>
                    <a:pt x="20555" y="0"/>
                    <a:pt x="45910" y="0"/>
                  </a:cubicBezTo>
                  <a:close/>
                </a:path>
              </a:pathLst>
            </a:custGeom>
            <a:ln w="19050" cap="rnd">
              <a:solidFill>
                <a:srgbClr val="070404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65071" cy="1202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32399" y="741507"/>
            <a:ext cx="5773028" cy="8192563"/>
            <a:chOff x="0" y="0"/>
            <a:chExt cx="545606" cy="7742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5606" cy="774275"/>
            </a:xfrm>
            <a:custGeom>
              <a:avLst/>
              <a:gdLst/>
              <a:ahLst/>
              <a:cxnLst/>
              <a:rect r="r" b="b" t="t" l="l"/>
              <a:pathLst>
                <a:path h="774275" w="545606">
                  <a:moveTo>
                    <a:pt x="272803" y="0"/>
                  </a:moveTo>
                  <a:cubicBezTo>
                    <a:pt x="122138" y="0"/>
                    <a:pt x="0" y="173327"/>
                    <a:pt x="0" y="387138"/>
                  </a:cubicBezTo>
                  <a:cubicBezTo>
                    <a:pt x="0" y="600948"/>
                    <a:pt x="122138" y="774275"/>
                    <a:pt x="272803" y="774275"/>
                  </a:cubicBezTo>
                  <a:cubicBezTo>
                    <a:pt x="423468" y="774275"/>
                    <a:pt x="545606" y="600948"/>
                    <a:pt x="545606" y="387138"/>
                  </a:cubicBezTo>
                  <a:cubicBezTo>
                    <a:pt x="545606" y="173327"/>
                    <a:pt x="423468" y="0"/>
                    <a:pt x="272803" y="0"/>
                  </a:cubicBezTo>
                  <a:close/>
                </a:path>
              </a:pathLst>
            </a:custGeom>
            <a:ln w="19050" cap="sq">
              <a:solidFill>
                <a:srgbClr val="070404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51151" y="34488"/>
              <a:ext cx="443305" cy="6671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70659" y="858984"/>
            <a:ext cx="6730841" cy="8365239"/>
            <a:chOff x="0" y="0"/>
            <a:chExt cx="8315960" cy="103352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315960" cy="10335260"/>
            </a:xfrm>
            <a:custGeom>
              <a:avLst/>
              <a:gdLst/>
              <a:ahLst/>
              <a:cxnLst/>
              <a:rect r="r" b="b" t="t" l="l"/>
              <a:pathLst>
                <a:path h="10335260" w="8315960">
                  <a:moveTo>
                    <a:pt x="4157980" y="0"/>
                  </a:moveTo>
                  <a:cubicBezTo>
                    <a:pt x="1861591" y="0"/>
                    <a:pt x="0" y="2313627"/>
                    <a:pt x="0" y="5167630"/>
                  </a:cubicBezTo>
                  <a:cubicBezTo>
                    <a:pt x="0" y="8021633"/>
                    <a:pt x="1861591" y="10335260"/>
                    <a:pt x="4157980" y="10335260"/>
                  </a:cubicBezTo>
                  <a:cubicBezTo>
                    <a:pt x="6454369" y="10335260"/>
                    <a:pt x="8315960" y="8021633"/>
                    <a:pt x="8315960" y="5167630"/>
                  </a:cubicBezTo>
                  <a:cubicBezTo>
                    <a:pt x="8315960" y="2313627"/>
                    <a:pt x="6454369" y="0"/>
                    <a:pt x="4157980" y="0"/>
                  </a:cubicBezTo>
                  <a:close/>
                </a:path>
              </a:pathLst>
            </a:custGeom>
            <a:blipFill>
              <a:blip r:embed="rId4"/>
              <a:stretch>
                <a:fillRect l="-69751" t="0" r="-16502" b="0"/>
              </a:stretch>
            </a:blipFill>
            <a:ln w="19050" cap="sq">
              <a:solidFill>
                <a:srgbClr val="070404"/>
              </a:solidFill>
              <a:prstDash val="solid"/>
              <a:miter/>
            </a:ln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8504890" y="4001920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0" y="0"/>
                </a:moveTo>
                <a:lnTo>
                  <a:pt x="868149" y="0"/>
                </a:lnTo>
                <a:lnTo>
                  <a:pt x="868149" y="847914"/>
                </a:lnTo>
                <a:lnTo>
                  <a:pt x="0" y="8479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true" flipV="true" rot="0">
            <a:off x="16542436" y="7867224"/>
            <a:ext cx="868149" cy="847914"/>
          </a:xfrm>
          <a:custGeom>
            <a:avLst/>
            <a:gdLst/>
            <a:ahLst/>
            <a:cxnLst/>
            <a:rect r="r" b="b" t="t" l="l"/>
            <a:pathLst>
              <a:path h="847914" w="868149">
                <a:moveTo>
                  <a:pt x="868149" y="847915"/>
                </a:moveTo>
                <a:lnTo>
                  <a:pt x="0" y="847915"/>
                </a:lnTo>
                <a:lnTo>
                  <a:pt x="0" y="0"/>
                </a:lnTo>
                <a:lnTo>
                  <a:pt x="868149" y="0"/>
                </a:lnTo>
                <a:lnTo>
                  <a:pt x="868149" y="84791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809072" y="1658021"/>
            <a:ext cx="8941637" cy="163829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2600"/>
              </a:lnSpc>
            </a:pPr>
            <a:r>
              <a:rPr lang="en-US" sz="7200" b="true">
                <a:solidFill>
                  <a:srgbClr val="070404"/>
                </a:solidFill>
                <a:latin typeface="Hatton Bold"/>
                <a:ea typeface="Hatton Bold"/>
                <a:cs typeface="Hatton Bold"/>
                <a:sym typeface="Hatton Bold"/>
              </a:rPr>
              <a:t>{{adabiyotlar}}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61023" y="4778616"/>
            <a:ext cx="7643512" cy="311594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079"/>
              </a:lnSpc>
            </a:pPr>
            <a:r>
              <a:rPr lang="en-US" sz="2199" spc="-105">
                <a:solidFill>
                  <a:srgbClr val="070404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{{adabiyotlar_ro_yxati}}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2978" y="-210226"/>
            <a:ext cx="11747278" cy="10671670"/>
            <a:chOff x="0" y="0"/>
            <a:chExt cx="3093933" cy="28106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93933" cy="2810646"/>
            </a:xfrm>
            <a:custGeom>
              <a:avLst/>
              <a:gdLst/>
              <a:ahLst/>
              <a:cxnLst/>
              <a:rect r="r" b="b" t="t" l="l"/>
              <a:pathLst>
                <a:path h="2810646" w="3093933">
                  <a:moveTo>
                    <a:pt x="0" y="0"/>
                  </a:moveTo>
                  <a:lnTo>
                    <a:pt x="3093933" y="0"/>
                  </a:lnTo>
                  <a:lnTo>
                    <a:pt x="3093933" y="2810646"/>
                  </a:lnTo>
                  <a:lnTo>
                    <a:pt x="0" y="281064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093933" cy="28487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12089398" y="-210226"/>
            <a:ext cx="6922705" cy="10671670"/>
            <a:chOff x="0" y="0"/>
            <a:chExt cx="1823264" cy="28106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3264" cy="2810646"/>
            </a:xfrm>
            <a:custGeom>
              <a:avLst/>
              <a:gdLst/>
              <a:ahLst/>
              <a:cxnLst/>
              <a:rect r="r" b="b" t="t" l="l"/>
              <a:pathLst>
                <a:path h="2810646" w="1823264">
                  <a:moveTo>
                    <a:pt x="0" y="0"/>
                  </a:moveTo>
                  <a:lnTo>
                    <a:pt x="1823264" y="0"/>
                  </a:lnTo>
                  <a:lnTo>
                    <a:pt x="1823264" y="2810646"/>
                  </a:lnTo>
                  <a:lnTo>
                    <a:pt x="0" y="281064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33333">
                  <a:srgbClr val="000000">
                    <a:alpha val="86000"/>
                  </a:srgbClr>
                </a:gs>
                <a:gs pos="66667">
                  <a:srgbClr val="000000">
                    <a:alpha val="75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23264" cy="28487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H="true">
            <a:off x="-252978" y="465950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>
            <a:off x="-252978" y="9803368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>
            <a:off x="-252978" y="6690895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>
            <a:off x="-252978" y="3578423"/>
            <a:ext cx="20352859" cy="0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500351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3638299" y="-1045156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3438119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9125530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7750709" y="0"/>
            <a:ext cx="0" cy="11506601"/>
          </a:xfrm>
          <a:prstGeom prst="line">
            <a:avLst/>
          </a:prstGeom>
          <a:ln cap="flat" w="19050">
            <a:solidFill>
              <a:srgbClr val="FFFFFF">
                <a:alpha val="1098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8978444" y="7687446"/>
            <a:ext cx="7809191" cy="669039"/>
            <a:chOff x="0" y="0"/>
            <a:chExt cx="2056742" cy="17620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56742" cy="176208"/>
            </a:xfrm>
            <a:custGeom>
              <a:avLst/>
              <a:gdLst/>
              <a:ahLst/>
              <a:cxnLst/>
              <a:rect r="r" b="b" t="t" l="l"/>
              <a:pathLst>
                <a:path h="176208" w="2056742">
                  <a:moveTo>
                    <a:pt x="50561" y="0"/>
                  </a:moveTo>
                  <a:lnTo>
                    <a:pt x="2006181" y="0"/>
                  </a:lnTo>
                  <a:cubicBezTo>
                    <a:pt x="2034105" y="0"/>
                    <a:pt x="2056742" y="22637"/>
                    <a:pt x="2056742" y="50561"/>
                  </a:cubicBezTo>
                  <a:lnTo>
                    <a:pt x="2056742" y="125647"/>
                  </a:lnTo>
                  <a:cubicBezTo>
                    <a:pt x="2056742" y="153571"/>
                    <a:pt x="2034105" y="176208"/>
                    <a:pt x="2006181" y="176208"/>
                  </a:cubicBezTo>
                  <a:lnTo>
                    <a:pt x="50561" y="176208"/>
                  </a:lnTo>
                  <a:cubicBezTo>
                    <a:pt x="22637" y="176208"/>
                    <a:pt x="0" y="153571"/>
                    <a:pt x="0" y="125647"/>
                  </a:cubicBezTo>
                  <a:lnTo>
                    <a:pt x="0" y="50561"/>
                  </a:lnTo>
                  <a:cubicBezTo>
                    <a:pt x="0" y="22637"/>
                    <a:pt x="22637" y="0"/>
                    <a:pt x="505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5500"/>
                  </a:srgbClr>
                </a:gs>
                <a:gs pos="25000">
                  <a:srgbClr val="FFFFFF">
                    <a:alpha val="26000"/>
                  </a:srgbClr>
                </a:gs>
                <a:gs pos="50000">
                  <a:srgbClr val="FFFFFF">
                    <a:alpha val="46000"/>
                  </a:srgbClr>
                </a:gs>
                <a:gs pos="75000">
                  <a:srgbClr val="FFFFFF">
                    <a:alpha val="26000"/>
                  </a:srgbClr>
                </a:gs>
                <a:gs pos="100000">
                  <a:srgbClr val="FFFFFF">
                    <a:alpha val="16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56742" cy="214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9913569" y="8017661"/>
            <a:ext cx="487955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5335188" y="8017661"/>
            <a:ext cx="487955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3120779" y="-299909"/>
            <a:ext cx="2905656" cy="4347348"/>
            <a:chOff x="0" y="0"/>
            <a:chExt cx="696785" cy="104250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6785" cy="1042508"/>
            </a:xfrm>
            <a:custGeom>
              <a:avLst/>
              <a:gdLst/>
              <a:ahLst/>
              <a:cxnLst/>
              <a:rect r="r" b="b" t="t" l="l"/>
              <a:pathLst>
                <a:path h="1042508" w="696785">
                  <a:moveTo>
                    <a:pt x="232387" y="1023439"/>
                  </a:moveTo>
                  <a:cubicBezTo>
                    <a:pt x="268110" y="1034952"/>
                    <a:pt x="308721" y="1042508"/>
                    <a:pt x="348580" y="1042508"/>
                  </a:cubicBezTo>
                  <a:cubicBezTo>
                    <a:pt x="388440" y="1042508"/>
                    <a:pt x="426796" y="1036031"/>
                    <a:pt x="462142" y="1024517"/>
                  </a:cubicBezTo>
                  <a:cubicBezTo>
                    <a:pt x="462895" y="1024157"/>
                    <a:pt x="463646" y="1024157"/>
                    <a:pt x="464398" y="1023798"/>
                  </a:cubicBezTo>
                  <a:cubicBezTo>
                    <a:pt x="597137" y="977743"/>
                    <a:pt x="694905" y="856129"/>
                    <a:pt x="696785" y="708903"/>
                  </a:cubicBezTo>
                  <a:lnTo>
                    <a:pt x="696785" y="0"/>
                  </a:lnTo>
                  <a:lnTo>
                    <a:pt x="0" y="0"/>
                  </a:lnTo>
                  <a:lnTo>
                    <a:pt x="0" y="708377"/>
                  </a:lnTo>
                  <a:cubicBezTo>
                    <a:pt x="1880" y="856848"/>
                    <a:pt x="98144" y="978463"/>
                    <a:pt x="232387" y="1023439"/>
                  </a:cubicBezTo>
                  <a:close/>
                </a:path>
              </a:pathLst>
            </a:custGeom>
            <a:blipFill>
              <a:blip r:embed="rId3"/>
              <a:stretch>
                <a:fillRect l="-62493" t="0" r="-62493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855557" y="3386307"/>
            <a:ext cx="2100701" cy="3478605"/>
            <a:chOff x="0" y="0"/>
            <a:chExt cx="317896" cy="52641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17896" cy="526412"/>
            </a:xfrm>
            <a:custGeom>
              <a:avLst/>
              <a:gdLst/>
              <a:ahLst/>
              <a:cxnLst/>
              <a:rect r="r" b="b" t="t" l="l"/>
              <a:pathLst>
                <a:path h="526412" w="317896">
                  <a:moveTo>
                    <a:pt x="158948" y="0"/>
                  </a:moveTo>
                  <a:lnTo>
                    <a:pt x="158948" y="0"/>
                  </a:lnTo>
                  <a:cubicBezTo>
                    <a:pt x="201104" y="0"/>
                    <a:pt x="241533" y="16746"/>
                    <a:pt x="271341" y="46555"/>
                  </a:cubicBezTo>
                  <a:cubicBezTo>
                    <a:pt x="301150" y="76363"/>
                    <a:pt x="317896" y="116792"/>
                    <a:pt x="317896" y="158948"/>
                  </a:cubicBezTo>
                  <a:lnTo>
                    <a:pt x="317896" y="367464"/>
                  </a:lnTo>
                  <a:cubicBezTo>
                    <a:pt x="317896" y="409620"/>
                    <a:pt x="301150" y="450049"/>
                    <a:pt x="271341" y="479857"/>
                  </a:cubicBezTo>
                  <a:cubicBezTo>
                    <a:pt x="241533" y="509666"/>
                    <a:pt x="201104" y="526412"/>
                    <a:pt x="158948" y="526412"/>
                  </a:cubicBezTo>
                  <a:lnTo>
                    <a:pt x="158948" y="526412"/>
                  </a:lnTo>
                  <a:cubicBezTo>
                    <a:pt x="71163" y="526412"/>
                    <a:pt x="0" y="455249"/>
                    <a:pt x="0" y="367464"/>
                  </a:cubicBezTo>
                  <a:lnTo>
                    <a:pt x="0" y="158948"/>
                  </a:lnTo>
                  <a:cubicBezTo>
                    <a:pt x="0" y="71163"/>
                    <a:pt x="71163" y="0"/>
                    <a:pt x="158948" y="0"/>
                  </a:cubicBezTo>
                  <a:close/>
                </a:path>
              </a:pathLst>
            </a:custGeom>
            <a:blipFill>
              <a:blip r:embed="rId4"/>
              <a:stretch>
                <a:fillRect l="-58806" t="0" r="-135580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3318050" y="4615590"/>
            <a:ext cx="4241660" cy="6152031"/>
            <a:chOff x="0" y="0"/>
            <a:chExt cx="660400" cy="95783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0400" cy="957833"/>
            </a:xfrm>
            <a:custGeom>
              <a:avLst/>
              <a:gdLst/>
              <a:ahLst/>
              <a:cxnLst/>
              <a:rect r="r" b="b" t="t" l="l"/>
              <a:pathLst>
                <a:path h="957833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1724"/>
                  </a:cubicBezTo>
                  <a:lnTo>
                    <a:pt x="660400" y="957833"/>
                  </a:lnTo>
                  <a:lnTo>
                    <a:pt x="0" y="957833"/>
                  </a:lnTo>
                  <a:lnTo>
                    <a:pt x="0" y="332188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5"/>
              <a:stretch>
                <a:fillRect l="-78922" t="0" r="-78922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-5400000">
            <a:off x="4565956" y="6994326"/>
            <a:ext cx="1745849" cy="5800741"/>
            <a:chOff x="0" y="0"/>
            <a:chExt cx="459812" cy="152776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9812" cy="1527767"/>
            </a:xfrm>
            <a:custGeom>
              <a:avLst/>
              <a:gdLst/>
              <a:ahLst/>
              <a:cxnLst/>
              <a:rect r="r" b="b" t="t" l="l"/>
              <a:pathLst>
                <a:path h="1527767" w="459812">
                  <a:moveTo>
                    <a:pt x="0" y="0"/>
                  </a:moveTo>
                  <a:lnTo>
                    <a:pt x="459812" y="0"/>
                  </a:lnTo>
                  <a:lnTo>
                    <a:pt x="459812" y="1527767"/>
                  </a:lnTo>
                  <a:lnTo>
                    <a:pt x="0" y="152776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33333">
                  <a:srgbClr val="000000">
                    <a:alpha val="86000"/>
                  </a:srgbClr>
                </a:gs>
                <a:gs pos="66667">
                  <a:srgbClr val="000000">
                    <a:alpha val="75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59812" cy="15658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5400000">
            <a:off x="3853531" y="-1593444"/>
            <a:ext cx="1614147" cy="4277385"/>
            <a:chOff x="0" y="0"/>
            <a:chExt cx="425125" cy="112655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25125" cy="1126554"/>
            </a:xfrm>
            <a:custGeom>
              <a:avLst/>
              <a:gdLst/>
              <a:ahLst/>
              <a:cxnLst/>
              <a:rect r="r" b="b" t="t" l="l"/>
              <a:pathLst>
                <a:path h="1126554" w="425125">
                  <a:moveTo>
                    <a:pt x="0" y="0"/>
                  </a:moveTo>
                  <a:lnTo>
                    <a:pt x="425125" y="0"/>
                  </a:lnTo>
                  <a:lnTo>
                    <a:pt x="425125" y="1126554"/>
                  </a:lnTo>
                  <a:lnTo>
                    <a:pt x="0" y="1126554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33333">
                  <a:srgbClr val="000000">
                    <a:alpha val="86000"/>
                  </a:srgbClr>
                </a:gs>
                <a:gs pos="66667">
                  <a:srgbClr val="000000">
                    <a:alpha val="75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25125" cy="1164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500467" y="2936800"/>
            <a:ext cx="1340592" cy="1340592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5500"/>
                  </a:srgbClr>
                </a:gs>
                <a:gs pos="25000">
                  <a:srgbClr val="FFFFFF">
                    <a:alpha val="26000"/>
                  </a:srgbClr>
                </a:gs>
                <a:gs pos="50000">
                  <a:srgbClr val="FFFFFF">
                    <a:alpha val="46000"/>
                  </a:srgbClr>
                </a:gs>
                <a:gs pos="75000">
                  <a:srgbClr val="FFFFFF">
                    <a:alpha val="26000"/>
                  </a:srgbClr>
                </a:gs>
                <a:gs pos="100000">
                  <a:srgbClr val="FFFFFF">
                    <a:alpha val="16000"/>
                  </a:srgbClr>
                </a:gs>
              </a:gsLst>
              <a:lin ang="270000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-822965" y="7789702"/>
            <a:ext cx="3125137" cy="3716898"/>
            <a:chOff x="0" y="0"/>
            <a:chExt cx="823081" cy="9789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3081" cy="978936"/>
            </a:xfrm>
            <a:custGeom>
              <a:avLst/>
              <a:gdLst/>
              <a:ahLst/>
              <a:cxnLst/>
              <a:rect r="r" b="b" t="t" l="l"/>
              <a:pathLst>
                <a:path h="978936" w="823081">
                  <a:moveTo>
                    <a:pt x="247731" y="0"/>
                  </a:moveTo>
                  <a:lnTo>
                    <a:pt x="575351" y="0"/>
                  </a:lnTo>
                  <a:cubicBezTo>
                    <a:pt x="712169" y="0"/>
                    <a:pt x="823081" y="110913"/>
                    <a:pt x="823081" y="247731"/>
                  </a:cubicBezTo>
                  <a:lnTo>
                    <a:pt x="823081" y="731206"/>
                  </a:lnTo>
                  <a:cubicBezTo>
                    <a:pt x="823081" y="796908"/>
                    <a:pt x="796981" y="859919"/>
                    <a:pt x="750523" y="906378"/>
                  </a:cubicBezTo>
                  <a:cubicBezTo>
                    <a:pt x="704064" y="952836"/>
                    <a:pt x="641053" y="978936"/>
                    <a:pt x="575351" y="978936"/>
                  </a:cubicBezTo>
                  <a:lnTo>
                    <a:pt x="247731" y="978936"/>
                  </a:lnTo>
                  <a:cubicBezTo>
                    <a:pt x="110913" y="978936"/>
                    <a:pt x="0" y="868023"/>
                    <a:pt x="0" y="731206"/>
                  </a:cubicBezTo>
                  <a:lnTo>
                    <a:pt x="0" y="247731"/>
                  </a:lnTo>
                  <a:cubicBezTo>
                    <a:pt x="0" y="110913"/>
                    <a:pt x="110913" y="0"/>
                    <a:pt x="2477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5500"/>
                  </a:srgbClr>
                </a:gs>
                <a:gs pos="25000">
                  <a:srgbClr val="FFFFFF">
                    <a:alpha val="26000"/>
                  </a:srgbClr>
                </a:gs>
                <a:gs pos="50000">
                  <a:srgbClr val="FFFFFF">
                    <a:alpha val="46000"/>
                  </a:srgbClr>
                </a:gs>
                <a:gs pos="75000">
                  <a:srgbClr val="FFFFFF">
                    <a:alpha val="26000"/>
                  </a:srgbClr>
                </a:gs>
                <a:gs pos="100000">
                  <a:srgbClr val="FFFFFF">
                    <a:alpha val="16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823081" cy="1017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28700" y="719726"/>
            <a:ext cx="1273472" cy="2126494"/>
            <a:chOff x="0" y="0"/>
            <a:chExt cx="335400" cy="5600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35400" cy="560064"/>
            </a:xfrm>
            <a:custGeom>
              <a:avLst/>
              <a:gdLst/>
              <a:ahLst/>
              <a:cxnLst/>
              <a:rect r="r" b="b" t="t" l="l"/>
              <a:pathLst>
                <a:path h="560064" w="335400">
                  <a:moveTo>
                    <a:pt x="167700" y="0"/>
                  </a:moveTo>
                  <a:lnTo>
                    <a:pt x="167700" y="0"/>
                  </a:lnTo>
                  <a:cubicBezTo>
                    <a:pt x="260318" y="0"/>
                    <a:pt x="335400" y="75082"/>
                    <a:pt x="335400" y="167700"/>
                  </a:cubicBezTo>
                  <a:lnTo>
                    <a:pt x="335400" y="392364"/>
                  </a:lnTo>
                  <a:cubicBezTo>
                    <a:pt x="335400" y="436841"/>
                    <a:pt x="317732" y="479496"/>
                    <a:pt x="286282" y="510946"/>
                  </a:cubicBezTo>
                  <a:cubicBezTo>
                    <a:pt x="254832" y="542396"/>
                    <a:pt x="212177" y="560064"/>
                    <a:pt x="167700" y="560064"/>
                  </a:cubicBezTo>
                  <a:lnTo>
                    <a:pt x="167700" y="560064"/>
                  </a:lnTo>
                  <a:cubicBezTo>
                    <a:pt x="123223" y="560064"/>
                    <a:pt x="80568" y="542396"/>
                    <a:pt x="49118" y="510946"/>
                  </a:cubicBezTo>
                  <a:cubicBezTo>
                    <a:pt x="17668" y="479496"/>
                    <a:pt x="0" y="436841"/>
                    <a:pt x="0" y="392364"/>
                  </a:cubicBezTo>
                  <a:lnTo>
                    <a:pt x="0" y="167700"/>
                  </a:lnTo>
                  <a:cubicBezTo>
                    <a:pt x="0" y="123223"/>
                    <a:pt x="17668" y="80568"/>
                    <a:pt x="49118" y="49118"/>
                  </a:cubicBezTo>
                  <a:cubicBezTo>
                    <a:pt x="80568" y="17668"/>
                    <a:pt x="123223" y="0"/>
                    <a:pt x="1677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5500"/>
                  </a:srgbClr>
                </a:gs>
                <a:gs pos="25000">
                  <a:srgbClr val="FFFFFF">
                    <a:alpha val="26000"/>
                  </a:srgbClr>
                </a:gs>
                <a:gs pos="50000">
                  <a:srgbClr val="FFFFFF">
                    <a:alpha val="46000"/>
                  </a:srgbClr>
                </a:gs>
                <a:gs pos="75000">
                  <a:srgbClr val="FFFFFF">
                    <a:alpha val="26000"/>
                  </a:srgbClr>
                </a:gs>
                <a:gs pos="100000">
                  <a:srgbClr val="FFFFFF">
                    <a:alpha val="16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335400" cy="598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8910271" y="2651319"/>
            <a:ext cx="8849962" cy="497633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2991"/>
              </a:lnSpc>
            </a:pPr>
            <a:r>
              <a:rPr lang="en-US" sz="10000" b="true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>{{yakun}}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910271" y="4672945"/>
            <a:ext cx="8849962" cy="295471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2991"/>
              </a:lnSpc>
            </a:pPr>
            <a:r>
              <a:rPr lang="en-US" sz="16422" b="true">
                <a:solidFill>
                  <a:srgbClr val="FFFFFF"/>
                </a:solidFill>
                <a:latin typeface="Hatton Semi-Bold"/>
                <a:ea typeface="Hatton Semi-Bold"/>
                <a:cs typeface="Hatton Semi-Bold"/>
                <a:sym typeface="Hatton Semi-Bold"/>
              </a:rPr>
              <a:t/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430890" y="7723027"/>
            <a:ext cx="4904298" cy="5238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200"/>
              </a:lnSpc>
            </a:pPr>
            <a:r>
              <a:rPr lang="en-US" sz="3000" spc="-144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{{muallif}}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265799" y="7880634"/>
            <a:ext cx="421217" cy="282662"/>
            <a:chOff x="0" y="0"/>
            <a:chExt cx="812800" cy="54543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29402" y="16786"/>
              <a:ext cx="753995" cy="511865"/>
            </a:xfrm>
            <a:custGeom>
              <a:avLst/>
              <a:gdLst/>
              <a:ahLst/>
              <a:cxnLst/>
              <a:rect r="r" b="b" t="t" l="l"/>
              <a:pathLst>
                <a:path h="511865" w="753995">
                  <a:moveTo>
                    <a:pt x="422784" y="13939"/>
                  </a:moveTo>
                  <a:lnTo>
                    <a:pt x="737612" y="225208"/>
                  </a:lnTo>
                  <a:cubicBezTo>
                    <a:pt x="747852" y="232080"/>
                    <a:pt x="753996" y="243601"/>
                    <a:pt x="753996" y="255933"/>
                  </a:cubicBezTo>
                  <a:cubicBezTo>
                    <a:pt x="753996" y="268265"/>
                    <a:pt x="747852" y="279787"/>
                    <a:pt x="737612" y="286658"/>
                  </a:cubicBezTo>
                  <a:lnTo>
                    <a:pt x="422784" y="497927"/>
                  </a:lnTo>
                  <a:cubicBezTo>
                    <a:pt x="395089" y="516512"/>
                    <a:pt x="358907" y="516512"/>
                    <a:pt x="331212" y="497927"/>
                  </a:cubicBezTo>
                  <a:lnTo>
                    <a:pt x="16384" y="286658"/>
                  </a:lnTo>
                  <a:cubicBezTo>
                    <a:pt x="6144" y="279787"/>
                    <a:pt x="0" y="268265"/>
                    <a:pt x="0" y="255933"/>
                  </a:cubicBezTo>
                  <a:cubicBezTo>
                    <a:pt x="0" y="243601"/>
                    <a:pt x="6144" y="232080"/>
                    <a:pt x="16384" y="225208"/>
                  </a:cubicBezTo>
                  <a:lnTo>
                    <a:pt x="331212" y="13939"/>
                  </a:lnTo>
                  <a:cubicBezTo>
                    <a:pt x="358907" y="-4646"/>
                    <a:pt x="395089" y="-4646"/>
                    <a:pt x="422784" y="139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139700" y="55647"/>
              <a:ext cx="533400" cy="396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6051743" y="7876330"/>
            <a:ext cx="421217" cy="282662"/>
            <a:chOff x="0" y="0"/>
            <a:chExt cx="812800" cy="54543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29402" y="16786"/>
              <a:ext cx="753995" cy="511865"/>
            </a:xfrm>
            <a:custGeom>
              <a:avLst/>
              <a:gdLst/>
              <a:ahLst/>
              <a:cxnLst/>
              <a:rect r="r" b="b" t="t" l="l"/>
              <a:pathLst>
                <a:path h="511865" w="753995">
                  <a:moveTo>
                    <a:pt x="422784" y="13939"/>
                  </a:moveTo>
                  <a:lnTo>
                    <a:pt x="737612" y="225208"/>
                  </a:lnTo>
                  <a:cubicBezTo>
                    <a:pt x="747852" y="232080"/>
                    <a:pt x="753996" y="243601"/>
                    <a:pt x="753996" y="255933"/>
                  </a:cubicBezTo>
                  <a:cubicBezTo>
                    <a:pt x="753996" y="268265"/>
                    <a:pt x="747852" y="279787"/>
                    <a:pt x="737612" y="286658"/>
                  </a:cubicBezTo>
                  <a:lnTo>
                    <a:pt x="422784" y="497927"/>
                  </a:lnTo>
                  <a:cubicBezTo>
                    <a:pt x="395089" y="516512"/>
                    <a:pt x="358907" y="516512"/>
                    <a:pt x="331212" y="497927"/>
                  </a:cubicBezTo>
                  <a:lnTo>
                    <a:pt x="16384" y="286658"/>
                  </a:lnTo>
                  <a:cubicBezTo>
                    <a:pt x="6144" y="279787"/>
                    <a:pt x="0" y="268265"/>
                    <a:pt x="0" y="255933"/>
                  </a:cubicBezTo>
                  <a:cubicBezTo>
                    <a:pt x="0" y="243601"/>
                    <a:pt x="6144" y="232080"/>
                    <a:pt x="16384" y="225208"/>
                  </a:cubicBezTo>
                  <a:lnTo>
                    <a:pt x="331212" y="13939"/>
                  </a:lnTo>
                  <a:cubicBezTo>
                    <a:pt x="358907" y="-4646"/>
                    <a:pt x="395089" y="-4646"/>
                    <a:pt x="422784" y="139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139700" y="55647"/>
              <a:ext cx="533400" cy="396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DAHXZDaVca4</dc:identifier>
  <dcterms:modified xsi:type="dcterms:W3CDTF">2011-08-01T06:04:30Z</dcterms:modified>
  <cp:revision>1</cp:revision>
  <dc:title>Black and White Modern Project History Presentation</dc:title>
</cp:coreProperties>
</file>