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Cosmic Octo Medium" charset="1" panose="00000600000000000000"/>
      <p:regular r:id="rId18"/>
    </p:embeddedFont>
    <p:embeddedFont>
      <p:font typeface="TT Lakes Neue" charset="1" panose="02010001040000080307"/>
      <p:regular r:id="rId19"/>
    </p:embeddedFont>
    <p:embeddedFont>
      <p:font typeface="TT Lakes Neue Bold" charset="1" panose="02010001040000080307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16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2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2.png" Type="http://schemas.openxmlformats.org/officeDocument/2006/relationships/image"/><Relationship Id="rId6" Target="../media/image8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16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2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2.png" Type="http://schemas.openxmlformats.org/officeDocument/2006/relationships/image"/><Relationship Id="rId6" Target="../media/image8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2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390" y="4417406"/>
            <a:ext cx="6297316" cy="6408576"/>
          </a:xfrm>
          <a:custGeom>
            <a:avLst/>
            <a:gdLst/>
            <a:ahLst/>
            <a:cxnLst/>
            <a:rect r="r" b="b" t="t" l="l"/>
            <a:pathLst>
              <a:path h="6408576" w="6297316">
                <a:moveTo>
                  <a:pt x="0" y="0"/>
                </a:moveTo>
                <a:lnTo>
                  <a:pt x="6297316" y="0"/>
                </a:lnTo>
                <a:lnTo>
                  <a:pt x="6297316" y="6408576"/>
                </a:lnTo>
                <a:lnTo>
                  <a:pt x="0" y="6408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9384" y="5406698"/>
            <a:ext cx="6955756" cy="7505545"/>
          </a:xfrm>
          <a:custGeom>
            <a:avLst/>
            <a:gdLst/>
            <a:ahLst/>
            <a:cxnLst/>
            <a:rect r="r" b="b" t="t" l="l"/>
            <a:pathLst>
              <a:path h="7505545" w="6955756">
                <a:moveTo>
                  <a:pt x="0" y="0"/>
                </a:moveTo>
                <a:lnTo>
                  <a:pt x="6955756" y="0"/>
                </a:lnTo>
                <a:lnTo>
                  <a:pt x="6955756" y="7505544"/>
                </a:lnTo>
                <a:lnTo>
                  <a:pt x="0" y="7505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9302" y="6153050"/>
            <a:ext cx="1369492" cy="1840303"/>
          </a:xfrm>
          <a:custGeom>
            <a:avLst/>
            <a:gdLst/>
            <a:ahLst/>
            <a:cxnLst/>
            <a:rect r="r" b="b" t="t" l="l"/>
            <a:pathLst>
              <a:path h="1840303" w="1369492">
                <a:moveTo>
                  <a:pt x="0" y="0"/>
                </a:moveTo>
                <a:lnTo>
                  <a:pt x="1369492" y="0"/>
                </a:lnTo>
                <a:lnTo>
                  <a:pt x="1369492" y="1840303"/>
                </a:lnTo>
                <a:lnTo>
                  <a:pt x="0" y="1840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5390" y="4871314"/>
            <a:ext cx="1784739" cy="1639584"/>
          </a:xfrm>
          <a:custGeom>
            <a:avLst/>
            <a:gdLst/>
            <a:ahLst/>
            <a:cxnLst/>
            <a:rect r="r" b="b" t="t" l="l"/>
            <a:pathLst>
              <a:path h="1639584" w="1784739">
                <a:moveTo>
                  <a:pt x="0" y="0"/>
                </a:moveTo>
                <a:lnTo>
                  <a:pt x="1784739" y="0"/>
                </a:lnTo>
                <a:lnTo>
                  <a:pt x="1784739" y="1639584"/>
                </a:lnTo>
                <a:lnTo>
                  <a:pt x="0" y="16395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49703" y="6221821"/>
            <a:ext cx="1413003" cy="1298082"/>
          </a:xfrm>
          <a:custGeom>
            <a:avLst/>
            <a:gdLst/>
            <a:ahLst/>
            <a:cxnLst/>
            <a:rect r="r" b="b" t="t" l="l"/>
            <a:pathLst>
              <a:path h="1298082" w="1413003">
                <a:moveTo>
                  <a:pt x="0" y="0"/>
                </a:moveTo>
                <a:lnTo>
                  <a:pt x="1413003" y="0"/>
                </a:lnTo>
                <a:lnTo>
                  <a:pt x="1413003" y="1298082"/>
                </a:lnTo>
                <a:lnTo>
                  <a:pt x="0" y="12980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72087" y="1635040"/>
            <a:ext cx="10018786" cy="339331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179"/>
              </a:lnSpc>
            </a:pPr>
            <a:r>
              <a:rPr lang="en-US" sz="10000" spc="-239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{{topic}}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829196" y="-263886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5269" y="-1849607"/>
            <a:ext cx="4961552" cy="4539651"/>
          </a:xfrm>
          <a:custGeom>
            <a:avLst/>
            <a:gdLst/>
            <a:ahLst/>
            <a:cxnLst/>
            <a:rect r="r" b="b" t="t" l="l"/>
            <a:pathLst>
              <a:path h="4539651" w="4961552">
                <a:moveTo>
                  <a:pt x="0" y="0"/>
                </a:moveTo>
                <a:lnTo>
                  <a:pt x="4961552" y="0"/>
                </a:lnTo>
                <a:lnTo>
                  <a:pt x="4961552" y="4539651"/>
                </a:lnTo>
                <a:lnTo>
                  <a:pt x="0" y="45396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986794" y="7316267"/>
            <a:ext cx="4205120" cy="1104996"/>
            <a:chOff x="0" y="0"/>
            <a:chExt cx="1107521" cy="2910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7521" cy="291028"/>
            </a:xfrm>
            <a:custGeom>
              <a:avLst/>
              <a:gdLst/>
              <a:ahLst/>
              <a:cxnLst/>
              <a:rect r="r" b="b" t="t" l="l"/>
              <a:pathLst>
                <a:path h="291028" w="1107521">
                  <a:moveTo>
                    <a:pt x="145514" y="0"/>
                  </a:moveTo>
                  <a:lnTo>
                    <a:pt x="962008" y="0"/>
                  </a:lnTo>
                  <a:cubicBezTo>
                    <a:pt x="1000600" y="0"/>
                    <a:pt x="1037612" y="15331"/>
                    <a:pt x="1064901" y="42620"/>
                  </a:cubicBezTo>
                  <a:cubicBezTo>
                    <a:pt x="1092191" y="69909"/>
                    <a:pt x="1107521" y="106921"/>
                    <a:pt x="1107521" y="145514"/>
                  </a:cubicBezTo>
                  <a:lnTo>
                    <a:pt x="1107521" y="145514"/>
                  </a:lnTo>
                  <a:cubicBezTo>
                    <a:pt x="1107521" y="225879"/>
                    <a:pt x="1042373" y="291028"/>
                    <a:pt x="962008" y="291028"/>
                  </a:cubicBezTo>
                  <a:lnTo>
                    <a:pt x="145514" y="291028"/>
                  </a:lnTo>
                  <a:cubicBezTo>
                    <a:pt x="106921" y="291028"/>
                    <a:pt x="69909" y="275697"/>
                    <a:pt x="42620" y="248408"/>
                  </a:cubicBezTo>
                  <a:cubicBezTo>
                    <a:pt x="15331" y="221119"/>
                    <a:pt x="0" y="184107"/>
                    <a:pt x="0" y="145514"/>
                  </a:cubicBezTo>
                  <a:lnTo>
                    <a:pt x="0" y="145514"/>
                  </a:lnTo>
                  <a:cubicBezTo>
                    <a:pt x="0" y="106921"/>
                    <a:pt x="15331" y="69909"/>
                    <a:pt x="42620" y="42620"/>
                  </a:cubicBezTo>
                  <a:cubicBezTo>
                    <a:pt x="69909" y="15331"/>
                    <a:pt x="106921" y="0"/>
                    <a:pt x="1455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6EBE">
                    <a:alpha val="100000"/>
                  </a:srgbClr>
                </a:gs>
                <a:gs pos="100000">
                  <a:srgbClr val="5C005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107521" cy="262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5400000">
            <a:off x="13186217" y="9353023"/>
            <a:ext cx="4167806" cy="3978360"/>
          </a:xfrm>
          <a:custGeom>
            <a:avLst/>
            <a:gdLst/>
            <a:ahLst/>
            <a:cxnLst/>
            <a:rect r="r" b="b" t="t" l="l"/>
            <a:pathLst>
              <a:path h="3978360" w="4167806">
                <a:moveTo>
                  <a:pt x="0" y="0"/>
                </a:moveTo>
                <a:lnTo>
                  <a:pt x="4167806" y="0"/>
                </a:lnTo>
                <a:lnTo>
                  <a:pt x="4167806" y="3978360"/>
                </a:lnTo>
                <a:lnTo>
                  <a:pt x="0" y="39783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890874" y="4417406"/>
            <a:ext cx="1813514" cy="6535187"/>
          </a:xfrm>
          <a:custGeom>
            <a:avLst/>
            <a:gdLst/>
            <a:ahLst/>
            <a:cxnLst/>
            <a:rect r="r" b="b" t="t" l="l"/>
            <a:pathLst>
              <a:path h="6535187" w="1813514">
                <a:moveTo>
                  <a:pt x="0" y="0"/>
                </a:moveTo>
                <a:lnTo>
                  <a:pt x="1813514" y="0"/>
                </a:lnTo>
                <a:lnTo>
                  <a:pt x="1813514" y="6535187"/>
                </a:lnTo>
                <a:lnTo>
                  <a:pt x="0" y="65351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13561" y="5085316"/>
            <a:ext cx="6351586" cy="11734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36">
                <a:solidFill>
                  <a:srgbClr val="FC9AD6"/>
                </a:solidFill>
                <a:latin typeface="TT Lakes Neue"/>
                <a:ea typeface="TT Lakes Neue"/>
                <a:cs typeface="TT Lakes Neue"/>
                <a:sym typeface="TT Lakes Neue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58151" y="7598572"/>
            <a:ext cx="3062406" cy="5118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160"/>
              </a:lnSpc>
            </a:pPr>
            <a:r>
              <a:rPr lang="en-US" sz="3200" spc="-3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{{muallif}}</a:t>
            </a:r>
          </a:p>
        </p:txBody>
      </p:sp>
      <p:sp>
        <p:nvSpPr>
          <p:cNvPr name="Freeform 18" id="18"/>
          <p:cNvSpPr/>
          <p:nvPr/>
        </p:nvSpPr>
        <p:spPr>
          <a:xfrm flipH="false" flipV="true" rot="-5400000">
            <a:off x="-2707814" y="1333614"/>
            <a:ext cx="4167806" cy="3978360"/>
          </a:xfrm>
          <a:custGeom>
            <a:avLst/>
            <a:gdLst/>
            <a:ahLst/>
            <a:cxnLst/>
            <a:rect r="r" b="b" t="t" l="l"/>
            <a:pathLst>
              <a:path h="3978360" w="4167806">
                <a:moveTo>
                  <a:pt x="0" y="3978361"/>
                </a:moveTo>
                <a:lnTo>
                  <a:pt x="4167806" y="3978361"/>
                </a:lnTo>
                <a:lnTo>
                  <a:pt x="4167806" y="0"/>
                </a:lnTo>
                <a:lnTo>
                  <a:pt x="0" y="0"/>
                </a:lnTo>
                <a:lnTo>
                  <a:pt x="0" y="397836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5333" y="697113"/>
            <a:ext cx="13077333" cy="11001307"/>
          </a:xfrm>
          <a:custGeom>
            <a:avLst/>
            <a:gdLst/>
            <a:ahLst/>
            <a:cxnLst/>
            <a:rect r="r" b="b" t="t" l="l"/>
            <a:pathLst>
              <a:path h="11001307" w="13077333">
                <a:moveTo>
                  <a:pt x="0" y="0"/>
                </a:moveTo>
                <a:lnTo>
                  <a:pt x="13077334" y="0"/>
                </a:lnTo>
                <a:lnTo>
                  <a:pt x="13077334" y="11001307"/>
                </a:lnTo>
                <a:lnTo>
                  <a:pt x="0" y="11001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32434" y="3809374"/>
            <a:ext cx="2699431" cy="9727680"/>
          </a:xfrm>
          <a:custGeom>
            <a:avLst/>
            <a:gdLst/>
            <a:ahLst/>
            <a:cxnLst/>
            <a:rect r="r" b="b" t="t" l="l"/>
            <a:pathLst>
              <a:path h="9727680" w="2699431">
                <a:moveTo>
                  <a:pt x="0" y="0"/>
                </a:moveTo>
                <a:lnTo>
                  <a:pt x="2699431" y="0"/>
                </a:lnTo>
                <a:lnTo>
                  <a:pt x="2699431" y="9727680"/>
                </a:lnTo>
                <a:lnTo>
                  <a:pt x="0" y="97276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14844" y="2194149"/>
            <a:ext cx="10658311" cy="2190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{{reja}}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93401" y="4710430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39621" y="5494020"/>
            <a:ext cx="9408759" cy="37642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{{reja_1}}</a:t>
            </a:r>
          </a:p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{{reja_2}}</a:t>
            </a:r>
          </a:p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{{reja_3}}</a:t>
            </a:r>
          </a:p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{{reja_4}}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356135" y="3809374"/>
            <a:ext cx="2699431" cy="9727680"/>
          </a:xfrm>
          <a:custGeom>
            <a:avLst/>
            <a:gdLst/>
            <a:ahLst/>
            <a:cxnLst/>
            <a:rect r="r" b="b" t="t" l="l"/>
            <a:pathLst>
              <a:path h="9727680" w="2699431">
                <a:moveTo>
                  <a:pt x="2699431" y="0"/>
                </a:moveTo>
                <a:lnTo>
                  <a:pt x="0" y="0"/>
                </a:lnTo>
                <a:lnTo>
                  <a:pt x="0" y="9727680"/>
                </a:lnTo>
                <a:lnTo>
                  <a:pt x="2699431" y="9727680"/>
                </a:lnTo>
                <a:lnTo>
                  <a:pt x="269943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33041" y="3635693"/>
            <a:ext cx="1919038" cy="6915453"/>
          </a:xfrm>
          <a:custGeom>
            <a:avLst/>
            <a:gdLst/>
            <a:ahLst/>
            <a:cxnLst/>
            <a:rect r="r" b="b" t="t" l="l"/>
            <a:pathLst>
              <a:path h="6915453" w="1919038">
                <a:moveTo>
                  <a:pt x="0" y="0"/>
                </a:moveTo>
                <a:lnTo>
                  <a:pt x="1919038" y="0"/>
                </a:lnTo>
                <a:lnTo>
                  <a:pt x="1919038" y="6915453"/>
                </a:lnTo>
                <a:lnTo>
                  <a:pt x="0" y="6915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64079" y="3635693"/>
            <a:ext cx="1919038" cy="6915453"/>
          </a:xfrm>
          <a:custGeom>
            <a:avLst/>
            <a:gdLst/>
            <a:ahLst/>
            <a:cxnLst/>
            <a:rect r="r" b="b" t="t" l="l"/>
            <a:pathLst>
              <a:path h="6915453" w="1919038">
                <a:moveTo>
                  <a:pt x="1919038" y="0"/>
                </a:moveTo>
                <a:lnTo>
                  <a:pt x="0" y="0"/>
                </a:lnTo>
                <a:lnTo>
                  <a:pt x="0" y="6915453"/>
                </a:lnTo>
                <a:lnTo>
                  <a:pt x="1919038" y="6915453"/>
                </a:lnTo>
                <a:lnTo>
                  <a:pt x="191903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0171" y="4156557"/>
            <a:ext cx="6064479" cy="5101743"/>
          </a:xfrm>
          <a:custGeom>
            <a:avLst/>
            <a:gdLst/>
            <a:ahLst/>
            <a:cxnLst/>
            <a:rect r="r" b="b" t="t" l="l"/>
            <a:pathLst>
              <a:path h="5101743" w="6064479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13350" y="4156557"/>
            <a:ext cx="6064479" cy="5101743"/>
          </a:xfrm>
          <a:custGeom>
            <a:avLst/>
            <a:gdLst/>
            <a:ahLst/>
            <a:cxnLst/>
            <a:rect r="r" b="b" t="t" l="l"/>
            <a:pathLst>
              <a:path h="5101743" w="6064479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69517" y="1095375"/>
            <a:ext cx="10548966" cy="2025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{{s03_title}}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39372" y="4987376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{{s03_label_1}}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5813" y="5617683"/>
            <a:ext cx="5713195" cy="2392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{{s03_text_1}}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42551" y="4987376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{{s03_label_2}}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8992" y="5617683"/>
            <a:ext cx="5713195" cy="2392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{{s03_text_2}}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82313"/>
            <a:ext cx="7358396" cy="302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{{s04_title}}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69322" y="1427854"/>
            <a:ext cx="7889978" cy="1489233"/>
          </a:xfrm>
          <a:custGeom>
            <a:avLst/>
            <a:gdLst/>
            <a:ahLst/>
            <a:cxnLst/>
            <a:rect r="r" b="b" t="t" l="l"/>
            <a:pathLst>
              <a:path h="1489233" w="7889978">
                <a:moveTo>
                  <a:pt x="0" y="0"/>
                </a:moveTo>
                <a:lnTo>
                  <a:pt x="7889978" y="0"/>
                </a:lnTo>
                <a:lnTo>
                  <a:pt x="7889978" y="1489234"/>
                </a:lnTo>
                <a:lnTo>
                  <a:pt x="0" y="14892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11273" y="1837826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{{s04_label_1}}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69322" y="3121405"/>
            <a:ext cx="7889978" cy="1706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{{s04_text_1}}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69322" y="5458715"/>
            <a:ext cx="7889978" cy="1489233"/>
          </a:xfrm>
          <a:custGeom>
            <a:avLst/>
            <a:gdLst/>
            <a:ahLst/>
            <a:cxnLst/>
            <a:rect r="r" b="b" t="t" l="l"/>
            <a:pathLst>
              <a:path h="1489233" w="7889978">
                <a:moveTo>
                  <a:pt x="0" y="0"/>
                </a:moveTo>
                <a:lnTo>
                  <a:pt x="7889978" y="0"/>
                </a:lnTo>
                <a:lnTo>
                  <a:pt x="7889978" y="1489233"/>
                </a:lnTo>
                <a:lnTo>
                  <a:pt x="0" y="1489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11273" y="5868687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{{s04_label_2}}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9322" y="7152266"/>
            <a:ext cx="7889978" cy="1706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{{s04_text_2}}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607103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b="true" sz="2799" spc="-27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{{s04_label_3}}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243260"/>
            <a:ext cx="5713195" cy="2392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{{s04_text_3}}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111292" y="-2399209"/>
            <a:ext cx="3760621" cy="3827063"/>
          </a:xfrm>
          <a:custGeom>
            <a:avLst/>
            <a:gdLst/>
            <a:ahLst/>
            <a:cxnLst/>
            <a:rect r="r" b="b" t="t" l="l"/>
            <a:pathLst>
              <a:path h="3827063" w="3760621">
                <a:moveTo>
                  <a:pt x="0" y="0"/>
                </a:moveTo>
                <a:lnTo>
                  <a:pt x="3760621" y="0"/>
                </a:lnTo>
                <a:lnTo>
                  <a:pt x="3760621" y="3827063"/>
                </a:lnTo>
                <a:lnTo>
                  <a:pt x="0" y="3827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880310" y="8635940"/>
            <a:ext cx="3760621" cy="3827063"/>
          </a:xfrm>
          <a:custGeom>
            <a:avLst/>
            <a:gdLst/>
            <a:ahLst/>
            <a:cxnLst/>
            <a:rect r="r" b="b" t="t" l="l"/>
            <a:pathLst>
              <a:path h="3827063" w="3760621">
                <a:moveTo>
                  <a:pt x="0" y="0"/>
                </a:moveTo>
                <a:lnTo>
                  <a:pt x="3760620" y="0"/>
                </a:lnTo>
                <a:lnTo>
                  <a:pt x="3760620" y="3827063"/>
                </a:lnTo>
                <a:lnTo>
                  <a:pt x="0" y="3827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6763391" y="-902697"/>
            <a:ext cx="3049219" cy="2910618"/>
          </a:xfrm>
          <a:custGeom>
            <a:avLst/>
            <a:gdLst/>
            <a:ahLst/>
            <a:cxnLst/>
            <a:rect r="r" b="b" t="t" l="l"/>
            <a:pathLst>
              <a:path h="2910618" w="3049219">
                <a:moveTo>
                  <a:pt x="0" y="0"/>
                </a:moveTo>
                <a:lnTo>
                  <a:pt x="3049218" y="0"/>
                </a:lnTo>
                <a:lnTo>
                  <a:pt x="3049218" y="2910617"/>
                </a:lnTo>
                <a:lnTo>
                  <a:pt x="0" y="2910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9791" y="5704250"/>
            <a:ext cx="7413118" cy="3554050"/>
            <a:chOff x="0" y="0"/>
            <a:chExt cx="1952426" cy="936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95091" y="5704250"/>
            <a:ext cx="7413118" cy="3554050"/>
            <a:chOff x="0" y="0"/>
            <a:chExt cx="1952426" cy="936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10969591" y="-37995"/>
            <a:ext cx="4646020" cy="6419371"/>
          </a:xfrm>
          <a:custGeom>
            <a:avLst/>
            <a:gdLst/>
            <a:ahLst/>
            <a:cxnLst/>
            <a:rect r="r" b="b" t="t" l="l"/>
            <a:pathLst>
              <a:path h="6419371" w="4646020">
                <a:moveTo>
                  <a:pt x="0" y="0"/>
                </a:moveTo>
                <a:lnTo>
                  <a:pt x="4646019" y="0"/>
                </a:lnTo>
                <a:lnTo>
                  <a:pt x="4646019" y="6419371"/>
                </a:lnTo>
                <a:lnTo>
                  <a:pt x="0" y="6419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79791" y="1421765"/>
            <a:ext cx="7061468" cy="3721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79"/>
              </a:lnSpc>
            </a:pPr>
            <a:r>
              <a:rPr lang="en-US" sz="7200" spc="-175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{{s05_title}}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7615" y="6124019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{{s05_label_1}}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7615" y="6760176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{{s05_text_1}}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2915" y="6124019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{{s05_label_2}}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82915" y="6760176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{{s05_text_2}}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660150" y="-3498594"/>
            <a:ext cx="6875710" cy="6997189"/>
          </a:xfrm>
          <a:custGeom>
            <a:avLst/>
            <a:gdLst/>
            <a:ahLst/>
            <a:cxnLst/>
            <a:rect r="r" b="b" t="t" l="l"/>
            <a:pathLst>
              <a:path h="6997189" w="6875710">
                <a:moveTo>
                  <a:pt x="0" y="0"/>
                </a:moveTo>
                <a:lnTo>
                  <a:pt x="6875710" y="0"/>
                </a:lnTo>
                <a:lnTo>
                  <a:pt x="6875710" y="6997188"/>
                </a:lnTo>
                <a:lnTo>
                  <a:pt x="0" y="6997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878487" y="8375324"/>
            <a:ext cx="3756975" cy="3823353"/>
          </a:xfrm>
          <a:custGeom>
            <a:avLst/>
            <a:gdLst/>
            <a:ahLst/>
            <a:cxnLst/>
            <a:rect r="r" b="b" t="t" l="l"/>
            <a:pathLst>
              <a:path h="3823353" w="3756975">
                <a:moveTo>
                  <a:pt x="0" y="0"/>
                </a:moveTo>
                <a:lnTo>
                  <a:pt x="3756974" y="0"/>
                </a:lnTo>
                <a:lnTo>
                  <a:pt x="3756974" y="3823352"/>
                </a:lnTo>
                <a:lnTo>
                  <a:pt x="0" y="3823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413118" cy="3554050"/>
            <a:chOff x="0" y="0"/>
            <a:chExt cx="1952426" cy="936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792300"/>
            <a:ext cx="7413118" cy="3554050"/>
            <a:chOff x="0" y="0"/>
            <a:chExt cx="1952426" cy="936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78128" y="6513402"/>
            <a:ext cx="7416168" cy="7547196"/>
          </a:xfrm>
          <a:custGeom>
            <a:avLst/>
            <a:gdLst/>
            <a:ahLst/>
            <a:cxnLst/>
            <a:rect r="r" b="b" t="t" l="l"/>
            <a:pathLst>
              <a:path h="7547196" w="7416168">
                <a:moveTo>
                  <a:pt x="0" y="0"/>
                </a:moveTo>
                <a:lnTo>
                  <a:pt x="7416168" y="0"/>
                </a:lnTo>
                <a:lnTo>
                  <a:pt x="7416168" y="7547196"/>
                </a:lnTo>
                <a:lnTo>
                  <a:pt x="0" y="7547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9436416" y="4716722"/>
            <a:ext cx="3966954" cy="3629628"/>
          </a:xfrm>
          <a:custGeom>
            <a:avLst/>
            <a:gdLst/>
            <a:ahLst/>
            <a:cxnLst/>
            <a:rect r="r" b="b" t="t" l="l"/>
            <a:pathLst>
              <a:path h="3629628" w="3966954">
                <a:moveTo>
                  <a:pt x="3966954" y="0"/>
                </a:moveTo>
                <a:lnTo>
                  <a:pt x="0" y="0"/>
                </a:lnTo>
                <a:lnTo>
                  <a:pt x="0" y="3629627"/>
                </a:lnTo>
                <a:lnTo>
                  <a:pt x="3966954" y="3629627"/>
                </a:lnTo>
                <a:lnTo>
                  <a:pt x="3966954" y="0"/>
                </a:lnTo>
                <a:close/>
              </a:path>
            </a:pathLst>
          </a:custGeom>
          <a:blipFill>
            <a:blip r:embed="rId5">
              <a:alphaModFix amt="79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02372" y="4716722"/>
            <a:ext cx="6424441" cy="7259256"/>
          </a:xfrm>
          <a:custGeom>
            <a:avLst/>
            <a:gdLst/>
            <a:ahLst/>
            <a:cxnLst/>
            <a:rect r="r" b="b" t="t" l="l"/>
            <a:pathLst>
              <a:path h="7259256" w="6424441">
                <a:moveTo>
                  <a:pt x="0" y="0"/>
                </a:moveTo>
                <a:lnTo>
                  <a:pt x="6424441" y="0"/>
                </a:lnTo>
                <a:lnTo>
                  <a:pt x="6424441" y="7259255"/>
                </a:lnTo>
                <a:lnTo>
                  <a:pt x="0" y="725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20304" y="1095375"/>
            <a:ext cx="7738996" cy="302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{{s06_title}}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6524" y="1434578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{{s06_label_1}}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6524" y="2070735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{{s06_text_1}}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6524" y="5198178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{{s06_label_2}}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6524" y="5834335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{{s06_text_2}}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9138" y="8536849"/>
            <a:ext cx="6952242" cy="11601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20"/>
              </a:lnSpc>
            </a:pPr>
            <a:r>
              <a:rPr lang="en-US" sz="2400" spc="-24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{{s06_text_3}}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449280" y="-1806315"/>
            <a:ext cx="3419866" cy="3480288"/>
          </a:xfrm>
          <a:custGeom>
            <a:avLst/>
            <a:gdLst/>
            <a:ahLst/>
            <a:cxnLst/>
            <a:rect r="r" b="b" t="t" l="l"/>
            <a:pathLst>
              <a:path h="3480288" w="3419866">
                <a:moveTo>
                  <a:pt x="0" y="0"/>
                </a:moveTo>
                <a:lnTo>
                  <a:pt x="3419866" y="0"/>
                </a:lnTo>
                <a:lnTo>
                  <a:pt x="3419866" y="3480288"/>
                </a:lnTo>
                <a:lnTo>
                  <a:pt x="0" y="348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6763391" y="-902697"/>
            <a:ext cx="3049219" cy="2910618"/>
          </a:xfrm>
          <a:custGeom>
            <a:avLst/>
            <a:gdLst/>
            <a:ahLst/>
            <a:cxnLst/>
            <a:rect r="r" b="b" t="t" l="l"/>
            <a:pathLst>
              <a:path h="2910618" w="3049219">
                <a:moveTo>
                  <a:pt x="0" y="0"/>
                </a:moveTo>
                <a:lnTo>
                  <a:pt x="3049218" y="0"/>
                </a:lnTo>
                <a:lnTo>
                  <a:pt x="3049218" y="2910617"/>
                </a:lnTo>
                <a:lnTo>
                  <a:pt x="0" y="29106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39848" y="1666239"/>
            <a:ext cx="4886003" cy="6839225"/>
            <a:chOff x="0" y="0"/>
            <a:chExt cx="1286848" cy="18012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6848" cy="1801277"/>
            </a:xfrm>
            <a:custGeom>
              <a:avLst/>
              <a:gdLst/>
              <a:ahLst/>
              <a:cxnLst/>
              <a:rect r="r" b="b" t="t" l="l"/>
              <a:pathLst>
                <a:path h="1801277" w="1286848">
                  <a:moveTo>
                    <a:pt x="31690" y="0"/>
                  </a:moveTo>
                  <a:lnTo>
                    <a:pt x="1255158" y="0"/>
                  </a:lnTo>
                  <a:cubicBezTo>
                    <a:pt x="1263563" y="0"/>
                    <a:pt x="1271623" y="3339"/>
                    <a:pt x="1277567" y="9282"/>
                  </a:cubicBezTo>
                  <a:cubicBezTo>
                    <a:pt x="1283510" y="15225"/>
                    <a:pt x="1286848" y="23285"/>
                    <a:pt x="1286848" y="31690"/>
                  </a:cubicBezTo>
                  <a:lnTo>
                    <a:pt x="1286848" y="1769587"/>
                  </a:lnTo>
                  <a:cubicBezTo>
                    <a:pt x="1286848" y="1787089"/>
                    <a:pt x="1272660" y="1801277"/>
                    <a:pt x="1255158" y="1801277"/>
                  </a:cubicBezTo>
                  <a:lnTo>
                    <a:pt x="31690" y="1801277"/>
                  </a:lnTo>
                  <a:cubicBezTo>
                    <a:pt x="23285" y="1801277"/>
                    <a:pt x="15225" y="1797939"/>
                    <a:pt x="9282" y="1791996"/>
                  </a:cubicBezTo>
                  <a:cubicBezTo>
                    <a:pt x="3339" y="1786053"/>
                    <a:pt x="0" y="1777992"/>
                    <a:pt x="0" y="1769587"/>
                  </a:cubicBezTo>
                  <a:lnTo>
                    <a:pt x="0" y="31690"/>
                  </a:lnTo>
                  <a:cubicBezTo>
                    <a:pt x="0" y="23285"/>
                    <a:pt x="3339" y="15225"/>
                    <a:pt x="9282" y="9282"/>
                  </a:cubicBezTo>
                  <a:cubicBezTo>
                    <a:pt x="15225" y="3339"/>
                    <a:pt x="23285" y="0"/>
                    <a:pt x="316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286848" cy="1772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778128" y="6513402"/>
            <a:ext cx="7416168" cy="7547196"/>
          </a:xfrm>
          <a:custGeom>
            <a:avLst/>
            <a:gdLst/>
            <a:ahLst/>
            <a:cxnLst/>
            <a:rect r="r" b="b" t="t" l="l"/>
            <a:pathLst>
              <a:path h="7547196" w="7416168">
                <a:moveTo>
                  <a:pt x="0" y="0"/>
                </a:moveTo>
                <a:lnTo>
                  <a:pt x="7416168" y="0"/>
                </a:lnTo>
                <a:lnTo>
                  <a:pt x="7416168" y="7547196"/>
                </a:lnTo>
                <a:lnTo>
                  <a:pt x="0" y="7547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202479" y="-787633"/>
            <a:ext cx="4961552" cy="4539651"/>
          </a:xfrm>
          <a:custGeom>
            <a:avLst/>
            <a:gdLst/>
            <a:ahLst/>
            <a:cxnLst/>
            <a:rect r="r" b="b" t="t" l="l"/>
            <a:pathLst>
              <a:path h="4539651" w="4961552">
                <a:moveTo>
                  <a:pt x="4961552" y="0"/>
                </a:moveTo>
                <a:lnTo>
                  <a:pt x="0" y="0"/>
                </a:lnTo>
                <a:lnTo>
                  <a:pt x="0" y="4539651"/>
                </a:lnTo>
                <a:lnTo>
                  <a:pt x="4961552" y="4539651"/>
                </a:lnTo>
                <a:lnTo>
                  <a:pt x="496155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73297" y="1666239"/>
            <a:ext cx="4886003" cy="6839225"/>
            <a:chOff x="0" y="0"/>
            <a:chExt cx="1286848" cy="18012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6848" cy="1801277"/>
            </a:xfrm>
            <a:custGeom>
              <a:avLst/>
              <a:gdLst/>
              <a:ahLst/>
              <a:cxnLst/>
              <a:rect r="r" b="b" t="t" l="l"/>
              <a:pathLst>
                <a:path h="1801277" w="1286848">
                  <a:moveTo>
                    <a:pt x="31690" y="0"/>
                  </a:moveTo>
                  <a:lnTo>
                    <a:pt x="1255158" y="0"/>
                  </a:lnTo>
                  <a:cubicBezTo>
                    <a:pt x="1263563" y="0"/>
                    <a:pt x="1271623" y="3339"/>
                    <a:pt x="1277567" y="9282"/>
                  </a:cubicBezTo>
                  <a:cubicBezTo>
                    <a:pt x="1283510" y="15225"/>
                    <a:pt x="1286848" y="23285"/>
                    <a:pt x="1286848" y="31690"/>
                  </a:cubicBezTo>
                  <a:lnTo>
                    <a:pt x="1286848" y="1769587"/>
                  </a:lnTo>
                  <a:cubicBezTo>
                    <a:pt x="1286848" y="1787089"/>
                    <a:pt x="1272660" y="1801277"/>
                    <a:pt x="1255158" y="1801277"/>
                  </a:cubicBezTo>
                  <a:lnTo>
                    <a:pt x="31690" y="1801277"/>
                  </a:lnTo>
                  <a:cubicBezTo>
                    <a:pt x="23285" y="1801277"/>
                    <a:pt x="15225" y="1797939"/>
                    <a:pt x="9282" y="1791996"/>
                  </a:cubicBezTo>
                  <a:cubicBezTo>
                    <a:pt x="3339" y="1786053"/>
                    <a:pt x="0" y="1777992"/>
                    <a:pt x="0" y="1769587"/>
                  </a:cubicBezTo>
                  <a:lnTo>
                    <a:pt x="0" y="31690"/>
                  </a:lnTo>
                  <a:cubicBezTo>
                    <a:pt x="0" y="23285"/>
                    <a:pt x="3339" y="15225"/>
                    <a:pt x="9282" y="9282"/>
                  </a:cubicBezTo>
                  <a:cubicBezTo>
                    <a:pt x="15225" y="3339"/>
                    <a:pt x="23285" y="0"/>
                    <a:pt x="316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286848" cy="1772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732914"/>
            <a:ext cx="5649594" cy="302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{{s07_title}}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19102" y="2014096"/>
            <a:ext cx="3118735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{{s07_label_1}}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19102" y="2650253"/>
            <a:ext cx="4127494" cy="5478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{{s07_text_1}}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2552" y="2014096"/>
            <a:ext cx="4364092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{{s07_label_2}}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52552" y="2650253"/>
            <a:ext cx="4127494" cy="5478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{{s07_text_2}}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86648" y="5399168"/>
            <a:ext cx="6210300" cy="3221593"/>
          </a:xfrm>
          <a:custGeom>
            <a:avLst/>
            <a:gdLst/>
            <a:ahLst/>
            <a:cxnLst/>
            <a:rect r="r" b="b" t="t" l="l"/>
            <a:pathLst>
              <a:path h="3221593" w="6210300">
                <a:moveTo>
                  <a:pt x="0" y="0"/>
                </a:moveTo>
                <a:lnTo>
                  <a:pt x="6210300" y="0"/>
                </a:lnTo>
                <a:lnTo>
                  <a:pt x="6210300" y="3221593"/>
                </a:lnTo>
                <a:lnTo>
                  <a:pt x="0" y="3221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854042" y="-2291406"/>
            <a:ext cx="3708084" cy="3773598"/>
          </a:xfrm>
          <a:custGeom>
            <a:avLst/>
            <a:gdLst/>
            <a:ahLst/>
            <a:cxnLst/>
            <a:rect r="r" b="b" t="t" l="l"/>
            <a:pathLst>
              <a:path h="3773598" w="3708084">
                <a:moveTo>
                  <a:pt x="0" y="0"/>
                </a:moveTo>
                <a:lnTo>
                  <a:pt x="3708084" y="0"/>
                </a:lnTo>
                <a:lnTo>
                  <a:pt x="3708084" y="3773598"/>
                </a:lnTo>
                <a:lnTo>
                  <a:pt x="0" y="3773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6763391" y="-902697"/>
            <a:ext cx="3049219" cy="2910618"/>
          </a:xfrm>
          <a:custGeom>
            <a:avLst/>
            <a:gdLst/>
            <a:ahLst/>
            <a:cxnLst/>
            <a:rect r="r" b="b" t="t" l="l"/>
            <a:pathLst>
              <a:path h="2910618" w="3049219">
                <a:moveTo>
                  <a:pt x="0" y="0"/>
                </a:moveTo>
                <a:lnTo>
                  <a:pt x="3049218" y="0"/>
                </a:lnTo>
                <a:lnTo>
                  <a:pt x="3049218" y="2910617"/>
                </a:lnTo>
                <a:lnTo>
                  <a:pt x="0" y="2910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97860" y="1486224"/>
            <a:ext cx="10292280" cy="2025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{{s08_title}}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10171" y="4156557"/>
            <a:ext cx="6064479" cy="5101743"/>
          </a:xfrm>
          <a:custGeom>
            <a:avLst/>
            <a:gdLst/>
            <a:ahLst/>
            <a:cxnLst/>
            <a:rect r="r" b="b" t="t" l="l"/>
            <a:pathLst>
              <a:path h="5101743" w="6064479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13350" y="4156557"/>
            <a:ext cx="6064479" cy="5101743"/>
          </a:xfrm>
          <a:custGeom>
            <a:avLst/>
            <a:gdLst/>
            <a:ahLst/>
            <a:cxnLst/>
            <a:rect r="r" b="b" t="t" l="l"/>
            <a:pathLst>
              <a:path h="5101743" w="6064479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39372" y="4796876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{{s08_label_1}}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5813" y="5808183"/>
            <a:ext cx="5713195" cy="2392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{{s08_text_1}}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27951" y="4568276"/>
            <a:ext cx="4235278" cy="9074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{{s08_label_2}}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8992" y="5808183"/>
            <a:ext cx="5713195" cy="2392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{{s08_text_2}}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233041" y="3635693"/>
            <a:ext cx="1919038" cy="6915453"/>
          </a:xfrm>
          <a:custGeom>
            <a:avLst/>
            <a:gdLst/>
            <a:ahLst/>
            <a:cxnLst/>
            <a:rect r="r" b="b" t="t" l="l"/>
            <a:pathLst>
              <a:path h="6915453" w="1919038">
                <a:moveTo>
                  <a:pt x="0" y="0"/>
                </a:moveTo>
                <a:lnTo>
                  <a:pt x="1919038" y="0"/>
                </a:lnTo>
                <a:lnTo>
                  <a:pt x="1919038" y="6915453"/>
                </a:lnTo>
                <a:lnTo>
                  <a:pt x="0" y="691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864079" y="3635693"/>
            <a:ext cx="1919038" cy="6915453"/>
          </a:xfrm>
          <a:custGeom>
            <a:avLst/>
            <a:gdLst/>
            <a:ahLst/>
            <a:cxnLst/>
            <a:rect r="r" b="b" t="t" l="l"/>
            <a:pathLst>
              <a:path h="6915453" w="1919038">
                <a:moveTo>
                  <a:pt x="1919038" y="0"/>
                </a:moveTo>
                <a:lnTo>
                  <a:pt x="0" y="0"/>
                </a:lnTo>
                <a:lnTo>
                  <a:pt x="0" y="6915453"/>
                </a:lnTo>
                <a:lnTo>
                  <a:pt x="1919038" y="6915453"/>
                </a:lnTo>
                <a:lnTo>
                  <a:pt x="191903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3213006" y="1219642"/>
            <a:ext cx="2154269" cy="1971082"/>
          </a:xfrm>
          <a:custGeom>
            <a:avLst/>
            <a:gdLst/>
            <a:ahLst/>
            <a:cxnLst/>
            <a:rect r="r" b="b" t="t" l="l"/>
            <a:pathLst>
              <a:path h="1971082" w="2154269">
                <a:moveTo>
                  <a:pt x="2154269" y="0"/>
                </a:moveTo>
                <a:lnTo>
                  <a:pt x="0" y="0"/>
                </a:lnTo>
                <a:lnTo>
                  <a:pt x="0" y="1971083"/>
                </a:lnTo>
                <a:lnTo>
                  <a:pt x="2154269" y="1971083"/>
                </a:lnTo>
                <a:lnTo>
                  <a:pt x="2154269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30049" y="1028700"/>
            <a:ext cx="1218647" cy="1115020"/>
          </a:xfrm>
          <a:custGeom>
            <a:avLst/>
            <a:gdLst/>
            <a:ahLst/>
            <a:cxnLst/>
            <a:rect r="r" b="b" t="t" l="l"/>
            <a:pathLst>
              <a:path h="1115020" w="1218647">
                <a:moveTo>
                  <a:pt x="0" y="0"/>
                </a:moveTo>
                <a:lnTo>
                  <a:pt x="1218646" y="0"/>
                </a:lnTo>
                <a:lnTo>
                  <a:pt x="1218646" y="1115020"/>
                </a:lnTo>
                <a:lnTo>
                  <a:pt x="0" y="11150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6810" y="6947147"/>
            <a:ext cx="10134381" cy="2025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{{s09_title}}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175159"/>
            <a:ext cx="7889978" cy="1489233"/>
          </a:xfrm>
          <a:custGeom>
            <a:avLst/>
            <a:gdLst/>
            <a:ahLst/>
            <a:cxnLst/>
            <a:rect r="r" b="b" t="t" l="l"/>
            <a:pathLst>
              <a:path h="1489233" w="7889978">
                <a:moveTo>
                  <a:pt x="0" y="0"/>
                </a:moveTo>
                <a:lnTo>
                  <a:pt x="7889978" y="0"/>
                </a:lnTo>
                <a:lnTo>
                  <a:pt x="7889978" y="1489233"/>
                </a:lnTo>
                <a:lnTo>
                  <a:pt x="0" y="1489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5877" y="2585131"/>
            <a:ext cx="4695623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{{s09_label_1}}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7666" y="3868710"/>
            <a:ext cx="6732046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{{s09_text_1}}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69322" y="2175159"/>
            <a:ext cx="7889978" cy="1489233"/>
          </a:xfrm>
          <a:custGeom>
            <a:avLst/>
            <a:gdLst/>
            <a:ahLst/>
            <a:cxnLst/>
            <a:rect r="r" b="b" t="t" l="l"/>
            <a:pathLst>
              <a:path h="1489233" w="7889978">
                <a:moveTo>
                  <a:pt x="0" y="0"/>
                </a:moveTo>
                <a:lnTo>
                  <a:pt x="7889978" y="0"/>
                </a:lnTo>
                <a:lnTo>
                  <a:pt x="7889978" y="1489233"/>
                </a:lnTo>
                <a:lnTo>
                  <a:pt x="0" y="1489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966500" y="2585131"/>
            <a:ext cx="4695623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{{s09_label_2}}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95655" y="3868710"/>
            <a:ext cx="6837313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{{s09_text_2}}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930176" y="5666948"/>
            <a:ext cx="4601452" cy="6573503"/>
          </a:xfrm>
          <a:custGeom>
            <a:avLst/>
            <a:gdLst/>
            <a:ahLst/>
            <a:cxnLst/>
            <a:rect r="r" b="b" t="t" l="l"/>
            <a:pathLst>
              <a:path h="6573503" w="4601452">
                <a:moveTo>
                  <a:pt x="0" y="0"/>
                </a:moveTo>
                <a:lnTo>
                  <a:pt x="4601452" y="0"/>
                </a:lnTo>
                <a:lnTo>
                  <a:pt x="4601452" y="6573502"/>
                </a:lnTo>
                <a:lnTo>
                  <a:pt x="0" y="6573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5616724" y="5703874"/>
            <a:ext cx="4601452" cy="6573503"/>
          </a:xfrm>
          <a:custGeom>
            <a:avLst/>
            <a:gdLst/>
            <a:ahLst/>
            <a:cxnLst/>
            <a:rect r="r" b="b" t="t" l="l"/>
            <a:pathLst>
              <a:path h="6573503" w="4601452">
                <a:moveTo>
                  <a:pt x="4601452" y="0"/>
                </a:moveTo>
                <a:lnTo>
                  <a:pt x="0" y="0"/>
                </a:lnTo>
                <a:lnTo>
                  <a:pt x="0" y="6573503"/>
                </a:lnTo>
                <a:lnTo>
                  <a:pt x="4601452" y="6573503"/>
                </a:lnTo>
                <a:lnTo>
                  <a:pt x="4601452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5893112" y="-890133"/>
            <a:ext cx="3049219" cy="2910618"/>
          </a:xfrm>
          <a:custGeom>
            <a:avLst/>
            <a:gdLst/>
            <a:ahLst/>
            <a:cxnLst/>
            <a:rect r="r" b="b" t="t" l="l"/>
            <a:pathLst>
              <a:path h="2910618" w="3049219">
                <a:moveTo>
                  <a:pt x="0" y="0"/>
                </a:moveTo>
                <a:lnTo>
                  <a:pt x="3049219" y="0"/>
                </a:lnTo>
                <a:lnTo>
                  <a:pt x="3049219" y="2910618"/>
                </a:lnTo>
                <a:lnTo>
                  <a:pt x="0" y="29106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46182" y="1028700"/>
            <a:ext cx="7413118" cy="3554050"/>
            <a:chOff x="0" y="0"/>
            <a:chExt cx="1952426" cy="936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46182" y="4792300"/>
            <a:ext cx="7413118" cy="3554050"/>
            <a:chOff x="0" y="0"/>
            <a:chExt cx="1952426" cy="9360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89602" y="5983720"/>
            <a:ext cx="6074407" cy="6549161"/>
          </a:xfrm>
          <a:custGeom>
            <a:avLst/>
            <a:gdLst/>
            <a:ahLst/>
            <a:cxnLst/>
            <a:rect r="r" b="b" t="t" l="l"/>
            <a:pathLst>
              <a:path h="6549161" w="6074407">
                <a:moveTo>
                  <a:pt x="0" y="0"/>
                </a:moveTo>
                <a:lnTo>
                  <a:pt x="6074408" y="0"/>
                </a:lnTo>
                <a:lnTo>
                  <a:pt x="6074408" y="6549160"/>
                </a:lnTo>
                <a:lnTo>
                  <a:pt x="0" y="6549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3947" y="1095375"/>
            <a:ext cx="7545718" cy="302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{{s10_title}}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4006" y="1434578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{{s10_label_1}}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34006" y="2070735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{{s10_text_1}}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34006" y="5198178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{{s10_label_2}}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4006" y="5834335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{{s10_text_2}}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2939" y="4277428"/>
            <a:ext cx="6187735" cy="11601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20"/>
              </a:lnSpc>
            </a:pPr>
            <a:r>
              <a:rPr lang="en-US" sz="2400" spc="-24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{{s10_text_3}}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15962412" y="6218516"/>
            <a:ext cx="4651175" cy="4255667"/>
          </a:xfrm>
          <a:custGeom>
            <a:avLst/>
            <a:gdLst/>
            <a:ahLst/>
            <a:cxnLst/>
            <a:rect r="r" b="b" t="t" l="l"/>
            <a:pathLst>
              <a:path h="4255667" w="4651175">
                <a:moveTo>
                  <a:pt x="4651176" y="0"/>
                </a:moveTo>
                <a:lnTo>
                  <a:pt x="0" y="0"/>
                </a:lnTo>
                <a:lnTo>
                  <a:pt x="0" y="4255667"/>
                </a:lnTo>
                <a:lnTo>
                  <a:pt x="4651176" y="4255667"/>
                </a:lnTo>
                <a:lnTo>
                  <a:pt x="4651176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900343" y="-1778051"/>
            <a:ext cx="3800686" cy="3867836"/>
          </a:xfrm>
          <a:custGeom>
            <a:avLst/>
            <a:gdLst/>
            <a:ahLst/>
            <a:cxnLst/>
            <a:rect r="r" b="b" t="t" l="l"/>
            <a:pathLst>
              <a:path h="3867836" w="3800686">
                <a:moveTo>
                  <a:pt x="0" y="0"/>
                </a:moveTo>
                <a:lnTo>
                  <a:pt x="3800686" y="0"/>
                </a:lnTo>
                <a:lnTo>
                  <a:pt x="3800686" y="3867836"/>
                </a:lnTo>
                <a:lnTo>
                  <a:pt x="0" y="38678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9791" y="5704250"/>
            <a:ext cx="7413118" cy="3554050"/>
            <a:chOff x="0" y="0"/>
            <a:chExt cx="1952426" cy="936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95091" y="5704250"/>
            <a:ext cx="7413118" cy="3554050"/>
            <a:chOff x="0" y="0"/>
            <a:chExt cx="1952426" cy="936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10969591" y="-37995"/>
            <a:ext cx="4646020" cy="6419371"/>
          </a:xfrm>
          <a:custGeom>
            <a:avLst/>
            <a:gdLst/>
            <a:ahLst/>
            <a:cxnLst/>
            <a:rect r="r" b="b" t="t" l="l"/>
            <a:pathLst>
              <a:path h="6419371" w="4646020">
                <a:moveTo>
                  <a:pt x="0" y="0"/>
                </a:moveTo>
                <a:lnTo>
                  <a:pt x="4646019" y="0"/>
                </a:lnTo>
                <a:lnTo>
                  <a:pt x="4646019" y="6419371"/>
                </a:lnTo>
                <a:lnTo>
                  <a:pt x="0" y="6419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79791" y="1421765"/>
            <a:ext cx="7061468" cy="3721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9679"/>
              </a:lnSpc>
            </a:pPr>
            <a:r>
              <a:rPr lang="en-US" sz="7200" spc="-175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{{s11_title}}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7615" y="6124019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{{s11_label_1}}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7615" y="6760176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{{s11_text_1}}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2915" y="6124019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{{s11_label_2}}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82915" y="6760176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{{s11_text_2}}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660150" y="-3498594"/>
            <a:ext cx="6875710" cy="6997189"/>
          </a:xfrm>
          <a:custGeom>
            <a:avLst/>
            <a:gdLst/>
            <a:ahLst/>
            <a:cxnLst/>
            <a:rect r="r" b="b" t="t" l="l"/>
            <a:pathLst>
              <a:path h="6997189" w="6875710">
                <a:moveTo>
                  <a:pt x="0" y="0"/>
                </a:moveTo>
                <a:lnTo>
                  <a:pt x="6875710" y="0"/>
                </a:lnTo>
                <a:lnTo>
                  <a:pt x="6875710" y="6997188"/>
                </a:lnTo>
                <a:lnTo>
                  <a:pt x="0" y="6997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878487" y="8375324"/>
            <a:ext cx="3756975" cy="3823353"/>
          </a:xfrm>
          <a:custGeom>
            <a:avLst/>
            <a:gdLst/>
            <a:ahLst/>
            <a:cxnLst/>
            <a:rect r="r" b="b" t="t" l="l"/>
            <a:pathLst>
              <a:path h="3823353" w="3756975">
                <a:moveTo>
                  <a:pt x="0" y="0"/>
                </a:moveTo>
                <a:lnTo>
                  <a:pt x="3756974" y="0"/>
                </a:lnTo>
                <a:lnTo>
                  <a:pt x="3756974" y="3823352"/>
                </a:lnTo>
                <a:lnTo>
                  <a:pt x="0" y="3823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413118" cy="3554050"/>
            <a:chOff x="0" y="0"/>
            <a:chExt cx="1952426" cy="936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792300"/>
            <a:ext cx="7413118" cy="3554050"/>
            <a:chOff x="0" y="0"/>
            <a:chExt cx="1952426" cy="936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78128" y="6513402"/>
            <a:ext cx="7416168" cy="7547196"/>
          </a:xfrm>
          <a:custGeom>
            <a:avLst/>
            <a:gdLst/>
            <a:ahLst/>
            <a:cxnLst/>
            <a:rect r="r" b="b" t="t" l="l"/>
            <a:pathLst>
              <a:path h="7547196" w="7416168">
                <a:moveTo>
                  <a:pt x="0" y="0"/>
                </a:moveTo>
                <a:lnTo>
                  <a:pt x="7416168" y="0"/>
                </a:lnTo>
                <a:lnTo>
                  <a:pt x="7416168" y="7547196"/>
                </a:lnTo>
                <a:lnTo>
                  <a:pt x="0" y="7547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9436416" y="4716722"/>
            <a:ext cx="3966954" cy="3629628"/>
          </a:xfrm>
          <a:custGeom>
            <a:avLst/>
            <a:gdLst/>
            <a:ahLst/>
            <a:cxnLst/>
            <a:rect r="r" b="b" t="t" l="l"/>
            <a:pathLst>
              <a:path h="3629628" w="3966954">
                <a:moveTo>
                  <a:pt x="3966954" y="0"/>
                </a:moveTo>
                <a:lnTo>
                  <a:pt x="0" y="0"/>
                </a:lnTo>
                <a:lnTo>
                  <a:pt x="0" y="3629627"/>
                </a:lnTo>
                <a:lnTo>
                  <a:pt x="3966954" y="3629627"/>
                </a:lnTo>
                <a:lnTo>
                  <a:pt x="3966954" y="0"/>
                </a:lnTo>
                <a:close/>
              </a:path>
            </a:pathLst>
          </a:custGeom>
          <a:blipFill>
            <a:blip r:embed="rId5">
              <a:alphaModFix amt="79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02372" y="4716722"/>
            <a:ext cx="6424441" cy="7259256"/>
          </a:xfrm>
          <a:custGeom>
            <a:avLst/>
            <a:gdLst/>
            <a:ahLst/>
            <a:cxnLst/>
            <a:rect r="r" b="b" t="t" l="l"/>
            <a:pathLst>
              <a:path h="7259256" w="6424441">
                <a:moveTo>
                  <a:pt x="0" y="0"/>
                </a:moveTo>
                <a:lnTo>
                  <a:pt x="6424441" y="0"/>
                </a:lnTo>
                <a:lnTo>
                  <a:pt x="6424441" y="7259255"/>
                </a:lnTo>
                <a:lnTo>
                  <a:pt x="0" y="725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20304" y="1095375"/>
            <a:ext cx="7738996" cy="302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{{s12_title}}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6524" y="1434578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{{s12_label_1}}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6524" y="2070735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{{s12_text_1}}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6524" y="5198178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{{s12_label_2}}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6524" y="5834335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{{s12_text_2}}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9138" y="8536849"/>
            <a:ext cx="6952242" cy="11601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20"/>
              </a:lnSpc>
            </a:pPr>
            <a:r>
              <a:rPr lang="en-US" sz="2400" spc="-24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{{s12_text_3}}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449280" y="-1806315"/>
            <a:ext cx="3419866" cy="3480288"/>
          </a:xfrm>
          <a:custGeom>
            <a:avLst/>
            <a:gdLst/>
            <a:ahLst/>
            <a:cxnLst/>
            <a:rect r="r" b="b" t="t" l="l"/>
            <a:pathLst>
              <a:path h="3480288" w="3419866">
                <a:moveTo>
                  <a:pt x="0" y="0"/>
                </a:moveTo>
                <a:lnTo>
                  <a:pt x="3419866" y="0"/>
                </a:lnTo>
                <a:lnTo>
                  <a:pt x="3419866" y="3480288"/>
                </a:lnTo>
                <a:lnTo>
                  <a:pt x="0" y="3480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6763391" y="-902697"/>
            <a:ext cx="3049219" cy="2910618"/>
          </a:xfrm>
          <a:custGeom>
            <a:avLst/>
            <a:gdLst/>
            <a:ahLst/>
            <a:cxnLst/>
            <a:rect r="r" b="b" t="t" l="l"/>
            <a:pathLst>
              <a:path h="2910618" w="3049219">
                <a:moveTo>
                  <a:pt x="0" y="0"/>
                </a:moveTo>
                <a:lnTo>
                  <a:pt x="3049218" y="0"/>
                </a:lnTo>
                <a:lnTo>
                  <a:pt x="3049218" y="2910617"/>
                </a:lnTo>
                <a:lnTo>
                  <a:pt x="0" y="29106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97860" y="1486224"/>
            <a:ext cx="10292280" cy="2025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{{s13_title}}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10171" y="4156557"/>
            <a:ext cx="6064479" cy="5101743"/>
          </a:xfrm>
          <a:custGeom>
            <a:avLst/>
            <a:gdLst/>
            <a:ahLst/>
            <a:cxnLst/>
            <a:rect r="r" b="b" t="t" l="l"/>
            <a:pathLst>
              <a:path h="5101743" w="6064479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13350" y="4156557"/>
            <a:ext cx="6064479" cy="5101743"/>
          </a:xfrm>
          <a:custGeom>
            <a:avLst/>
            <a:gdLst/>
            <a:ahLst/>
            <a:cxnLst/>
            <a:rect r="r" b="b" t="t" l="l"/>
            <a:pathLst>
              <a:path h="5101743" w="6064479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39372" y="4796876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{{s13_label_1}}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5813" y="5808183"/>
            <a:ext cx="5713195" cy="2392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{{s13_text_1}}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27951" y="4568276"/>
            <a:ext cx="4235278" cy="9074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{{s13_label_2}}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8992" y="5808183"/>
            <a:ext cx="5713195" cy="2392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{{s13_text_2}}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233041" y="3635693"/>
            <a:ext cx="1919038" cy="6915453"/>
          </a:xfrm>
          <a:custGeom>
            <a:avLst/>
            <a:gdLst/>
            <a:ahLst/>
            <a:cxnLst/>
            <a:rect r="r" b="b" t="t" l="l"/>
            <a:pathLst>
              <a:path h="6915453" w="1919038">
                <a:moveTo>
                  <a:pt x="0" y="0"/>
                </a:moveTo>
                <a:lnTo>
                  <a:pt x="1919038" y="0"/>
                </a:lnTo>
                <a:lnTo>
                  <a:pt x="1919038" y="6915453"/>
                </a:lnTo>
                <a:lnTo>
                  <a:pt x="0" y="691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864079" y="3635693"/>
            <a:ext cx="1919038" cy="6915453"/>
          </a:xfrm>
          <a:custGeom>
            <a:avLst/>
            <a:gdLst/>
            <a:ahLst/>
            <a:cxnLst/>
            <a:rect r="r" b="b" t="t" l="l"/>
            <a:pathLst>
              <a:path h="6915453" w="1919038">
                <a:moveTo>
                  <a:pt x="1919038" y="0"/>
                </a:moveTo>
                <a:lnTo>
                  <a:pt x="0" y="0"/>
                </a:lnTo>
                <a:lnTo>
                  <a:pt x="0" y="6915453"/>
                </a:lnTo>
                <a:lnTo>
                  <a:pt x="1919038" y="6915453"/>
                </a:lnTo>
                <a:lnTo>
                  <a:pt x="191903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3213006" y="1219642"/>
            <a:ext cx="2154269" cy="1971082"/>
          </a:xfrm>
          <a:custGeom>
            <a:avLst/>
            <a:gdLst/>
            <a:ahLst/>
            <a:cxnLst/>
            <a:rect r="r" b="b" t="t" l="l"/>
            <a:pathLst>
              <a:path h="1971082" w="2154269">
                <a:moveTo>
                  <a:pt x="2154269" y="0"/>
                </a:moveTo>
                <a:lnTo>
                  <a:pt x="0" y="0"/>
                </a:lnTo>
                <a:lnTo>
                  <a:pt x="0" y="1971083"/>
                </a:lnTo>
                <a:lnTo>
                  <a:pt x="2154269" y="1971083"/>
                </a:lnTo>
                <a:lnTo>
                  <a:pt x="2154269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30049" y="1028700"/>
            <a:ext cx="1218647" cy="1115020"/>
          </a:xfrm>
          <a:custGeom>
            <a:avLst/>
            <a:gdLst/>
            <a:ahLst/>
            <a:cxnLst/>
            <a:rect r="r" b="b" t="t" l="l"/>
            <a:pathLst>
              <a:path h="1115020" w="1218647">
                <a:moveTo>
                  <a:pt x="0" y="0"/>
                </a:moveTo>
                <a:lnTo>
                  <a:pt x="1218646" y="0"/>
                </a:lnTo>
                <a:lnTo>
                  <a:pt x="1218646" y="1115020"/>
                </a:lnTo>
                <a:lnTo>
                  <a:pt x="0" y="11150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07400" y="6875248"/>
            <a:ext cx="5091183" cy="4658259"/>
          </a:xfrm>
          <a:custGeom>
            <a:avLst/>
            <a:gdLst/>
            <a:ahLst/>
            <a:cxnLst/>
            <a:rect r="r" b="b" t="t" l="l"/>
            <a:pathLst>
              <a:path h="4658259" w="5091183">
                <a:moveTo>
                  <a:pt x="0" y="0"/>
                </a:moveTo>
                <a:lnTo>
                  <a:pt x="5091183" y="0"/>
                </a:lnTo>
                <a:lnTo>
                  <a:pt x="5091183" y="4658259"/>
                </a:lnTo>
                <a:lnTo>
                  <a:pt x="0" y="4658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04324" y="1239091"/>
            <a:ext cx="7199259" cy="2769953"/>
            <a:chOff x="0" y="0"/>
            <a:chExt cx="1737110" cy="6683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7110" cy="668362"/>
            </a:xfrm>
            <a:custGeom>
              <a:avLst/>
              <a:gdLst/>
              <a:ahLst/>
              <a:cxnLst/>
              <a:rect r="r" b="b" t="t" l="l"/>
              <a:pathLst>
                <a:path h="668362" w="1737110">
                  <a:moveTo>
                    <a:pt x="21508" y="0"/>
                  </a:moveTo>
                  <a:lnTo>
                    <a:pt x="1715602" y="0"/>
                  </a:lnTo>
                  <a:cubicBezTo>
                    <a:pt x="1721306" y="0"/>
                    <a:pt x="1726777" y="2266"/>
                    <a:pt x="1730810" y="6299"/>
                  </a:cubicBezTo>
                  <a:cubicBezTo>
                    <a:pt x="1734844" y="10333"/>
                    <a:pt x="1737110" y="15803"/>
                    <a:pt x="1737110" y="21508"/>
                  </a:cubicBezTo>
                  <a:lnTo>
                    <a:pt x="1737110" y="646854"/>
                  </a:lnTo>
                  <a:cubicBezTo>
                    <a:pt x="1737110" y="658733"/>
                    <a:pt x="1727480" y="668362"/>
                    <a:pt x="1715602" y="668362"/>
                  </a:cubicBezTo>
                  <a:lnTo>
                    <a:pt x="21508" y="668362"/>
                  </a:lnTo>
                  <a:cubicBezTo>
                    <a:pt x="9629" y="668362"/>
                    <a:pt x="0" y="658733"/>
                    <a:pt x="0" y="646854"/>
                  </a:cubicBezTo>
                  <a:lnTo>
                    <a:pt x="0" y="21508"/>
                  </a:lnTo>
                  <a:cubicBezTo>
                    <a:pt x="0" y="9629"/>
                    <a:pt x="9629" y="0"/>
                    <a:pt x="215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737110" cy="639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4417" y="1239091"/>
            <a:ext cx="7199259" cy="2769953"/>
            <a:chOff x="0" y="0"/>
            <a:chExt cx="1737110" cy="6683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110" cy="668362"/>
            </a:xfrm>
            <a:custGeom>
              <a:avLst/>
              <a:gdLst/>
              <a:ahLst/>
              <a:cxnLst/>
              <a:rect r="r" b="b" t="t" l="l"/>
              <a:pathLst>
                <a:path h="668362" w="1737110">
                  <a:moveTo>
                    <a:pt x="21508" y="0"/>
                  </a:moveTo>
                  <a:lnTo>
                    <a:pt x="1715602" y="0"/>
                  </a:lnTo>
                  <a:cubicBezTo>
                    <a:pt x="1721306" y="0"/>
                    <a:pt x="1726777" y="2266"/>
                    <a:pt x="1730810" y="6299"/>
                  </a:cubicBezTo>
                  <a:cubicBezTo>
                    <a:pt x="1734844" y="10333"/>
                    <a:pt x="1737110" y="15803"/>
                    <a:pt x="1737110" y="21508"/>
                  </a:cubicBezTo>
                  <a:lnTo>
                    <a:pt x="1737110" y="646854"/>
                  </a:lnTo>
                  <a:cubicBezTo>
                    <a:pt x="1737110" y="658733"/>
                    <a:pt x="1727480" y="668362"/>
                    <a:pt x="1715602" y="668362"/>
                  </a:cubicBezTo>
                  <a:lnTo>
                    <a:pt x="21508" y="668362"/>
                  </a:lnTo>
                  <a:cubicBezTo>
                    <a:pt x="9629" y="668362"/>
                    <a:pt x="0" y="658733"/>
                    <a:pt x="0" y="646854"/>
                  </a:cubicBezTo>
                  <a:lnTo>
                    <a:pt x="0" y="21508"/>
                  </a:lnTo>
                  <a:cubicBezTo>
                    <a:pt x="0" y="9629"/>
                    <a:pt x="9629" y="0"/>
                    <a:pt x="215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737110" cy="639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04324" y="4355016"/>
            <a:ext cx="7199259" cy="2769953"/>
            <a:chOff x="0" y="0"/>
            <a:chExt cx="1737110" cy="6683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110" cy="668362"/>
            </a:xfrm>
            <a:custGeom>
              <a:avLst/>
              <a:gdLst/>
              <a:ahLst/>
              <a:cxnLst/>
              <a:rect r="r" b="b" t="t" l="l"/>
              <a:pathLst>
                <a:path h="668362" w="1737110">
                  <a:moveTo>
                    <a:pt x="21508" y="0"/>
                  </a:moveTo>
                  <a:lnTo>
                    <a:pt x="1715602" y="0"/>
                  </a:lnTo>
                  <a:cubicBezTo>
                    <a:pt x="1721306" y="0"/>
                    <a:pt x="1726777" y="2266"/>
                    <a:pt x="1730810" y="6299"/>
                  </a:cubicBezTo>
                  <a:cubicBezTo>
                    <a:pt x="1734844" y="10333"/>
                    <a:pt x="1737110" y="15803"/>
                    <a:pt x="1737110" y="21508"/>
                  </a:cubicBezTo>
                  <a:lnTo>
                    <a:pt x="1737110" y="646854"/>
                  </a:lnTo>
                  <a:cubicBezTo>
                    <a:pt x="1737110" y="658733"/>
                    <a:pt x="1727480" y="668362"/>
                    <a:pt x="1715602" y="668362"/>
                  </a:cubicBezTo>
                  <a:lnTo>
                    <a:pt x="21508" y="668362"/>
                  </a:lnTo>
                  <a:cubicBezTo>
                    <a:pt x="9629" y="668362"/>
                    <a:pt x="0" y="658733"/>
                    <a:pt x="0" y="646854"/>
                  </a:cubicBezTo>
                  <a:lnTo>
                    <a:pt x="0" y="21508"/>
                  </a:lnTo>
                  <a:cubicBezTo>
                    <a:pt x="0" y="9629"/>
                    <a:pt x="9629" y="0"/>
                    <a:pt x="215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737110" cy="639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84417" y="4355016"/>
            <a:ext cx="7199259" cy="2769953"/>
            <a:chOff x="0" y="0"/>
            <a:chExt cx="1737110" cy="6683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110" cy="668362"/>
            </a:xfrm>
            <a:custGeom>
              <a:avLst/>
              <a:gdLst/>
              <a:ahLst/>
              <a:cxnLst/>
              <a:rect r="r" b="b" t="t" l="l"/>
              <a:pathLst>
                <a:path h="668362" w="1737110">
                  <a:moveTo>
                    <a:pt x="21508" y="0"/>
                  </a:moveTo>
                  <a:lnTo>
                    <a:pt x="1715602" y="0"/>
                  </a:lnTo>
                  <a:cubicBezTo>
                    <a:pt x="1721306" y="0"/>
                    <a:pt x="1726777" y="2266"/>
                    <a:pt x="1730810" y="6299"/>
                  </a:cubicBezTo>
                  <a:cubicBezTo>
                    <a:pt x="1734844" y="10333"/>
                    <a:pt x="1737110" y="15803"/>
                    <a:pt x="1737110" y="21508"/>
                  </a:cubicBezTo>
                  <a:lnTo>
                    <a:pt x="1737110" y="646854"/>
                  </a:lnTo>
                  <a:cubicBezTo>
                    <a:pt x="1737110" y="658733"/>
                    <a:pt x="1727480" y="668362"/>
                    <a:pt x="1715602" y="668362"/>
                  </a:cubicBezTo>
                  <a:lnTo>
                    <a:pt x="21508" y="668362"/>
                  </a:lnTo>
                  <a:cubicBezTo>
                    <a:pt x="9629" y="668362"/>
                    <a:pt x="0" y="658733"/>
                    <a:pt x="0" y="646854"/>
                  </a:cubicBezTo>
                  <a:lnTo>
                    <a:pt x="0" y="21508"/>
                  </a:lnTo>
                  <a:cubicBezTo>
                    <a:pt x="0" y="9629"/>
                    <a:pt x="9629" y="0"/>
                    <a:pt x="215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737110" cy="639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577801" y="7874948"/>
            <a:ext cx="13132399" cy="10248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{{s14_title}}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31360" y="1460236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{{s14_label_1}}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1062" y="2052444"/>
            <a:ext cx="6425783" cy="1706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{{s14_text_1}}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11452" y="1460236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{{s14_label_2}}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71155" y="2052444"/>
            <a:ext cx="6425783" cy="1706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{{s14_text_2}}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31360" y="4576161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{{s14_label_3}}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91062" y="5168368"/>
            <a:ext cx="6425783" cy="1706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{{s14_text_3}}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11452" y="4576161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{{s14_label_4}}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71155" y="5168368"/>
            <a:ext cx="6425783" cy="1706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{{s14_text_4}}</a:t>
            </a:r>
          </a:p>
        </p:txBody>
      </p:sp>
      <p:sp>
        <p:nvSpPr>
          <p:cNvPr name="Freeform 27" id="27"/>
          <p:cNvSpPr/>
          <p:nvPr/>
        </p:nvSpPr>
        <p:spPr>
          <a:xfrm flipH="true" flipV="false" rot="0">
            <a:off x="15781476" y="6031333"/>
            <a:ext cx="3244681" cy="2968772"/>
          </a:xfrm>
          <a:custGeom>
            <a:avLst/>
            <a:gdLst/>
            <a:ahLst/>
            <a:cxnLst/>
            <a:rect r="r" b="b" t="t" l="l"/>
            <a:pathLst>
              <a:path h="2968772" w="3244681">
                <a:moveTo>
                  <a:pt x="3244681" y="0"/>
                </a:moveTo>
                <a:lnTo>
                  <a:pt x="0" y="0"/>
                </a:lnTo>
                <a:lnTo>
                  <a:pt x="0" y="2968772"/>
                </a:lnTo>
                <a:lnTo>
                  <a:pt x="3244681" y="2968772"/>
                </a:lnTo>
                <a:lnTo>
                  <a:pt x="3244681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6414376" y="9273678"/>
            <a:ext cx="3049219" cy="2910618"/>
          </a:xfrm>
          <a:custGeom>
            <a:avLst/>
            <a:gdLst/>
            <a:ahLst/>
            <a:cxnLst/>
            <a:rect r="r" b="b" t="t" l="l"/>
            <a:pathLst>
              <a:path h="2910618" w="3049219">
                <a:moveTo>
                  <a:pt x="0" y="0"/>
                </a:moveTo>
                <a:lnTo>
                  <a:pt x="3049218" y="0"/>
                </a:lnTo>
                <a:lnTo>
                  <a:pt x="3049218" y="2910618"/>
                </a:lnTo>
                <a:lnTo>
                  <a:pt x="0" y="29106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6810" y="6947147"/>
            <a:ext cx="10134381" cy="2025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{{s15_title}}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175159"/>
            <a:ext cx="7889978" cy="1489233"/>
          </a:xfrm>
          <a:custGeom>
            <a:avLst/>
            <a:gdLst/>
            <a:ahLst/>
            <a:cxnLst/>
            <a:rect r="r" b="b" t="t" l="l"/>
            <a:pathLst>
              <a:path h="1489233" w="7889978">
                <a:moveTo>
                  <a:pt x="0" y="0"/>
                </a:moveTo>
                <a:lnTo>
                  <a:pt x="7889978" y="0"/>
                </a:lnTo>
                <a:lnTo>
                  <a:pt x="7889978" y="1489233"/>
                </a:lnTo>
                <a:lnTo>
                  <a:pt x="0" y="1489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5877" y="2585131"/>
            <a:ext cx="4695623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{{s15_label_1}}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7666" y="3868710"/>
            <a:ext cx="6732046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{{s15_text_1}}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69322" y="2175159"/>
            <a:ext cx="7889978" cy="1489233"/>
          </a:xfrm>
          <a:custGeom>
            <a:avLst/>
            <a:gdLst/>
            <a:ahLst/>
            <a:cxnLst/>
            <a:rect r="r" b="b" t="t" l="l"/>
            <a:pathLst>
              <a:path h="1489233" w="7889978">
                <a:moveTo>
                  <a:pt x="0" y="0"/>
                </a:moveTo>
                <a:lnTo>
                  <a:pt x="7889978" y="0"/>
                </a:lnTo>
                <a:lnTo>
                  <a:pt x="7889978" y="1489233"/>
                </a:lnTo>
                <a:lnTo>
                  <a:pt x="0" y="1489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966500" y="2585131"/>
            <a:ext cx="4695623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{{s15_label_2}}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95655" y="3868710"/>
            <a:ext cx="6837313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{{s15_text_2}}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930176" y="5666948"/>
            <a:ext cx="4601452" cy="6573503"/>
          </a:xfrm>
          <a:custGeom>
            <a:avLst/>
            <a:gdLst/>
            <a:ahLst/>
            <a:cxnLst/>
            <a:rect r="r" b="b" t="t" l="l"/>
            <a:pathLst>
              <a:path h="6573503" w="4601452">
                <a:moveTo>
                  <a:pt x="0" y="0"/>
                </a:moveTo>
                <a:lnTo>
                  <a:pt x="4601452" y="0"/>
                </a:lnTo>
                <a:lnTo>
                  <a:pt x="4601452" y="6573502"/>
                </a:lnTo>
                <a:lnTo>
                  <a:pt x="0" y="6573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5616724" y="5703874"/>
            <a:ext cx="4601452" cy="6573503"/>
          </a:xfrm>
          <a:custGeom>
            <a:avLst/>
            <a:gdLst/>
            <a:ahLst/>
            <a:cxnLst/>
            <a:rect r="r" b="b" t="t" l="l"/>
            <a:pathLst>
              <a:path h="6573503" w="4601452">
                <a:moveTo>
                  <a:pt x="4601452" y="0"/>
                </a:moveTo>
                <a:lnTo>
                  <a:pt x="0" y="0"/>
                </a:lnTo>
                <a:lnTo>
                  <a:pt x="0" y="6573503"/>
                </a:lnTo>
                <a:lnTo>
                  <a:pt x="4601452" y="6573503"/>
                </a:lnTo>
                <a:lnTo>
                  <a:pt x="4601452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5333" y="697113"/>
            <a:ext cx="13077333" cy="11001307"/>
          </a:xfrm>
          <a:custGeom>
            <a:avLst/>
            <a:gdLst/>
            <a:ahLst/>
            <a:cxnLst/>
            <a:rect r="r" b="b" t="t" l="l"/>
            <a:pathLst>
              <a:path h="11001307" w="13077333">
                <a:moveTo>
                  <a:pt x="0" y="0"/>
                </a:moveTo>
                <a:lnTo>
                  <a:pt x="13077334" y="0"/>
                </a:lnTo>
                <a:lnTo>
                  <a:pt x="13077334" y="11001307"/>
                </a:lnTo>
                <a:lnTo>
                  <a:pt x="0" y="11001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32434" y="3809374"/>
            <a:ext cx="2699431" cy="9727680"/>
          </a:xfrm>
          <a:custGeom>
            <a:avLst/>
            <a:gdLst/>
            <a:ahLst/>
            <a:cxnLst/>
            <a:rect r="r" b="b" t="t" l="l"/>
            <a:pathLst>
              <a:path h="9727680" w="2699431">
                <a:moveTo>
                  <a:pt x="0" y="0"/>
                </a:moveTo>
                <a:lnTo>
                  <a:pt x="2699431" y="0"/>
                </a:lnTo>
                <a:lnTo>
                  <a:pt x="2699431" y="9727680"/>
                </a:lnTo>
                <a:lnTo>
                  <a:pt x="0" y="97276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14844" y="2194149"/>
            <a:ext cx="10658311" cy="2190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{{s16_title}}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93401" y="4710430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{{s16_label_1}}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39621" y="5494020"/>
            <a:ext cx="9408759" cy="37642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{{s16_text_1}}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356135" y="3809374"/>
            <a:ext cx="2699431" cy="9727680"/>
          </a:xfrm>
          <a:custGeom>
            <a:avLst/>
            <a:gdLst/>
            <a:ahLst/>
            <a:cxnLst/>
            <a:rect r="r" b="b" t="t" l="l"/>
            <a:pathLst>
              <a:path h="9727680" w="2699431">
                <a:moveTo>
                  <a:pt x="2699431" y="0"/>
                </a:moveTo>
                <a:lnTo>
                  <a:pt x="0" y="0"/>
                </a:lnTo>
                <a:lnTo>
                  <a:pt x="0" y="9727680"/>
                </a:lnTo>
                <a:lnTo>
                  <a:pt x="2699431" y="9727680"/>
                </a:lnTo>
                <a:lnTo>
                  <a:pt x="269943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5893112" y="-890133"/>
            <a:ext cx="3049219" cy="2910618"/>
          </a:xfrm>
          <a:custGeom>
            <a:avLst/>
            <a:gdLst/>
            <a:ahLst/>
            <a:cxnLst/>
            <a:rect r="r" b="b" t="t" l="l"/>
            <a:pathLst>
              <a:path h="2910618" w="3049219">
                <a:moveTo>
                  <a:pt x="0" y="0"/>
                </a:moveTo>
                <a:lnTo>
                  <a:pt x="3049219" y="0"/>
                </a:lnTo>
                <a:lnTo>
                  <a:pt x="3049219" y="2910618"/>
                </a:lnTo>
                <a:lnTo>
                  <a:pt x="0" y="29106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46182" y="1028700"/>
            <a:ext cx="7413118" cy="3554050"/>
            <a:chOff x="0" y="0"/>
            <a:chExt cx="1952426" cy="936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46182" y="4792300"/>
            <a:ext cx="7413118" cy="3554050"/>
            <a:chOff x="0" y="0"/>
            <a:chExt cx="1952426" cy="9360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2426" cy="936046"/>
            </a:xfrm>
            <a:custGeom>
              <a:avLst/>
              <a:gdLst/>
              <a:ahLst/>
              <a:cxnLst/>
              <a:rect r="r" b="b" t="t" l="l"/>
              <a:pathLst>
                <a:path h="936046" w="1952426">
                  <a:moveTo>
                    <a:pt x="20887" y="0"/>
                  </a:moveTo>
                  <a:lnTo>
                    <a:pt x="1931539" y="0"/>
                  </a:lnTo>
                  <a:cubicBezTo>
                    <a:pt x="1943075" y="0"/>
                    <a:pt x="1952426" y="9351"/>
                    <a:pt x="1952426" y="20887"/>
                  </a:cubicBezTo>
                  <a:lnTo>
                    <a:pt x="1952426" y="915159"/>
                  </a:lnTo>
                  <a:cubicBezTo>
                    <a:pt x="1952426" y="926695"/>
                    <a:pt x="1943075" y="936046"/>
                    <a:pt x="1931539" y="936046"/>
                  </a:cubicBezTo>
                  <a:lnTo>
                    <a:pt x="20887" y="936046"/>
                  </a:lnTo>
                  <a:cubicBezTo>
                    <a:pt x="9351" y="936046"/>
                    <a:pt x="0" y="926695"/>
                    <a:pt x="0" y="915159"/>
                  </a:cubicBezTo>
                  <a:lnTo>
                    <a:pt x="0" y="20887"/>
                  </a:lnTo>
                  <a:cubicBezTo>
                    <a:pt x="0" y="9351"/>
                    <a:pt x="9351" y="0"/>
                    <a:pt x="208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952426" cy="90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89602" y="5983720"/>
            <a:ext cx="6074407" cy="6549161"/>
          </a:xfrm>
          <a:custGeom>
            <a:avLst/>
            <a:gdLst/>
            <a:ahLst/>
            <a:cxnLst/>
            <a:rect r="r" b="b" t="t" l="l"/>
            <a:pathLst>
              <a:path h="6549161" w="6074407">
                <a:moveTo>
                  <a:pt x="0" y="0"/>
                </a:moveTo>
                <a:lnTo>
                  <a:pt x="6074408" y="0"/>
                </a:lnTo>
                <a:lnTo>
                  <a:pt x="6074408" y="6549160"/>
                </a:lnTo>
                <a:lnTo>
                  <a:pt x="0" y="6549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3947" y="1095375"/>
            <a:ext cx="7545718" cy="302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4006" y="1434578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{{s17_label_1}}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34006" y="2070735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{{s17_text_1}}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34006" y="5198178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sz="2799" spc="-27" b="true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{{s17_label_2}}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4006" y="5834335"/>
            <a:ext cx="6237470" cy="20497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{{s17_text_2}}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2939" y="4277428"/>
            <a:ext cx="6187735" cy="11601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120"/>
              </a:lnSpc>
            </a:pPr>
            <a:r>
              <a:rPr lang="en-US" sz="2400" spc="-24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{{s17_text_3}}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15962412" y="6218516"/>
            <a:ext cx="4651175" cy="4255667"/>
          </a:xfrm>
          <a:custGeom>
            <a:avLst/>
            <a:gdLst/>
            <a:ahLst/>
            <a:cxnLst/>
            <a:rect r="r" b="b" t="t" l="l"/>
            <a:pathLst>
              <a:path h="4255667" w="4651175">
                <a:moveTo>
                  <a:pt x="4651176" y="0"/>
                </a:moveTo>
                <a:lnTo>
                  <a:pt x="0" y="0"/>
                </a:lnTo>
                <a:lnTo>
                  <a:pt x="0" y="4255667"/>
                </a:lnTo>
                <a:lnTo>
                  <a:pt x="4651176" y="4255667"/>
                </a:lnTo>
                <a:lnTo>
                  <a:pt x="4651176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900343" y="-1778051"/>
            <a:ext cx="3800686" cy="3867836"/>
          </a:xfrm>
          <a:custGeom>
            <a:avLst/>
            <a:gdLst/>
            <a:ahLst/>
            <a:cxnLst/>
            <a:rect r="r" b="b" t="t" l="l"/>
            <a:pathLst>
              <a:path h="3867836" w="3800686">
                <a:moveTo>
                  <a:pt x="0" y="0"/>
                </a:moveTo>
                <a:lnTo>
                  <a:pt x="3800686" y="0"/>
                </a:lnTo>
                <a:lnTo>
                  <a:pt x="3800686" y="3867836"/>
                </a:lnTo>
                <a:lnTo>
                  <a:pt x="0" y="38678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82313"/>
            <a:ext cx="7358396" cy="30251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{{s18_title}}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69322" y="1427854"/>
            <a:ext cx="7889978" cy="1489233"/>
          </a:xfrm>
          <a:custGeom>
            <a:avLst/>
            <a:gdLst/>
            <a:ahLst/>
            <a:cxnLst/>
            <a:rect r="r" b="b" t="t" l="l"/>
            <a:pathLst>
              <a:path h="1489233" w="7889978">
                <a:moveTo>
                  <a:pt x="0" y="0"/>
                </a:moveTo>
                <a:lnTo>
                  <a:pt x="7889978" y="0"/>
                </a:lnTo>
                <a:lnTo>
                  <a:pt x="7889978" y="1489234"/>
                </a:lnTo>
                <a:lnTo>
                  <a:pt x="0" y="14892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11273" y="1837826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{{s18_label_1}}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69322" y="3121405"/>
            <a:ext cx="7889978" cy="1706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{{s18_text_1}}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69322" y="5458715"/>
            <a:ext cx="7889978" cy="1489233"/>
          </a:xfrm>
          <a:custGeom>
            <a:avLst/>
            <a:gdLst/>
            <a:ahLst/>
            <a:cxnLst/>
            <a:rect r="r" b="b" t="t" l="l"/>
            <a:pathLst>
              <a:path h="1489233" w="7889978">
                <a:moveTo>
                  <a:pt x="0" y="0"/>
                </a:moveTo>
                <a:lnTo>
                  <a:pt x="7889978" y="0"/>
                </a:lnTo>
                <a:lnTo>
                  <a:pt x="7889978" y="1489233"/>
                </a:lnTo>
                <a:lnTo>
                  <a:pt x="0" y="1489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11273" y="5868687"/>
            <a:ext cx="2406077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{{s18_label_2}}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9322" y="7152266"/>
            <a:ext cx="7889978" cy="1706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{{s18_text_2}}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607103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39"/>
              </a:lnSpc>
            </a:pPr>
            <a:r>
              <a:rPr lang="en-US" b="true" sz="2799" spc="-27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{{s18_label_3}}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243260"/>
            <a:ext cx="5713195" cy="2392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{{s18_text_3}}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111292" y="-2399209"/>
            <a:ext cx="3760621" cy="3827063"/>
          </a:xfrm>
          <a:custGeom>
            <a:avLst/>
            <a:gdLst/>
            <a:ahLst/>
            <a:cxnLst/>
            <a:rect r="r" b="b" t="t" l="l"/>
            <a:pathLst>
              <a:path h="3827063" w="3760621">
                <a:moveTo>
                  <a:pt x="0" y="0"/>
                </a:moveTo>
                <a:lnTo>
                  <a:pt x="3760621" y="0"/>
                </a:lnTo>
                <a:lnTo>
                  <a:pt x="3760621" y="3827063"/>
                </a:lnTo>
                <a:lnTo>
                  <a:pt x="0" y="3827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880310" y="8635940"/>
            <a:ext cx="3760621" cy="3827063"/>
          </a:xfrm>
          <a:custGeom>
            <a:avLst/>
            <a:gdLst/>
            <a:ahLst/>
            <a:cxnLst/>
            <a:rect r="r" b="b" t="t" l="l"/>
            <a:pathLst>
              <a:path h="3827063" w="3760621">
                <a:moveTo>
                  <a:pt x="0" y="0"/>
                </a:moveTo>
                <a:lnTo>
                  <a:pt x="3760620" y="0"/>
                </a:lnTo>
                <a:lnTo>
                  <a:pt x="3760620" y="3827063"/>
                </a:lnTo>
                <a:lnTo>
                  <a:pt x="0" y="3827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6763391" y="-902697"/>
            <a:ext cx="3049219" cy="2910618"/>
          </a:xfrm>
          <a:custGeom>
            <a:avLst/>
            <a:gdLst/>
            <a:ahLst/>
            <a:cxnLst/>
            <a:rect r="r" b="b" t="t" l="l"/>
            <a:pathLst>
              <a:path h="2910618" w="3049219">
                <a:moveTo>
                  <a:pt x="0" y="0"/>
                </a:moveTo>
                <a:lnTo>
                  <a:pt x="3049218" y="0"/>
                </a:lnTo>
                <a:lnTo>
                  <a:pt x="3049218" y="2910617"/>
                </a:lnTo>
                <a:lnTo>
                  <a:pt x="0" y="2910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5333" y="697113"/>
            <a:ext cx="13077333" cy="11001307"/>
          </a:xfrm>
          <a:custGeom>
            <a:avLst/>
            <a:gdLst/>
            <a:ahLst/>
            <a:cxnLst/>
            <a:rect r="r" b="b" t="t" l="l"/>
            <a:pathLst>
              <a:path h="11001307" w="13077333">
                <a:moveTo>
                  <a:pt x="0" y="0"/>
                </a:moveTo>
                <a:lnTo>
                  <a:pt x="13077334" y="0"/>
                </a:lnTo>
                <a:lnTo>
                  <a:pt x="13077334" y="11001307"/>
                </a:lnTo>
                <a:lnTo>
                  <a:pt x="0" y="11001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32434" y="3809374"/>
            <a:ext cx="2699431" cy="9727680"/>
          </a:xfrm>
          <a:custGeom>
            <a:avLst/>
            <a:gdLst/>
            <a:ahLst/>
            <a:cxnLst/>
            <a:rect r="r" b="b" t="t" l="l"/>
            <a:pathLst>
              <a:path h="9727680" w="2699431">
                <a:moveTo>
                  <a:pt x="0" y="0"/>
                </a:moveTo>
                <a:lnTo>
                  <a:pt x="2699431" y="0"/>
                </a:lnTo>
                <a:lnTo>
                  <a:pt x="2699431" y="9727680"/>
                </a:lnTo>
                <a:lnTo>
                  <a:pt x="0" y="97276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14844" y="2194149"/>
            <a:ext cx="10658311" cy="21907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{{adabiyotlar}}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93401" y="4710430"/>
            <a:ext cx="4301198" cy="4502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b="true" sz="2799" spc="-27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39621" y="5494020"/>
            <a:ext cx="9408759" cy="37642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{{adabiyotlar_ro_yxati}}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356135" y="3809374"/>
            <a:ext cx="2699431" cy="9727680"/>
          </a:xfrm>
          <a:custGeom>
            <a:avLst/>
            <a:gdLst/>
            <a:ahLst/>
            <a:cxnLst/>
            <a:rect r="r" b="b" t="t" l="l"/>
            <a:pathLst>
              <a:path h="9727680" w="2699431">
                <a:moveTo>
                  <a:pt x="2699431" y="0"/>
                </a:moveTo>
                <a:lnTo>
                  <a:pt x="0" y="0"/>
                </a:lnTo>
                <a:lnTo>
                  <a:pt x="0" y="9727680"/>
                </a:lnTo>
                <a:lnTo>
                  <a:pt x="2699431" y="9727680"/>
                </a:lnTo>
                <a:lnTo>
                  <a:pt x="269943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391199"/>
            <a:ext cx="4961552" cy="4539651"/>
          </a:xfrm>
          <a:custGeom>
            <a:avLst/>
            <a:gdLst/>
            <a:ahLst/>
            <a:cxnLst/>
            <a:rect r="r" b="b" t="t" l="l"/>
            <a:pathLst>
              <a:path h="4539651" w="4961552">
                <a:moveTo>
                  <a:pt x="0" y="0"/>
                </a:moveTo>
                <a:lnTo>
                  <a:pt x="4961552" y="0"/>
                </a:lnTo>
                <a:lnTo>
                  <a:pt x="4961552" y="4539651"/>
                </a:lnTo>
                <a:lnTo>
                  <a:pt x="0" y="4539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30176" y="4686770"/>
            <a:ext cx="4601452" cy="6573503"/>
          </a:xfrm>
          <a:custGeom>
            <a:avLst/>
            <a:gdLst/>
            <a:ahLst/>
            <a:cxnLst/>
            <a:rect r="r" b="b" t="t" l="l"/>
            <a:pathLst>
              <a:path h="6573503" w="4601452">
                <a:moveTo>
                  <a:pt x="0" y="0"/>
                </a:moveTo>
                <a:lnTo>
                  <a:pt x="4601452" y="0"/>
                </a:lnTo>
                <a:lnTo>
                  <a:pt x="4601452" y="6573502"/>
                </a:lnTo>
                <a:lnTo>
                  <a:pt x="0" y="6573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71106" y="3016549"/>
            <a:ext cx="12145787" cy="20697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5977"/>
              </a:lnSpc>
            </a:pPr>
            <a:r>
              <a:rPr lang="en-US" sz="10000" spc="-29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{{yakun}}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80405" y="5296409"/>
            <a:ext cx="8127191" cy="13646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639"/>
              </a:lnSpc>
            </a:pPr>
            <a:r>
              <a:rPr lang="en-US" sz="2799" spc="-27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{{muallif}}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5616724" y="4723696"/>
            <a:ext cx="4601452" cy="6573503"/>
          </a:xfrm>
          <a:custGeom>
            <a:avLst/>
            <a:gdLst/>
            <a:ahLst/>
            <a:cxnLst/>
            <a:rect r="r" b="b" t="t" l="l"/>
            <a:pathLst>
              <a:path h="6573503" w="4601452">
                <a:moveTo>
                  <a:pt x="4601452" y="0"/>
                </a:moveTo>
                <a:lnTo>
                  <a:pt x="0" y="0"/>
                </a:lnTo>
                <a:lnTo>
                  <a:pt x="0" y="6573502"/>
                </a:lnTo>
                <a:lnTo>
                  <a:pt x="4601452" y="6573502"/>
                </a:lnTo>
                <a:lnTo>
                  <a:pt x="460145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81476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411084" y="-2314447"/>
            <a:ext cx="4917608" cy="5004491"/>
          </a:xfrm>
          <a:custGeom>
            <a:avLst/>
            <a:gdLst/>
            <a:ahLst/>
            <a:cxnLst/>
            <a:rect r="r" b="b" t="t" l="l"/>
            <a:pathLst>
              <a:path h="5004491" w="4917608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826537" y="-1347338"/>
            <a:ext cx="2945111" cy="2694677"/>
          </a:xfrm>
          <a:custGeom>
            <a:avLst/>
            <a:gdLst/>
            <a:ahLst/>
            <a:cxnLst/>
            <a:rect r="r" b="b" t="t" l="l"/>
            <a:pathLst>
              <a:path h="2694677" w="2945111">
                <a:moveTo>
                  <a:pt x="2945112" y="0"/>
                </a:moveTo>
                <a:lnTo>
                  <a:pt x="0" y="0"/>
                </a:lnTo>
                <a:lnTo>
                  <a:pt x="0" y="2694676"/>
                </a:lnTo>
                <a:lnTo>
                  <a:pt x="2945112" y="2694676"/>
                </a:lnTo>
                <a:lnTo>
                  <a:pt x="294511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DAHXZKQPrBo</dc:identifier>
  <dcterms:modified xsi:type="dcterms:W3CDTF">2011-08-01T06:04:30Z</dcterms:modified>
  <cp:revision>1</cp:revision>
  <dc:title>Pink and Black Futuristic Cyber Security Presentation</dc:title>
</cp:coreProperties>
</file>