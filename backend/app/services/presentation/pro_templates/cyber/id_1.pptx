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Anton" charset="1" panose="00000500000000000000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8.jpe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svg" Type="http://schemas.openxmlformats.org/officeDocument/2006/relationships/image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0000" y="3594664"/>
            <a:ext cx="8510596" cy="503029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9589"/>
              </a:lnSpc>
            </a:pPr>
            <a:r>
              <a:rPr lang="en-US" sz="10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{{topic}}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894066">
            <a:off x="3162803" y="2082501"/>
            <a:ext cx="4044434" cy="5920929"/>
          </a:xfrm>
          <a:custGeom>
            <a:avLst/>
            <a:gdLst/>
            <a:ahLst/>
            <a:cxnLst/>
            <a:rect r="r" b="b" t="t" l="l"/>
            <a:pathLst>
              <a:path h="5920929" w="4044434">
                <a:moveTo>
                  <a:pt x="0" y="0"/>
                </a:moveTo>
                <a:lnTo>
                  <a:pt x="4044435" y="0"/>
                </a:lnTo>
                <a:lnTo>
                  <a:pt x="4044435" y="5920929"/>
                </a:lnTo>
                <a:lnTo>
                  <a:pt x="0" y="5920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190263" y="2125249"/>
            <a:ext cx="2681445" cy="2057400"/>
          </a:xfrm>
          <a:custGeom>
            <a:avLst/>
            <a:gdLst/>
            <a:ahLst/>
            <a:cxnLst/>
            <a:rect r="r" b="b" t="t" l="l"/>
            <a:pathLst>
              <a:path h="2057400" w="2681445">
                <a:moveTo>
                  <a:pt x="0" y="0"/>
                </a:moveTo>
                <a:lnTo>
                  <a:pt x="2681446" y="0"/>
                </a:lnTo>
                <a:lnTo>
                  <a:pt x="268144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88441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{{muallif}}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831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8181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7050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38169" y="2251323"/>
            <a:ext cx="10021131" cy="7006977"/>
            <a:chOff x="0" y="0"/>
            <a:chExt cx="3212695" cy="2246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12695" cy="2246381"/>
            </a:xfrm>
            <a:custGeom>
              <a:avLst/>
              <a:gdLst/>
              <a:ahLst/>
              <a:cxnLst/>
              <a:rect r="r" b="b" t="t" l="l"/>
              <a:pathLst>
                <a:path h="2246381" w="3212695">
                  <a:moveTo>
                    <a:pt x="1417010" y="296700"/>
                  </a:moveTo>
                  <a:lnTo>
                    <a:pt x="1417010" y="140123"/>
                  </a:lnTo>
                  <a:cubicBezTo>
                    <a:pt x="1417010" y="62736"/>
                    <a:pt x="1354276" y="1"/>
                    <a:pt x="1276888" y="0"/>
                  </a:cubicBezTo>
                  <a:lnTo>
                    <a:pt x="140123" y="0"/>
                  </a:lnTo>
                  <a:cubicBezTo>
                    <a:pt x="62735" y="0"/>
                    <a:pt x="0" y="62735"/>
                    <a:pt x="0" y="140123"/>
                  </a:cubicBezTo>
                  <a:lnTo>
                    <a:pt x="0" y="488772"/>
                  </a:lnTo>
                  <a:cubicBezTo>
                    <a:pt x="0" y="525935"/>
                    <a:pt x="14763" y="561576"/>
                    <a:pt x="41041" y="587854"/>
                  </a:cubicBezTo>
                  <a:cubicBezTo>
                    <a:pt x="67319" y="614132"/>
                    <a:pt x="102960" y="628894"/>
                    <a:pt x="140123" y="628894"/>
                  </a:cubicBezTo>
                  <a:lnTo>
                    <a:pt x="712216" y="628894"/>
                  </a:lnTo>
                  <a:cubicBezTo>
                    <a:pt x="789603" y="628895"/>
                    <a:pt x="852337" y="691630"/>
                    <a:pt x="852336" y="769017"/>
                  </a:cubicBezTo>
                  <a:lnTo>
                    <a:pt x="852336" y="2106258"/>
                  </a:lnTo>
                  <a:cubicBezTo>
                    <a:pt x="852336" y="2143421"/>
                    <a:pt x="867099" y="2179062"/>
                    <a:pt x="893377" y="2205340"/>
                  </a:cubicBezTo>
                  <a:cubicBezTo>
                    <a:pt x="919656" y="2231618"/>
                    <a:pt x="955296" y="2246381"/>
                    <a:pt x="992459" y="2246381"/>
                  </a:cubicBezTo>
                  <a:lnTo>
                    <a:pt x="3072574" y="2246381"/>
                  </a:lnTo>
                  <a:cubicBezTo>
                    <a:pt x="3109736" y="2246381"/>
                    <a:pt x="3145377" y="2231618"/>
                    <a:pt x="3171655" y="2205340"/>
                  </a:cubicBezTo>
                  <a:cubicBezTo>
                    <a:pt x="3197933" y="2179062"/>
                    <a:pt x="3212696" y="2143421"/>
                    <a:pt x="3212695" y="2106258"/>
                  </a:cubicBezTo>
                  <a:lnTo>
                    <a:pt x="3212695" y="576944"/>
                  </a:lnTo>
                  <a:cubicBezTo>
                    <a:pt x="3212695" y="499557"/>
                    <a:pt x="3149961" y="436823"/>
                    <a:pt x="3072574" y="436823"/>
                  </a:cubicBezTo>
                  <a:lnTo>
                    <a:pt x="1557133" y="436823"/>
                  </a:lnTo>
                  <a:cubicBezTo>
                    <a:pt x="1519970" y="436823"/>
                    <a:pt x="1484329" y="422060"/>
                    <a:pt x="1458051" y="395782"/>
                  </a:cubicBezTo>
                  <a:cubicBezTo>
                    <a:pt x="1431773" y="369504"/>
                    <a:pt x="1417010" y="333863"/>
                    <a:pt x="1417010" y="296700"/>
                  </a:cubicBezTo>
                  <a:close/>
                </a:path>
              </a:pathLst>
            </a:custGeom>
            <a:blipFill>
              <a:blip r:embed="rId3"/>
              <a:stretch>
                <a:fillRect l="-4948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496050"/>
            <a:ext cx="9083357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{{reja}}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36839"/>
            <a:ext cx="4753910" cy="3154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{{reja_1}}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{{reja_2}}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{{reja_3}}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{{reja_4}}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94173"/>
            <a:ext cx="6053826" cy="3917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38169" y="2251323"/>
            <a:ext cx="10021131" cy="7006977"/>
            <a:chOff x="0" y="0"/>
            <a:chExt cx="3212695" cy="2246381"/>
          </a:xfrm>
        </p:grpSpPr>
        <p:sp>
          <p:nvSpPr>
            <p:cNvPr name="{{image_1}}" id="4" descr="{{image_1}}"/>
            <p:cNvSpPr/>
            <p:nvPr/>
          </p:nvSpPr>
          <p:spPr>
            <a:xfrm flipH="false" flipV="false" rot="0">
              <a:off x="0" y="0"/>
              <a:ext cx="3212695" cy="2246381"/>
            </a:xfrm>
            <a:custGeom>
              <a:avLst/>
              <a:gdLst/>
              <a:ahLst/>
              <a:cxnLst/>
              <a:rect r="r" b="b" t="t" l="l"/>
              <a:pathLst>
                <a:path h="2246381" w="3212695">
                  <a:moveTo>
                    <a:pt x="1417010" y="296700"/>
                  </a:moveTo>
                  <a:lnTo>
                    <a:pt x="1417010" y="140123"/>
                  </a:lnTo>
                  <a:cubicBezTo>
                    <a:pt x="1417010" y="62736"/>
                    <a:pt x="1354276" y="1"/>
                    <a:pt x="1276888" y="0"/>
                  </a:cubicBezTo>
                  <a:lnTo>
                    <a:pt x="140123" y="0"/>
                  </a:lnTo>
                  <a:cubicBezTo>
                    <a:pt x="62735" y="0"/>
                    <a:pt x="0" y="62735"/>
                    <a:pt x="0" y="140123"/>
                  </a:cubicBezTo>
                  <a:lnTo>
                    <a:pt x="0" y="488772"/>
                  </a:lnTo>
                  <a:cubicBezTo>
                    <a:pt x="0" y="525935"/>
                    <a:pt x="14763" y="561576"/>
                    <a:pt x="41041" y="587854"/>
                  </a:cubicBezTo>
                  <a:cubicBezTo>
                    <a:pt x="67319" y="614132"/>
                    <a:pt x="102960" y="628894"/>
                    <a:pt x="140123" y="628894"/>
                  </a:cubicBezTo>
                  <a:lnTo>
                    <a:pt x="712216" y="628894"/>
                  </a:lnTo>
                  <a:cubicBezTo>
                    <a:pt x="789603" y="628895"/>
                    <a:pt x="852337" y="691630"/>
                    <a:pt x="852336" y="769017"/>
                  </a:cubicBezTo>
                  <a:lnTo>
                    <a:pt x="852336" y="2106258"/>
                  </a:lnTo>
                  <a:cubicBezTo>
                    <a:pt x="852336" y="2143421"/>
                    <a:pt x="867099" y="2179062"/>
                    <a:pt x="893377" y="2205340"/>
                  </a:cubicBezTo>
                  <a:cubicBezTo>
                    <a:pt x="919656" y="2231618"/>
                    <a:pt x="955296" y="2246381"/>
                    <a:pt x="992459" y="2246381"/>
                  </a:cubicBezTo>
                  <a:lnTo>
                    <a:pt x="3072574" y="2246381"/>
                  </a:lnTo>
                  <a:cubicBezTo>
                    <a:pt x="3109736" y="2246381"/>
                    <a:pt x="3145377" y="2231618"/>
                    <a:pt x="3171655" y="2205340"/>
                  </a:cubicBezTo>
                  <a:cubicBezTo>
                    <a:pt x="3197933" y="2179062"/>
                    <a:pt x="3212696" y="2143421"/>
                    <a:pt x="3212695" y="2106258"/>
                  </a:cubicBezTo>
                  <a:lnTo>
                    <a:pt x="3212695" y="576944"/>
                  </a:lnTo>
                  <a:cubicBezTo>
                    <a:pt x="3212695" y="499557"/>
                    <a:pt x="3149961" y="436823"/>
                    <a:pt x="3072574" y="436823"/>
                  </a:cubicBezTo>
                  <a:lnTo>
                    <a:pt x="1557133" y="436823"/>
                  </a:lnTo>
                  <a:cubicBezTo>
                    <a:pt x="1519970" y="436823"/>
                    <a:pt x="1484329" y="422060"/>
                    <a:pt x="1458051" y="395782"/>
                  </a:cubicBezTo>
                  <a:cubicBezTo>
                    <a:pt x="1431773" y="369504"/>
                    <a:pt x="1417010" y="333863"/>
                    <a:pt x="1417010" y="296700"/>
                  </a:cubicBezTo>
                  <a:close/>
                </a:path>
              </a:pathLst>
            </a:custGeom>
            <a:blipFill>
              <a:blip r:embed="rId3"/>
              <a:stretch>
                <a:fillRect l="-4948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496050"/>
            <a:ext cx="9083357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{{s03_title}}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36839"/>
            <a:ext cx="4753910" cy="3154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{{s03_text_1}}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94173"/>
            <a:ext cx="6053826" cy="3917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{{s03_label_1}}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32660" y="3029769"/>
            <a:ext cx="3344633" cy="5630696"/>
            <a:chOff x="0" y="0"/>
            <a:chExt cx="3771900" cy="6350000"/>
          </a:xfrm>
        </p:grpSpPr>
        <p:sp>
          <p:nvSpPr>
            <p:cNvPr name="{{image_2}}" id="7" descr="{{image_2}}"/>
            <p:cNvSpPr/>
            <p:nvPr/>
          </p:nvSpPr>
          <p:spPr>
            <a:xfrm flipH="false" flipV="false" rot="0">
              <a:off x="0" y="0"/>
              <a:ext cx="3771900" cy="6349937"/>
            </a:xfrm>
            <a:custGeom>
              <a:avLst/>
              <a:gdLst/>
              <a:ahLst/>
              <a:cxnLst/>
              <a:rect r="r" b="b" t="t" l="l"/>
              <a:pathLst>
                <a:path h="6349937" w="3771900">
                  <a:moveTo>
                    <a:pt x="0" y="546100"/>
                  </a:moveTo>
                  <a:lnTo>
                    <a:pt x="0" y="3953510"/>
                  </a:lnTo>
                  <a:cubicBezTo>
                    <a:pt x="0" y="4132580"/>
                    <a:pt x="87630" y="4301490"/>
                    <a:pt x="236220" y="4403090"/>
                  </a:cubicBezTo>
                  <a:lnTo>
                    <a:pt x="2914650" y="6252210"/>
                  </a:lnTo>
                  <a:cubicBezTo>
                    <a:pt x="3276600" y="6502400"/>
                    <a:pt x="3771900" y="6243320"/>
                    <a:pt x="3771900" y="5802630"/>
                  </a:cubicBezTo>
                  <a:lnTo>
                    <a:pt x="3771900" y="546100"/>
                  </a:lnTo>
                  <a:cubicBezTo>
                    <a:pt x="3771900" y="243840"/>
                    <a:pt x="3526790" y="0"/>
                    <a:pt x="3225800" y="0"/>
                  </a:cubicBezTo>
                  <a:lnTo>
                    <a:pt x="546100" y="0"/>
                  </a:lnTo>
                  <a:cubicBezTo>
                    <a:pt x="245110" y="0"/>
                    <a:pt x="0" y="245110"/>
                    <a:pt x="0" y="546100"/>
                  </a:cubicBezTo>
                  <a:close/>
                </a:path>
              </a:pathLst>
            </a:custGeom>
            <a:blipFill>
              <a:blip r:embed="rId3"/>
              <a:stretch>
                <a:fillRect l="-9916" t="0" r="-14229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9288" y="3029769"/>
            <a:ext cx="3297935" cy="3620817"/>
            <a:chOff x="0" y="0"/>
            <a:chExt cx="812800" cy="892377"/>
          </a:xfrm>
        </p:grpSpPr>
        <p:sp>
          <p:nvSpPr>
            <p:cNvPr name="{{image_3}}" id="9" descr="{{image_3}}"/>
            <p:cNvSpPr/>
            <p:nvPr/>
          </p:nvSpPr>
          <p:spPr>
            <a:xfrm flipH="false" flipV="false" rot="0">
              <a:off x="0" y="0"/>
              <a:ext cx="812800" cy="892377"/>
            </a:xfrm>
            <a:custGeom>
              <a:avLst/>
              <a:gdLst/>
              <a:ahLst/>
              <a:cxnLst/>
              <a:rect r="r" b="b" t="t" l="l"/>
              <a:pathLst>
                <a:path h="892377" w="812800">
                  <a:moveTo>
                    <a:pt x="96248" y="0"/>
                  </a:moveTo>
                  <a:lnTo>
                    <a:pt x="716552" y="0"/>
                  </a:lnTo>
                  <a:cubicBezTo>
                    <a:pt x="769708" y="0"/>
                    <a:pt x="812800" y="43092"/>
                    <a:pt x="812800" y="96248"/>
                  </a:cubicBezTo>
                  <a:lnTo>
                    <a:pt x="812800" y="796129"/>
                  </a:lnTo>
                  <a:cubicBezTo>
                    <a:pt x="812800" y="849285"/>
                    <a:pt x="769708" y="892377"/>
                    <a:pt x="716552" y="892377"/>
                  </a:cubicBezTo>
                  <a:lnTo>
                    <a:pt x="96248" y="892377"/>
                  </a:lnTo>
                  <a:cubicBezTo>
                    <a:pt x="43092" y="892377"/>
                    <a:pt x="0" y="849285"/>
                    <a:pt x="0" y="796129"/>
                  </a:cubicBezTo>
                  <a:lnTo>
                    <a:pt x="0" y="96248"/>
                  </a:lnTo>
                  <a:cubicBezTo>
                    <a:pt x="0" y="43092"/>
                    <a:pt x="43092" y="0"/>
                    <a:pt x="96248" y="0"/>
                  </a:cubicBezTo>
                  <a:close/>
                </a:path>
              </a:pathLst>
            </a:custGeom>
            <a:blipFill>
              <a:blip r:embed="rId4"/>
              <a:stretch>
                <a:fillRect l="-32394" t="0" r="-3239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3144069"/>
            <a:ext cx="7182323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{{s04_title}}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391735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{{s04_text_1}}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860136"/>
            <a:ext cx="1455559" cy="325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{{s04_label_1}}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88994" y="7391735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{{s04_text_2}}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49288" y="7391735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{{s04_text_3}}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88994" y="6860136"/>
            <a:ext cx="1455559" cy="325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{{s04_label_2}}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49704" y="6860136"/>
            <a:ext cx="2355687" cy="325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{{s04_label_3}}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011930"/>
            <a:ext cx="6666917" cy="5246370"/>
            <a:chOff x="0" y="0"/>
            <a:chExt cx="1804151" cy="1419733"/>
          </a:xfrm>
        </p:grpSpPr>
        <p:sp>
          <p:nvSpPr>
            <p:cNvPr name="{{image_4}}" id="7" descr="{{image_4}}"/>
            <p:cNvSpPr/>
            <p:nvPr/>
          </p:nvSpPr>
          <p:spPr>
            <a:xfrm flipH="false" flipV="false" rot="0">
              <a:off x="0" y="0"/>
              <a:ext cx="1804151" cy="1419733"/>
            </a:xfrm>
            <a:custGeom>
              <a:avLst/>
              <a:gdLst/>
              <a:ahLst/>
              <a:cxnLst/>
              <a:rect r="r" b="b" t="t" l="l"/>
              <a:pathLst>
                <a:path h="1419733" w="1804151">
                  <a:moveTo>
                    <a:pt x="465531" y="1419733"/>
                  </a:moveTo>
                  <a:lnTo>
                    <a:pt x="1675483" y="1419733"/>
                  </a:lnTo>
                  <a:cubicBezTo>
                    <a:pt x="1746544" y="1419732"/>
                    <a:pt x="1804150" y="1362126"/>
                    <a:pt x="1804151" y="1291065"/>
                  </a:cubicBezTo>
                  <a:lnTo>
                    <a:pt x="1804151" y="584899"/>
                  </a:lnTo>
                  <a:cubicBezTo>
                    <a:pt x="1804151" y="513837"/>
                    <a:pt x="1746544" y="456231"/>
                    <a:pt x="1675483" y="456231"/>
                  </a:cubicBezTo>
                  <a:lnTo>
                    <a:pt x="864274" y="456231"/>
                  </a:lnTo>
                  <a:cubicBezTo>
                    <a:pt x="830150" y="456231"/>
                    <a:pt x="797423" y="442675"/>
                    <a:pt x="773293" y="418545"/>
                  </a:cubicBezTo>
                  <a:cubicBezTo>
                    <a:pt x="749163" y="394415"/>
                    <a:pt x="735607" y="361688"/>
                    <a:pt x="735607" y="327563"/>
                  </a:cubicBezTo>
                  <a:lnTo>
                    <a:pt x="735607" y="128668"/>
                  </a:lnTo>
                  <a:cubicBezTo>
                    <a:pt x="735607" y="57606"/>
                    <a:pt x="678000" y="0"/>
                    <a:pt x="606939" y="0"/>
                  </a:cubicBezTo>
                  <a:lnTo>
                    <a:pt x="128668" y="0"/>
                  </a:lnTo>
                  <a:cubicBezTo>
                    <a:pt x="57606" y="0"/>
                    <a:pt x="0" y="57606"/>
                    <a:pt x="0" y="128668"/>
                  </a:cubicBezTo>
                  <a:lnTo>
                    <a:pt x="0" y="914494"/>
                  </a:lnTo>
                  <a:cubicBezTo>
                    <a:pt x="-1" y="946146"/>
                    <a:pt x="11664" y="976687"/>
                    <a:pt x="32766" y="1000279"/>
                  </a:cubicBezTo>
                  <a:lnTo>
                    <a:pt x="369633" y="1376850"/>
                  </a:lnTo>
                  <a:cubicBezTo>
                    <a:pt x="394042" y="1404137"/>
                    <a:pt x="428920" y="1419733"/>
                    <a:pt x="465531" y="1419733"/>
                  </a:cubicBezTo>
                  <a:close/>
                </a:path>
              </a:pathLst>
            </a:custGeom>
            <a:blipFill>
              <a:blip r:embed="rId3"/>
              <a:stretch>
                <a:fillRect l="-8183" t="0" r="-818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195234" y="2381250"/>
            <a:ext cx="10152947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{{s05_title}}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1708" y="615315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{{s05_text_1}}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97910" y="615315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{{s05_text_2}}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805777" y="2520315"/>
            <a:ext cx="7453523" cy="6737985"/>
            <a:chOff x="0" y="0"/>
            <a:chExt cx="6350000" cy="5740400"/>
          </a:xfrm>
        </p:grpSpPr>
        <p:sp>
          <p:nvSpPr>
            <p:cNvPr name="{{image_5}}" id="7" descr="{{image_5}}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3"/>
              <a:stretch>
                <a:fillRect l="-17843" t="0" r="-1784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381250"/>
            <a:ext cx="9570859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{{s06_title}}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15315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{{s06_text_1}}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57474" y="615315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{{s06_text_2}}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262450"/>
            <a:ext cx="8846928" cy="4940950"/>
            <a:chOff x="0" y="0"/>
            <a:chExt cx="2244030" cy="1253275"/>
          </a:xfrm>
        </p:grpSpPr>
        <p:sp>
          <p:nvSpPr>
            <p:cNvPr name="{{image_6}}" id="7" descr="{{image_6}}"/>
            <p:cNvSpPr/>
            <p:nvPr/>
          </p:nvSpPr>
          <p:spPr>
            <a:xfrm flipH="false" flipV="false" rot="0">
              <a:off x="0" y="0"/>
              <a:ext cx="2244031" cy="1253275"/>
            </a:xfrm>
            <a:custGeom>
              <a:avLst/>
              <a:gdLst/>
              <a:ahLst/>
              <a:cxnLst/>
              <a:rect r="r" b="b" t="t" l="l"/>
              <a:pathLst>
                <a:path h="1253275" w="2244031">
                  <a:moveTo>
                    <a:pt x="1784725" y="639488"/>
                  </a:moveTo>
                  <a:lnTo>
                    <a:pt x="1784725" y="557293"/>
                  </a:lnTo>
                  <a:cubicBezTo>
                    <a:pt x="1784726" y="524360"/>
                    <a:pt x="1771643" y="492776"/>
                    <a:pt x="1748356" y="469489"/>
                  </a:cubicBezTo>
                  <a:cubicBezTo>
                    <a:pt x="1725070" y="446202"/>
                    <a:pt x="1693486" y="433120"/>
                    <a:pt x="1660553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21091"/>
                  </a:lnTo>
                  <a:cubicBezTo>
                    <a:pt x="0" y="789669"/>
                    <a:pt x="55593" y="845263"/>
                    <a:pt x="124172" y="845264"/>
                  </a:cubicBezTo>
                  <a:lnTo>
                    <a:pt x="1376722" y="845264"/>
                  </a:lnTo>
                  <a:cubicBezTo>
                    <a:pt x="1409655" y="845263"/>
                    <a:pt x="1441239" y="858346"/>
                    <a:pt x="1464525" y="881632"/>
                  </a:cubicBezTo>
                  <a:cubicBezTo>
                    <a:pt x="1487812" y="904919"/>
                    <a:pt x="1500894" y="936503"/>
                    <a:pt x="1500894" y="969435"/>
                  </a:cubicBezTo>
                  <a:lnTo>
                    <a:pt x="1500894" y="1129102"/>
                  </a:lnTo>
                  <a:cubicBezTo>
                    <a:pt x="1500894" y="1197681"/>
                    <a:pt x="1556488" y="1253275"/>
                    <a:pt x="1625067" y="1253275"/>
                  </a:cubicBezTo>
                  <a:lnTo>
                    <a:pt x="2119859" y="1253275"/>
                  </a:lnTo>
                  <a:cubicBezTo>
                    <a:pt x="2152792" y="1253275"/>
                    <a:pt x="2184376" y="1240193"/>
                    <a:pt x="2207662" y="1216906"/>
                  </a:cubicBezTo>
                  <a:cubicBezTo>
                    <a:pt x="2230949" y="1193619"/>
                    <a:pt x="2244031" y="1162035"/>
                    <a:pt x="2244031" y="1129102"/>
                  </a:cubicBezTo>
                  <a:lnTo>
                    <a:pt x="2244031" y="887833"/>
                  </a:lnTo>
                  <a:cubicBezTo>
                    <a:pt x="2244031" y="854900"/>
                    <a:pt x="2230949" y="823317"/>
                    <a:pt x="2207662" y="800030"/>
                  </a:cubicBezTo>
                  <a:cubicBezTo>
                    <a:pt x="2184375" y="776743"/>
                    <a:pt x="2152792" y="763661"/>
                    <a:pt x="2119859" y="763661"/>
                  </a:cubicBezTo>
                  <a:lnTo>
                    <a:pt x="1908899" y="763661"/>
                  </a:lnTo>
                  <a:cubicBezTo>
                    <a:pt x="1875967" y="763662"/>
                    <a:pt x="1844382" y="750579"/>
                    <a:pt x="1821095" y="727292"/>
                  </a:cubicBezTo>
                  <a:cubicBezTo>
                    <a:pt x="1797808" y="704005"/>
                    <a:pt x="1784725" y="672421"/>
                    <a:pt x="1784725" y="639488"/>
                  </a:cubicBezTo>
                  <a:close/>
                </a:path>
              </a:pathLst>
            </a:custGeom>
            <a:blipFill>
              <a:blip r:embed="rId3"/>
              <a:stretch>
                <a:fillRect l="-25769" t="-84492" r="-28884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1049831" y="4316018"/>
            <a:ext cx="6209469" cy="0"/>
          </a:xfrm>
          <a:prstGeom prst="line">
            <a:avLst/>
          </a:prstGeom>
          <a:ln cap="flat" w="38100">
            <a:solidFill>
              <a:srgbClr val="6DC2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049831" y="6788686"/>
            <a:ext cx="6209469" cy="0"/>
          </a:xfrm>
          <a:prstGeom prst="line">
            <a:avLst/>
          </a:prstGeom>
          <a:ln cap="flat" w="38100">
            <a:solidFill>
              <a:srgbClr val="6DC2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049831" y="9261354"/>
            <a:ext cx="6209469" cy="0"/>
          </a:xfrm>
          <a:prstGeom prst="line">
            <a:avLst/>
          </a:prstGeom>
          <a:ln cap="flat" w="38100">
            <a:solidFill>
              <a:srgbClr val="6DC2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6142677"/>
            <a:ext cx="9366364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{{s07_title}}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831" y="2944706"/>
            <a:ext cx="4960807" cy="9544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{{s07_text_1}}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831" y="2252925"/>
            <a:ext cx="4339205" cy="5398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3"/>
              </a:lnSpc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{{s07_label_1}}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831" y="5415181"/>
            <a:ext cx="4960807" cy="9544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{{s07_text_2}}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831" y="4723400"/>
            <a:ext cx="4339205" cy="5398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3"/>
              </a:lnSpc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{{s07_label_2}}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49831" y="7885656"/>
            <a:ext cx="4960807" cy="9544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{{s07_text_3}}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9831" y="7193875"/>
            <a:ext cx="4339205" cy="5398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3"/>
              </a:lnSpc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{{s07_label_3}}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21636" y="2561799"/>
            <a:ext cx="5908455" cy="7290986"/>
            <a:chOff x="0" y="0"/>
            <a:chExt cx="1181287" cy="1457698"/>
          </a:xfrm>
        </p:grpSpPr>
        <p:sp>
          <p:nvSpPr>
            <p:cNvPr name="{{image_7}}" id="7" descr="{{image_7}}"/>
            <p:cNvSpPr/>
            <p:nvPr/>
          </p:nvSpPr>
          <p:spPr>
            <a:xfrm flipH="false" flipV="false" rot="0">
              <a:off x="0" y="0"/>
              <a:ext cx="1181287" cy="1457698"/>
            </a:xfrm>
            <a:custGeom>
              <a:avLst/>
              <a:gdLst/>
              <a:ahLst/>
              <a:cxnLst/>
              <a:rect r="r" b="b" t="t" l="l"/>
              <a:pathLst>
                <a:path h="1457698" w="1181287">
                  <a:moveTo>
                    <a:pt x="1109701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58854"/>
                  </a:lnTo>
                  <a:cubicBezTo>
                    <a:pt x="565008" y="1077840"/>
                    <a:pt x="557466" y="1096049"/>
                    <a:pt x="544041" y="1109474"/>
                  </a:cubicBezTo>
                  <a:cubicBezTo>
                    <a:pt x="530615" y="1122900"/>
                    <a:pt x="512407" y="1130442"/>
                    <a:pt x="493420" y="1130442"/>
                  </a:cubicBezTo>
                  <a:lnTo>
                    <a:pt x="384777" y="1130442"/>
                  </a:lnTo>
                  <a:cubicBezTo>
                    <a:pt x="345240" y="1130442"/>
                    <a:pt x="313190" y="1162493"/>
                    <a:pt x="313190" y="1202030"/>
                  </a:cubicBezTo>
                  <a:lnTo>
                    <a:pt x="313190" y="1386111"/>
                  </a:lnTo>
                  <a:cubicBezTo>
                    <a:pt x="313190" y="1425648"/>
                    <a:pt x="345240" y="1457698"/>
                    <a:pt x="384777" y="1457698"/>
                  </a:cubicBezTo>
                  <a:lnTo>
                    <a:pt x="568858" y="1457698"/>
                  </a:lnTo>
                  <a:cubicBezTo>
                    <a:pt x="608395" y="1457698"/>
                    <a:pt x="640446" y="1425648"/>
                    <a:pt x="640446" y="1386111"/>
                  </a:cubicBezTo>
                  <a:lnTo>
                    <a:pt x="640446" y="1270329"/>
                  </a:lnTo>
                  <a:cubicBezTo>
                    <a:pt x="640446" y="1230792"/>
                    <a:pt x="672497" y="1198742"/>
                    <a:pt x="712033" y="1198742"/>
                  </a:cubicBezTo>
                  <a:lnTo>
                    <a:pt x="1109701" y="1198742"/>
                  </a:lnTo>
                  <a:cubicBezTo>
                    <a:pt x="1128686" y="1198742"/>
                    <a:pt x="1146895" y="1191199"/>
                    <a:pt x="1160320" y="1177774"/>
                  </a:cubicBezTo>
                  <a:cubicBezTo>
                    <a:pt x="1173745" y="1164349"/>
                    <a:pt x="1181287" y="1146141"/>
                    <a:pt x="1181287" y="1127155"/>
                  </a:cubicBezTo>
                  <a:lnTo>
                    <a:pt x="1181287" y="654050"/>
                  </a:lnTo>
                  <a:cubicBezTo>
                    <a:pt x="1181287" y="635064"/>
                    <a:pt x="1173745" y="616855"/>
                    <a:pt x="1160320" y="603430"/>
                  </a:cubicBezTo>
                  <a:cubicBezTo>
                    <a:pt x="1146895" y="590005"/>
                    <a:pt x="1128687" y="582463"/>
                    <a:pt x="1109701" y="582463"/>
                  </a:cubicBezTo>
                  <a:close/>
                </a:path>
              </a:pathLst>
            </a:custGeom>
            <a:blipFill>
              <a:blip r:embed="rId3"/>
              <a:stretch>
                <a:fillRect l="0" t="-10723" r="0" b="-1072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57772" y="4736473"/>
            <a:ext cx="4646301" cy="3329255"/>
            <a:chOff x="0" y="0"/>
            <a:chExt cx="1981376" cy="1419733"/>
          </a:xfrm>
        </p:grpSpPr>
        <p:sp>
          <p:nvSpPr>
            <p:cNvPr name="{{image_8}}" id="9" descr="{{image_8}}"/>
            <p:cNvSpPr/>
            <p:nvPr/>
          </p:nvSpPr>
          <p:spPr>
            <a:xfrm flipH="false" flipV="false" rot="0">
              <a:off x="0" y="0"/>
              <a:ext cx="1981376" cy="1419733"/>
            </a:xfrm>
            <a:custGeom>
              <a:avLst/>
              <a:gdLst/>
              <a:ahLst/>
              <a:cxnLst/>
              <a:rect r="r" b="b" t="t" l="l"/>
              <a:pathLst>
                <a:path h="1419733" w="1981376">
                  <a:moveTo>
                    <a:pt x="465531" y="1419733"/>
                  </a:moveTo>
                  <a:lnTo>
                    <a:pt x="1852708" y="1419733"/>
                  </a:lnTo>
                  <a:cubicBezTo>
                    <a:pt x="1923769" y="1419732"/>
                    <a:pt x="1981375" y="1362126"/>
                    <a:pt x="1981376" y="1291065"/>
                  </a:cubicBezTo>
                  <a:lnTo>
                    <a:pt x="1981376" y="584899"/>
                  </a:lnTo>
                  <a:cubicBezTo>
                    <a:pt x="1981376" y="513837"/>
                    <a:pt x="1923770" y="456231"/>
                    <a:pt x="1852708" y="456231"/>
                  </a:cubicBezTo>
                  <a:lnTo>
                    <a:pt x="864274" y="456231"/>
                  </a:lnTo>
                  <a:cubicBezTo>
                    <a:pt x="830150" y="456231"/>
                    <a:pt x="797423" y="442675"/>
                    <a:pt x="773293" y="418545"/>
                  </a:cubicBezTo>
                  <a:cubicBezTo>
                    <a:pt x="749163" y="394415"/>
                    <a:pt x="735607" y="361688"/>
                    <a:pt x="735607" y="327563"/>
                  </a:cubicBezTo>
                  <a:lnTo>
                    <a:pt x="735607" y="128668"/>
                  </a:lnTo>
                  <a:cubicBezTo>
                    <a:pt x="735607" y="57606"/>
                    <a:pt x="678000" y="0"/>
                    <a:pt x="606939" y="0"/>
                  </a:cubicBezTo>
                  <a:lnTo>
                    <a:pt x="128668" y="0"/>
                  </a:lnTo>
                  <a:cubicBezTo>
                    <a:pt x="57606" y="0"/>
                    <a:pt x="0" y="57606"/>
                    <a:pt x="0" y="128668"/>
                  </a:cubicBezTo>
                  <a:lnTo>
                    <a:pt x="0" y="914494"/>
                  </a:lnTo>
                  <a:cubicBezTo>
                    <a:pt x="-1" y="946146"/>
                    <a:pt x="11664" y="976687"/>
                    <a:pt x="32766" y="1000279"/>
                  </a:cubicBezTo>
                  <a:lnTo>
                    <a:pt x="369633" y="1376850"/>
                  </a:lnTo>
                  <a:cubicBezTo>
                    <a:pt x="394042" y="1404137"/>
                    <a:pt x="428920" y="1419733"/>
                    <a:pt x="465531" y="1419733"/>
                  </a:cubicBezTo>
                  <a:close/>
                </a:path>
              </a:pathLst>
            </a:custGeom>
            <a:blipFill>
              <a:blip r:embed="rId4"/>
              <a:stretch>
                <a:fillRect l="-3774" t="0" r="-377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79747" y="2213264"/>
            <a:ext cx="4431786" cy="4427787"/>
            <a:chOff x="0" y="0"/>
            <a:chExt cx="1396176" cy="1394916"/>
          </a:xfrm>
        </p:grpSpPr>
        <p:sp>
          <p:nvSpPr>
            <p:cNvPr name="{{image_9}}" id="11" descr="{{image_9}}"/>
            <p:cNvSpPr/>
            <p:nvPr/>
          </p:nvSpPr>
          <p:spPr>
            <a:xfrm flipH="false" flipV="false" rot="0">
              <a:off x="0" y="0"/>
              <a:ext cx="1396176" cy="1394916"/>
            </a:xfrm>
            <a:custGeom>
              <a:avLst/>
              <a:gdLst/>
              <a:ahLst/>
              <a:cxnLst/>
              <a:rect r="r" b="b" t="t" l="l"/>
              <a:pathLst>
                <a:path h="1394916" w="1396176">
                  <a:moveTo>
                    <a:pt x="961432" y="733104"/>
                  </a:moveTo>
                  <a:lnTo>
                    <a:pt x="961432" y="160633"/>
                  </a:lnTo>
                  <a:cubicBezTo>
                    <a:pt x="961432" y="71918"/>
                    <a:pt x="889514" y="0"/>
                    <a:pt x="800799" y="0"/>
                  </a:cubicBezTo>
                  <a:lnTo>
                    <a:pt x="160633" y="0"/>
                  </a:lnTo>
                  <a:cubicBezTo>
                    <a:pt x="71918" y="1"/>
                    <a:pt x="1" y="71918"/>
                    <a:pt x="0" y="160633"/>
                  </a:cubicBezTo>
                  <a:lnTo>
                    <a:pt x="0" y="800797"/>
                  </a:lnTo>
                  <a:cubicBezTo>
                    <a:pt x="1" y="889512"/>
                    <a:pt x="71918" y="961430"/>
                    <a:pt x="160633" y="961431"/>
                  </a:cubicBezTo>
                  <a:lnTo>
                    <a:pt x="734364" y="961431"/>
                  </a:lnTo>
                  <a:cubicBezTo>
                    <a:pt x="823079" y="961431"/>
                    <a:pt x="894997" y="1033349"/>
                    <a:pt x="894997" y="1122064"/>
                  </a:cubicBezTo>
                  <a:lnTo>
                    <a:pt x="894997" y="1234283"/>
                  </a:lnTo>
                  <a:cubicBezTo>
                    <a:pt x="894997" y="1322995"/>
                    <a:pt x="966911" y="1394912"/>
                    <a:pt x="1055624" y="1394916"/>
                  </a:cubicBezTo>
                  <a:lnTo>
                    <a:pt x="1235542" y="1394916"/>
                  </a:lnTo>
                  <a:cubicBezTo>
                    <a:pt x="1324257" y="1394915"/>
                    <a:pt x="1396175" y="1322998"/>
                    <a:pt x="1396176" y="1234283"/>
                  </a:cubicBezTo>
                  <a:lnTo>
                    <a:pt x="1396176" y="1054371"/>
                  </a:lnTo>
                  <a:cubicBezTo>
                    <a:pt x="1396176" y="965655"/>
                    <a:pt x="1324258" y="893737"/>
                    <a:pt x="1235542" y="893737"/>
                  </a:cubicBezTo>
                  <a:lnTo>
                    <a:pt x="1122065" y="893737"/>
                  </a:lnTo>
                  <a:cubicBezTo>
                    <a:pt x="1033350" y="893737"/>
                    <a:pt x="961432" y="821819"/>
                    <a:pt x="961432" y="733104"/>
                  </a:cubicBezTo>
                  <a:close/>
                </a:path>
              </a:pathLst>
            </a:custGeom>
            <a:blipFill>
              <a:blip r:embed="rId5"/>
              <a:stretch>
                <a:fillRect l="-42772" t="-39350" r="0" b="-7513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706824"/>
            <a:ext cx="11008077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{{s08_title}}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150142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{{s08_text_1}}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82610" y="6150142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{{s08_text_2}}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520315"/>
            <a:ext cx="5851492" cy="6737985"/>
            <a:chOff x="0" y="0"/>
            <a:chExt cx="1934557" cy="2227640"/>
          </a:xfrm>
        </p:grpSpPr>
        <p:sp>
          <p:nvSpPr>
            <p:cNvPr name="{{image_10}}" id="7" descr="{{image_10}}"/>
            <p:cNvSpPr/>
            <p:nvPr/>
          </p:nvSpPr>
          <p:spPr>
            <a:xfrm flipH="false" flipV="false" rot="0">
              <a:off x="0" y="0"/>
              <a:ext cx="1934558" cy="2227640"/>
            </a:xfrm>
            <a:custGeom>
              <a:avLst/>
              <a:gdLst/>
              <a:ahLst/>
              <a:cxnLst/>
              <a:rect r="r" b="b" t="t" l="l"/>
              <a:pathLst>
                <a:path h="2227640" w="1934558">
                  <a:moveTo>
                    <a:pt x="1833071" y="0"/>
                  </a:moveTo>
                  <a:lnTo>
                    <a:pt x="993437" y="0"/>
                  </a:lnTo>
                  <a:cubicBezTo>
                    <a:pt x="937388" y="0"/>
                    <a:pt x="891952" y="45437"/>
                    <a:pt x="891952" y="101486"/>
                  </a:cubicBezTo>
                  <a:lnTo>
                    <a:pt x="891952" y="494266"/>
                  </a:lnTo>
                  <a:cubicBezTo>
                    <a:pt x="891952" y="521182"/>
                    <a:pt x="881260" y="546996"/>
                    <a:pt x="862228" y="566028"/>
                  </a:cubicBezTo>
                  <a:cubicBezTo>
                    <a:pt x="843195" y="585061"/>
                    <a:pt x="817382" y="595753"/>
                    <a:pt x="790466" y="595753"/>
                  </a:cubicBezTo>
                  <a:lnTo>
                    <a:pt x="101486" y="595753"/>
                  </a:lnTo>
                  <a:cubicBezTo>
                    <a:pt x="74570" y="595753"/>
                    <a:pt x="48757" y="606445"/>
                    <a:pt x="29724" y="625478"/>
                  </a:cubicBezTo>
                  <a:cubicBezTo>
                    <a:pt x="10692" y="644510"/>
                    <a:pt x="0" y="670323"/>
                    <a:pt x="0" y="697239"/>
                  </a:cubicBezTo>
                  <a:lnTo>
                    <a:pt x="0" y="2126154"/>
                  </a:lnTo>
                  <a:cubicBezTo>
                    <a:pt x="0" y="2182203"/>
                    <a:pt x="45437" y="2227640"/>
                    <a:pt x="101486" y="2227640"/>
                  </a:cubicBezTo>
                  <a:lnTo>
                    <a:pt x="1321998" y="2227640"/>
                  </a:lnTo>
                  <a:cubicBezTo>
                    <a:pt x="1378047" y="2227640"/>
                    <a:pt x="1423484" y="2182203"/>
                    <a:pt x="1423484" y="2126154"/>
                  </a:cubicBezTo>
                  <a:lnTo>
                    <a:pt x="1423484" y="986605"/>
                  </a:lnTo>
                  <a:cubicBezTo>
                    <a:pt x="1423484" y="959689"/>
                    <a:pt x="1434176" y="933875"/>
                    <a:pt x="1453208" y="914843"/>
                  </a:cubicBezTo>
                  <a:cubicBezTo>
                    <a:pt x="1472241" y="895811"/>
                    <a:pt x="1498055" y="885119"/>
                    <a:pt x="1524971" y="885119"/>
                  </a:cubicBezTo>
                  <a:lnTo>
                    <a:pt x="1833073" y="885119"/>
                  </a:lnTo>
                  <a:cubicBezTo>
                    <a:pt x="1859989" y="885119"/>
                    <a:pt x="1885802" y="874426"/>
                    <a:pt x="1904834" y="855394"/>
                  </a:cubicBezTo>
                  <a:cubicBezTo>
                    <a:pt x="1923866" y="836361"/>
                    <a:pt x="1934559" y="810548"/>
                    <a:pt x="1934558" y="783632"/>
                  </a:cubicBezTo>
                  <a:lnTo>
                    <a:pt x="1934558" y="101486"/>
                  </a:lnTo>
                  <a:cubicBezTo>
                    <a:pt x="1934558" y="74570"/>
                    <a:pt x="1923866" y="48756"/>
                    <a:pt x="1904833" y="29724"/>
                  </a:cubicBezTo>
                  <a:cubicBezTo>
                    <a:pt x="1885801" y="10692"/>
                    <a:pt x="1859987" y="0"/>
                    <a:pt x="183307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5173" r="0" b="-1517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469507" y="5473926"/>
            <a:ext cx="6160979" cy="5246370"/>
            <a:chOff x="0" y="0"/>
            <a:chExt cx="1460623" cy="1243791"/>
          </a:xfrm>
        </p:grpSpPr>
        <p:sp>
          <p:nvSpPr>
            <p:cNvPr name="{{image_11}}" id="9" descr="{{image_11}}"/>
            <p:cNvSpPr/>
            <p:nvPr/>
          </p:nvSpPr>
          <p:spPr>
            <a:xfrm flipH="false" flipV="false" rot="0">
              <a:off x="0" y="0"/>
              <a:ext cx="1460627" cy="1243791"/>
            </a:xfrm>
            <a:custGeom>
              <a:avLst/>
              <a:gdLst/>
              <a:ahLst/>
              <a:cxnLst/>
              <a:rect r="r" b="b" t="t" l="l"/>
              <a:pathLst>
                <a:path h="1243791" w="1460627">
                  <a:moveTo>
                    <a:pt x="1046362" y="38122"/>
                  </a:moveTo>
                  <a:cubicBezTo>
                    <a:pt x="1024662" y="13865"/>
                    <a:pt x="993657" y="0"/>
                    <a:pt x="96111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795306"/>
                  </a:lnTo>
                  <a:cubicBezTo>
                    <a:pt x="0" y="858478"/>
                    <a:pt x="51211" y="909690"/>
                    <a:pt x="114384" y="909690"/>
                  </a:cubicBezTo>
                  <a:lnTo>
                    <a:pt x="587586" y="909690"/>
                  </a:lnTo>
                  <a:cubicBezTo>
                    <a:pt x="620132" y="909690"/>
                    <a:pt x="651138" y="923554"/>
                    <a:pt x="672837" y="947811"/>
                  </a:cubicBezTo>
                  <a:lnTo>
                    <a:pt x="903501" y="1205669"/>
                  </a:lnTo>
                  <a:cubicBezTo>
                    <a:pt x="925201" y="1229927"/>
                    <a:pt x="956207" y="1243791"/>
                    <a:pt x="988753" y="1243791"/>
                  </a:cubicBezTo>
                  <a:lnTo>
                    <a:pt x="1346239" y="1243791"/>
                  </a:lnTo>
                  <a:cubicBezTo>
                    <a:pt x="1376576" y="1243792"/>
                    <a:pt x="1405670" y="1231742"/>
                    <a:pt x="1427122" y="1210291"/>
                  </a:cubicBezTo>
                  <a:cubicBezTo>
                    <a:pt x="1448574" y="1188841"/>
                    <a:pt x="1460626" y="1159748"/>
                    <a:pt x="1460627" y="1129411"/>
                  </a:cubicBezTo>
                  <a:lnTo>
                    <a:pt x="1460627" y="562247"/>
                  </a:lnTo>
                  <a:cubicBezTo>
                    <a:pt x="1460627" y="522943"/>
                    <a:pt x="1446140" y="485019"/>
                    <a:pt x="1419935" y="455726"/>
                  </a:cubicBezTo>
                  <a:close/>
                </a:path>
              </a:pathLst>
            </a:custGeom>
            <a:blipFill>
              <a:blip r:embed="rId4"/>
              <a:stretch>
                <a:fillRect l="0" t="-38075" r="0" b="-3807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074324" y="6003608"/>
            <a:ext cx="6924072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{{s09_title}}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5665" y="261747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{{s09_text_1}}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88606" y="2463165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{{s09_text_2}}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75547" y="2198370"/>
            <a:ext cx="5712894" cy="7059930"/>
            <a:chOff x="0" y="0"/>
            <a:chExt cx="1460623" cy="1805022"/>
          </a:xfrm>
        </p:grpSpPr>
        <p:sp>
          <p:nvSpPr>
            <p:cNvPr name="{{image_12}}" id="7" descr="{{image_12}}"/>
            <p:cNvSpPr/>
            <p:nvPr/>
          </p:nvSpPr>
          <p:spPr>
            <a:xfrm flipH="false" flipV="false" rot="0">
              <a:off x="0" y="0"/>
              <a:ext cx="1460627" cy="1805022"/>
            </a:xfrm>
            <a:custGeom>
              <a:avLst/>
              <a:gdLst/>
              <a:ahLst/>
              <a:cxnLst/>
              <a:rect r="r" b="b" t="t" l="l"/>
              <a:pathLst>
                <a:path h="1805022" w="1460627">
                  <a:moveTo>
                    <a:pt x="1460627" y="1189424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944739" y="1805022"/>
                  </a:lnTo>
                  <a:cubicBezTo>
                    <a:pt x="975076" y="1805022"/>
                    <a:pt x="1004170" y="1792971"/>
                    <a:pt x="1025621" y="1771520"/>
                  </a:cubicBezTo>
                  <a:cubicBezTo>
                    <a:pt x="1047073" y="1750069"/>
                    <a:pt x="1059124" y="1720975"/>
                    <a:pt x="1059124" y="1690638"/>
                  </a:cubicBezTo>
                  <a:lnTo>
                    <a:pt x="1059124" y="1418193"/>
                  </a:lnTo>
                  <a:cubicBezTo>
                    <a:pt x="1059124" y="1355019"/>
                    <a:pt x="1110336" y="1303808"/>
                    <a:pt x="1173509" y="1303808"/>
                  </a:cubicBezTo>
                  <a:lnTo>
                    <a:pt x="1346241" y="1303808"/>
                  </a:lnTo>
                  <a:cubicBezTo>
                    <a:pt x="1376578" y="1303808"/>
                    <a:pt x="1405672" y="1291757"/>
                    <a:pt x="1427124" y="1270306"/>
                  </a:cubicBezTo>
                  <a:cubicBezTo>
                    <a:pt x="1448576" y="1248855"/>
                    <a:pt x="1460627" y="1219761"/>
                    <a:pt x="1460627" y="1189424"/>
                  </a:cubicBezTo>
                  <a:close/>
                </a:path>
              </a:pathLst>
            </a:custGeom>
            <a:blipFill>
              <a:blip r:embed="rId3"/>
              <a:stretch>
                <a:fillRect l="0" t="-10728" r="0" b="-1072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0" y="2312670"/>
            <a:ext cx="8115300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{{s10_title}}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673227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{{s10_text_1}}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97910" y="673227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{{s10_text_2}}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011930"/>
            <a:ext cx="6666917" cy="5246370"/>
            <a:chOff x="0" y="0"/>
            <a:chExt cx="1804151" cy="1419733"/>
          </a:xfrm>
        </p:grpSpPr>
        <p:sp>
          <p:nvSpPr>
            <p:cNvPr name="{{image_4}}" id="7" descr="{{image_4}}"/>
            <p:cNvSpPr/>
            <p:nvPr/>
          </p:nvSpPr>
          <p:spPr>
            <a:xfrm flipH="false" flipV="false" rot="0">
              <a:off x="0" y="0"/>
              <a:ext cx="1804151" cy="1419733"/>
            </a:xfrm>
            <a:custGeom>
              <a:avLst/>
              <a:gdLst/>
              <a:ahLst/>
              <a:cxnLst/>
              <a:rect r="r" b="b" t="t" l="l"/>
              <a:pathLst>
                <a:path h="1419733" w="1804151">
                  <a:moveTo>
                    <a:pt x="465531" y="1419733"/>
                  </a:moveTo>
                  <a:lnTo>
                    <a:pt x="1675483" y="1419733"/>
                  </a:lnTo>
                  <a:cubicBezTo>
                    <a:pt x="1746544" y="1419732"/>
                    <a:pt x="1804150" y="1362126"/>
                    <a:pt x="1804151" y="1291065"/>
                  </a:cubicBezTo>
                  <a:lnTo>
                    <a:pt x="1804151" y="584899"/>
                  </a:lnTo>
                  <a:cubicBezTo>
                    <a:pt x="1804151" y="513837"/>
                    <a:pt x="1746544" y="456231"/>
                    <a:pt x="1675483" y="456231"/>
                  </a:cubicBezTo>
                  <a:lnTo>
                    <a:pt x="864274" y="456231"/>
                  </a:lnTo>
                  <a:cubicBezTo>
                    <a:pt x="830150" y="456231"/>
                    <a:pt x="797423" y="442675"/>
                    <a:pt x="773293" y="418545"/>
                  </a:cubicBezTo>
                  <a:cubicBezTo>
                    <a:pt x="749163" y="394415"/>
                    <a:pt x="735607" y="361688"/>
                    <a:pt x="735607" y="327563"/>
                  </a:cubicBezTo>
                  <a:lnTo>
                    <a:pt x="735607" y="128668"/>
                  </a:lnTo>
                  <a:cubicBezTo>
                    <a:pt x="735607" y="57606"/>
                    <a:pt x="678000" y="0"/>
                    <a:pt x="606939" y="0"/>
                  </a:cubicBezTo>
                  <a:lnTo>
                    <a:pt x="128668" y="0"/>
                  </a:lnTo>
                  <a:cubicBezTo>
                    <a:pt x="57606" y="0"/>
                    <a:pt x="0" y="57606"/>
                    <a:pt x="0" y="128668"/>
                  </a:cubicBezTo>
                  <a:lnTo>
                    <a:pt x="0" y="914494"/>
                  </a:lnTo>
                  <a:cubicBezTo>
                    <a:pt x="-1" y="946146"/>
                    <a:pt x="11664" y="976687"/>
                    <a:pt x="32766" y="1000279"/>
                  </a:cubicBezTo>
                  <a:lnTo>
                    <a:pt x="369633" y="1376850"/>
                  </a:lnTo>
                  <a:cubicBezTo>
                    <a:pt x="394042" y="1404137"/>
                    <a:pt x="428920" y="1419733"/>
                    <a:pt x="465531" y="1419733"/>
                  </a:cubicBezTo>
                  <a:close/>
                </a:path>
              </a:pathLst>
            </a:custGeom>
            <a:blipFill>
              <a:blip r:embed="rId3"/>
              <a:stretch>
                <a:fillRect l="-8183" t="0" r="-8183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195234" y="2381250"/>
            <a:ext cx="10152947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{{s11_title}}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71708" y="615315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{{s11_text_1}}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97910" y="615315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{{s11_text_2}}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32660" y="3029769"/>
            <a:ext cx="3344633" cy="5630696"/>
            <a:chOff x="0" y="0"/>
            <a:chExt cx="3771900" cy="6350000"/>
          </a:xfrm>
        </p:grpSpPr>
        <p:sp>
          <p:nvSpPr>
            <p:cNvPr name="{{image_2}}" id="7" descr="{{image_2}}"/>
            <p:cNvSpPr/>
            <p:nvPr/>
          </p:nvSpPr>
          <p:spPr>
            <a:xfrm flipH="false" flipV="false" rot="0">
              <a:off x="0" y="0"/>
              <a:ext cx="3771900" cy="6349937"/>
            </a:xfrm>
            <a:custGeom>
              <a:avLst/>
              <a:gdLst/>
              <a:ahLst/>
              <a:cxnLst/>
              <a:rect r="r" b="b" t="t" l="l"/>
              <a:pathLst>
                <a:path h="6349937" w="3771900">
                  <a:moveTo>
                    <a:pt x="0" y="546100"/>
                  </a:moveTo>
                  <a:lnTo>
                    <a:pt x="0" y="3953510"/>
                  </a:lnTo>
                  <a:cubicBezTo>
                    <a:pt x="0" y="4132580"/>
                    <a:pt x="87630" y="4301490"/>
                    <a:pt x="236220" y="4403090"/>
                  </a:cubicBezTo>
                  <a:lnTo>
                    <a:pt x="2914650" y="6252210"/>
                  </a:lnTo>
                  <a:cubicBezTo>
                    <a:pt x="3276600" y="6502400"/>
                    <a:pt x="3771900" y="6243320"/>
                    <a:pt x="3771900" y="5802630"/>
                  </a:cubicBezTo>
                  <a:lnTo>
                    <a:pt x="3771900" y="546100"/>
                  </a:lnTo>
                  <a:cubicBezTo>
                    <a:pt x="3771900" y="243840"/>
                    <a:pt x="3526790" y="0"/>
                    <a:pt x="3225800" y="0"/>
                  </a:cubicBezTo>
                  <a:lnTo>
                    <a:pt x="546100" y="0"/>
                  </a:lnTo>
                  <a:cubicBezTo>
                    <a:pt x="245110" y="0"/>
                    <a:pt x="0" y="245110"/>
                    <a:pt x="0" y="546100"/>
                  </a:cubicBezTo>
                  <a:close/>
                </a:path>
              </a:pathLst>
            </a:custGeom>
            <a:blipFill>
              <a:blip r:embed="rId3"/>
              <a:stretch>
                <a:fillRect l="-9916" t="0" r="-14229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49288" y="3029769"/>
            <a:ext cx="3297935" cy="3620817"/>
            <a:chOff x="0" y="0"/>
            <a:chExt cx="812800" cy="892377"/>
          </a:xfrm>
        </p:grpSpPr>
        <p:sp>
          <p:nvSpPr>
            <p:cNvPr name="{{image_3}}" id="9" descr="{{image_3}}"/>
            <p:cNvSpPr/>
            <p:nvPr/>
          </p:nvSpPr>
          <p:spPr>
            <a:xfrm flipH="false" flipV="false" rot="0">
              <a:off x="0" y="0"/>
              <a:ext cx="812800" cy="892377"/>
            </a:xfrm>
            <a:custGeom>
              <a:avLst/>
              <a:gdLst/>
              <a:ahLst/>
              <a:cxnLst/>
              <a:rect r="r" b="b" t="t" l="l"/>
              <a:pathLst>
                <a:path h="892377" w="812800">
                  <a:moveTo>
                    <a:pt x="96248" y="0"/>
                  </a:moveTo>
                  <a:lnTo>
                    <a:pt x="716552" y="0"/>
                  </a:lnTo>
                  <a:cubicBezTo>
                    <a:pt x="769708" y="0"/>
                    <a:pt x="812800" y="43092"/>
                    <a:pt x="812800" y="96248"/>
                  </a:cubicBezTo>
                  <a:lnTo>
                    <a:pt x="812800" y="796129"/>
                  </a:lnTo>
                  <a:cubicBezTo>
                    <a:pt x="812800" y="849285"/>
                    <a:pt x="769708" y="892377"/>
                    <a:pt x="716552" y="892377"/>
                  </a:cubicBezTo>
                  <a:lnTo>
                    <a:pt x="96248" y="892377"/>
                  </a:lnTo>
                  <a:cubicBezTo>
                    <a:pt x="43092" y="892377"/>
                    <a:pt x="0" y="849285"/>
                    <a:pt x="0" y="796129"/>
                  </a:cubicBezTo>
                  <a:lnTo>
                    <a:pt x="0" y="96248"/>
                  </a:lnTo>
                  <a:cubicBezTo>
                    <a:pt x="0" y="43092"/>
                    <a:pt x="43092" y="0"/>
                    <a:pt x="96248" y="0"/>
                  </a:cubicBezTo>
                  <a:close/>
                </a:path>
              </a:pathLst>
            </a:custGeom>
            <a:blipFill>
              <a:blip r:embed="rId4"/>
              <a:stretch>
                <a:fillRect l="-32394" t="0" r="-3239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3144069"/>
            <a:ext cx="7182323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{{s12_title}}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391735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{{s12_text_1}}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860136"/>
            <a:ext cx="1455559" cy="325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{{s12_label_1}}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88994" y="7391735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{{s12_text_2}}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49288" y="7391735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{{s12_text_3}}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88994" y="6860136"/>
            <a:ext cx="1455559" cy="325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{{s12_label_2}}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149704" y="6860136"/>
            <a:ext cx="2355687" cy="32575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{{s12_label_3}}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262450"/>
            <a:ext cx="8846928" cy="4940950"/>
            <a:chOff x="0" y="0"/>
            <a:chExt cx="2244030" cy="1253275"/>
          </a:xfrm>
        </p:grpSpPr>
        <p:sp>
          <p:nvSpPr>
            <p:cNvPr name="{{image_6}}" id="7" descr="{{image_6}}"/>
            <p:cNvSpPr/>
            <p:nvPr/>
          </p:nvSpPr>
          <p:spPr>
            <a:xfrm flipH="false" flipV="false" rot="0">
              <a:off x="0" y="0"/>
              <a:ext cx="2244031" cy="1253275"/>
            </a:xfrm>
            <a:custGeom>
              <a:avLst/>
              <a:gdLst/>
              <a:ahLst/>
              <a:cxnLst/>
              <a:rect r="r" b="b" t="t" l="l"/>
              <a:pathLst>
                <a:path h="1253275" w="2244031">
                  <a:moveTo>
                    <a:pt x="1784725" y="639488"/>
                  </a:moveTo>
                  <a:lnTo>
                    <a:pt x="1784725" y="557293"/>
                  </a:lnTo>
                  <a:cubicBezTo>
                    <a:pt x="1784726" y="524360"/>
                    <a:pt x="1771643" y="492776"/>
                    <a:pt x="1748356" y="469489"/>
                  </a:cubicBezTo>
                  <a:cubicBezTo>
                    <a:pt x="1725070" y="446202"/>
                    <a:pt x="1693486" y="433120"/>
                    <a:pt x="1660553" y="433120"/>
                  </a:cubicBezTo>
                  <a:lnTo>
                    <a:pt x="867306" y="433120"/>
                  </a:lnTo>
                  <a:cubicBezTo>
                    <a:pt x="798728" y="433120"/>
                    <a:pt x="743134" y="377526"/>
                    <a:pt x="743134" y="308948"/>
                  </a:cubicBezTo>
                  <a:lnTo>
                    <a:pt x="743134" y="124172"/>
                  </a:lnTo>
                  <a:cubicBezTo>
                    <a:pt x="743133" y="55594"/>
                    <a:pt x="687540" y="1"/>
                    <a:pt x="618962" y="0"/>
                  </a:cubicBezTo>
                  <a:lnTo>
                    <a:pt x="124172" y="0"/>
                  </a:lnTo>
                  <a:cubicBezTo>
                    <a:pt x="55594" y="1"/>
                    <a:pt x="1" y="55594"/>
                    <a:pt x="0" y="124172"/>
                  </a:cubicBezTo>
                  <a:lnTo>
                    <a:pt x="0" y="489613"/>
                  </a:lnTo>
                  <a:lnTo>
                    <a:pt x="0" y="721091"/>
                  </a:lnTo>
                  <a:cubicBezTo>
                    <a:pt x="0" y="789669"/>
                    <a:pt x="55593" y="845263"/>
                    <a:pt x="124172" y="845264"/>
                  </a:cubicBezTo>
                  <a:lnTo>
                    <a:pt x="1376722" y="845264"/>
                  </a:lnTo>
                  <a:cubicBezTo>
                    <a:pt x="1409655" y="845263"/>
                    <a:pt x="1441239" y="858346"/>
                    <a:pt x="1464525" y="881632"/>
                  </a:cubicBezTo>
                  <a:cubicBezTo>
                    <a:pt x="1487812" y="904919"/>
                    <a:pt x="1500894" y="936503"/>
                    <a:pt x="1500894" y="969435"/>
                  </a:cubicBezTo>
                  <a:lnTo>
                    <a:pt x="1500894" y="1129102"/>
                  </a:lnTo>
                  <a:cubicBezTo>
                    <a:pt x="1500894" y="1197681"/>
                    <a:pt x="1556488" y="1253275"/>
                    <a:pt x="1625067" y="1253275"/>
                  </a:cubicBezTo>
                  <a:lnTo>
                    <a:pt x="2119859" y="1253275"/>
                  </a:lnTo>
                  <a:cubicBezTo>
                    <a:pt x="2152792" y="1253275"/>
                    <a:pt x="2184376" y="1240193"/>
                    <a:pt x="2207662" y="1216906"/>
                  </a:cubicBezTo>
                  <a:cubicBezTo>
                    <a:pt x="2230949" y="1193619"/>
                    <a:pt x="2244031" y="1162035"/>
                    <a:pt x="2244031" y="1129102"/>
                  </a:cubicBezTo>
                  <a:lnTo>
                    <a:pt x="2244031" y="887833"/>
                  </a:lnTo>
                  <a:cubicBezTo>
                    <a:pt x="2244031" y="854900"/>
                    <a:pt x="2230949" y="823317"/>
                    <a:pt x="2207662" y="800030"/>
                  </a:cubicBezTo>
                  <a:cubicBezTo>
                    <a:pt x="2184375" y="776743"/>
                    <a:pt x="2152792" y="763661"/>
                    <a:pt x="2119859" y="763661"/>
                  </a:cubicBezTo>
                  <a:lnTo>
                    <a:pt x="1908899" y="763661"/>
                  </a:lnTo>
                  <a:cubicBezTo>
                    <a:pt x="1875967" y="763662"/>
                    <a:pt x="1844382" y="750579"/>
                    <a:pt x="1821095" y="727292"/>
                  </a:cubicBezTo>
                  <a:cubicBezTo>
                    <a:pt x="1797808" y="704005"/>
                    <a:pt x="1784725" y="672421"/>
                    <a:pt x="1784725" y="639488"/>
                  </a:cubicBezTo>
                  <a:close/>
                </a:path>
              </a:pathLst>
            </a:custGeom>
            <a:blipFill>
              <a:blip r:embed="rId3"/>
              <a:stretch>
                <a:fillRect l="-25769" t="-84492" r="-28884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1049831" y="4316018"/>
            <a:ext cx="6209469" cy="0"/>
          </a:xfrm>
          <a:prstGeom prst="line">
            <a:avLst/>
          </a:prstGeom>
          <a:ln cap="flat" w="38100">
            <a:solidFill>
              <a:srgbClr val="6DC2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049831" y="6788686"/>
            <a:ext cx="6209469" cy="0"/>
          </a:xfrm>
          <a:prstGeom prst="line">
            <a:avLst/>
          </a:prstGeom>
          <a:ln cap="flat" w="38100">
            <a:solidFill>
              <a:srgbClr val="6DC2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049831" y="9261354"/>
            <a:ext cx="6209469" cy="0"/>
          </a:xfrm>
          <a:prstGeom prst="line">
            <a:avLst/>
          </a:prstGeom>
          <a:ln cap="flat" w="38100">
            <a:solidFill>
              <a:srgbClr val="6DC2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6142677"/>
            <a:ext cx="9366364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{{s13_title}}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049831" y="2944706"/>
            <a:ext cx="4960807" cy="9544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{{s13_text_1}}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49831" y="2252925"/>
            <a:ext cx="4339205" cy="5398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3"/>
              </a:lnSpc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{{s13_label_1}}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49831" y="5415181"/>
            <a:ext cx="4960807" cy="9544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{{s13_text_2}}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49831" y="4723400"/>
            <a:ext cx="4339205" cy="5398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3"/>
              </a:lnSpc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{{s13_label_2}}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49831" y="7885656"/>
            <a:ext cx="4960807" cy="95440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{{s13_text_3}}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9831" y="7193875"/>
            <a:ext cx="4339205" cy="53987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033"/>
              </a:lnSpc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{{s13_label_3}}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21636" y="2561799"/>
            <a:ext cx="5908455" cy="7290986"/>
            <a:chOff x="0" y="0"/>
            <a:chExt cx="1181287" cy="1457698"/>
          </a:xfrm>
        </p:grpSpPr>
        <p:sp>
          <p:nvSpPr>
            <p:cNvPr name="{{image_7}}" id="7" descr="{{image_7}}"/>
            <p:cNvSpPr/>
            <p:nvPr/>
          </p:nvSpPr>
          <p:spPr>
            <a:xfrm flipH="false" flipV="false" rot="0">
              <a:off x="0" y="0"/>
              <a:ext cx="1181287" cy="1457698"/>
            </a:xfrm>
            <a:custGeom>
              <a:avLst/>
              <a:gdLst/>
              <a:ahLst/>
              <a:cxnLst/>
              <a:rect r="r" b="b" t="t" l="l"/>
              <a:pathLst>
                <a:path h="1457698" w="1181287">
                  <a:moveTo>
                    <a:pt x="1109701" y="582463"/>
                  </a:moveTo>
                  <a:lnTo>
                    <a:pt x="687866" y="582463"/>
                  </a:lnTo>
                  <a:cubicBezTo>
                    <a:pt x="668880" y="582462"/>
                    <a:pt x="650672" y="574920"/>
                    <a:pt x="637247" y="561494"/>
                  </a:cubicBezTo>
                  <a:cubicBezTo>
                    <a:pt x="623822" y="548069"/>
                    <a:pt x="616280" y="529860"/>
                    <a:pt x="616280" y="510874"/>
                  </a:cubicBezTo>
                  <a:lnTo>
                    <a:pt x="616280" y="71587"/>
                  </a:lnTo>
                  <a:cubicBezTo>
                    <a:pt x="616279" y="32051"/>
                    <a:pt x="584228" y="0"/>
                    <a:pt x="544692" y="0"/>
                  </a:cubicBezTo>
                  <a:lnTo>
                    <a:pt x="71587" y="0"/>
                  </a:lnTo>
                  <a:cubicBezTo>
                    <a:pt x="32051" y="0"/>
                    <a:pt x="0" y="32051"/>
                    <a:pt x="0" y="71587"/>
                  </a:cubicBezTo>
                  <a:lnTo>
                    <a:pt x="0" y="544693"/>
                  </a:lnTo>
                  <a:cubicBezTo>
                    <a:pt x="0" y="563679"/>
                    <a:pt x="7542" y="581887"/>
                    <a:pt x="20967" y="595313"/>
                  </a:cubicBezTo>
                  <a:cubicBezTo>
                    <a:pt x="34393" y="608738"/>
                    <a:pt x="52601" y="616280"/>
                    <a:pt x="71587" y="616280"/>
                  </a:cubicBezTo>
                  <a:lnTo>
                    <a:pt x="493420" y="616280"/>
                  </a:lnTo>
                  <a:cubicBezTo>
                    <a:pt x="532957" y="616280"/>
                    <a:pt x="565008" y="648331"/>
                    <a:pt x="565008" y="687868"/>
                  </a:cubicBezTo>
                  <a:lnTo>
                    <a:pt x="565008" y="1058854"/>
                  </a:lnTo>
                  <a:cubicBezTo>
                    <a:pt x="565008" y="1077840"/>
                    <a:pt x="557466" y="1096049"/>
                    <a:pt x="544041" y="1109474"/>
                  </a:cubicBezTo>
                  <a:cubicBezTo>
                    <a:pt x="530615" y="1122900"/>
                    <a:pt x="512407" y="1130442"/>
                    <a:pt x="493420" y="1130442"/>
                  </a:cubicBezTo>
                  <a:lnTo>
                    <a:pt x="384777" y="1130442"/>
                  </a:lnTo>
                  <a:cubicBezTo>
                    <a:pt x="345240" y="1130442"/>
                    <a:pt x="313190" y="1162493"/>
                    <a:pt x="313190" y="1202030"/>
                  </a:cubicBezTo>
                  <a:lnTo>
                    <a:pt x="313190" y="1386111"/>
                  </a:lnTo>
                  <a:cubicBezTo>
                    <a:pt x="313190" y="1425648"/>
                    <a:pt x="345240" y="1457698"/>
                    <a:pt x="384777" y="1457698"/>
                  </a:cubicBezTo>
                  <a:lnTo>
                    <a:pt x="568858" y="1457698"/>
                  </a:lnTo>
                  <a:cubicBezTo>
                    <a:pt x="608395" y="1457698"/>
                    <a:pt x="640446" y="1425648"/>
                    <a:pt x="640446" y="1386111"/>
                  </a:cubicBezTo>
                  <a:lnTo>
                    <a:pt x="640446" y="1270329"/>
                  </a:lnTo>
                  <a:cubicBezTo>
                    <a:pt x="640446" y="1230792"/>
                    <a:pt x="672497" y="1198742"/>
                    <a:pt x="712033" y="1198742"/>
                  </a:cubicBezTo>
                  <a:lnTo>
                    <a:pt x="1109701" y="1198742"/>
                  </a:lnTo>
                  <a:cubicBezTo>
                    <a:pt x="1128686" y="1198742"/>
                    <a:pt x="1146895" y="1191199"/>
                    <a:pt x="1160320" y="1177774"/>
                  </a:cubicBezTo>
                  <a:cubicBezTo>
                    <a:pt x="1173745" y="1164349"/>
                    <a:pt x="1181287" y="1146141"/>
                    <a:pt x="1181287" y="1127155"/>
                  </a:cubicBezTo>
                  <a:lnTo>
                    <a:pt x="1181287" y="654050"/>
                  </a:lnTo>
                  <a:cubicBezTo>
                    <a:pt x="1181287" y="635064"/>
                    <a:pt x="1173745" y="616855"/>
                    <a:pt x="1160320" y="603430"/>
                  </a:cubicBezTo>
                  <a:cubicBezTo>
                    <a:pt x="1146895" y="590005"/>
                    <a:pt x="1128687" y="582463"/>
                    <a:pt x="1109701" y="582463"/>
                  </a:cubicBezTo>
                  <a:close/>
                </a:path>
              </a:pathLst>
            </a:custGeom>
            <a:blipFill>
              <a:blip r:embed="rId3"/>
              <a:stretch>
                <a:fillRect l="0" t="-10723" r="0" b="-1072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57772" y="4736473"/>
            <a:ext cx="4646301" cy="3329255"/>
            <a:chOff x="0" y="0"/>
            <a:chExt cx="1981376" cy="1419733"/>
          </a:xfrm>
        </p:grpSpPr>
        <p:sp>
          <p:nvSpPr>
            <p:cNvPr name="{{image_8}}" id="9" descr="{{image_8}}"/>
            <p:cNvSpPr/>
            <p:nvPr/>
          </p:nvSpPr>
          <p:spPr>
            <a:xfrm flipH="false" flipV="false" rot="0">
              <a:off x="0" y="0"/>
              <a:ext cx="1981376" cy="1419733"/>
            </a:xfrm>
            <a:custGeom>
              <a:avLst/>
              <a:gdLst/>
              <a:ahLst/>
              <a:cxnLst/>
              <a:rect r="r" b="b" t="t" l="l"/>
              <a:pathLst>
                <a:path h="1419733" w="1981376">
                  <a:moveTo>
                    <a:pt x="465531" y="1419733"/>
                  </a:moveTo>
                  <a:lnTo>
                    <a:pt x="1852708" y="1419733"/>
                  </a:lnTo>
                  <a:cubicBezTo>
                    <a:pt x="1923769" y="1419732"/>
                    <a:pt x="1981375" y="1362126"/>
                    <a:pt x="1981376" y="1291065"/>
                  </a:cubicBezTo>
                  <a:lnTo>
                    <a:pt x="1981376" y="584899"/>
                  </a:lnTo>
                  <a:cubicBezTo>
                    <a:pt x="1981376" y="513837"/>
                    <a:pt x="1923770" y="456231"/>
                    <a:pt x="1852708" y="456231"/>
                  </a:cubicBezTo>
                  <a:lnTo>
                    <a:pt x="864274" y="456231"/>
                  </a:lnTo>
                  <a:cubicBezTo>
                    <a:pt x="830150" y="456231"/>
                    <a:pt x="797423" y="442675"/>
                    <a:pt x="773293" y="418545"/>
                  </a:cubicBezTo>
                  <a:cubicBezTo>
                    <a:pt x="749163" y="394415"/>
                    <a:pt x="735607" y="361688"/>
                    <a:pt x="735607" y="327563"/>
                  </a:cubicBezTo>
                  <a:lnTo>
                    <a:pt x="735607" y="128668"/>
                  </a:lnTo>
                  <a:cubicBezTo>
                    <a:pt x="735607" y="57606"/>
                    <a:pt x="678000" y="0"/>
                    <a:pt x="606939" y="0"/>
                  </a:cubicBezTo>
                  <a:lnTo>
                    <a:pt x="128668" y="0"/>
                  </a:lnTo>
                  <a:cubicBezTo>
                    <a:pt x="57606" y="0"/>
                    <a:pt x="0" y="57606"/>
                    <a:pt x="0" y="128668"/>
                  </a:cubicBezTo>
                  <a:lnTo>
                    <a:pt x="0" y="914494"/>
                  </a:lnTo>
                  <a:cubicBezTo>
                    <a:pt x="-1" y="946146"/>
                    <a:pt x="11664" y="976687"/>
                    <a:pt x="32766" y="1000279"/>
                  </a:cubicBezTo>
                  <a:lnTo>
                    <a:pt x="369633" y="1376850"/>
                  </a:lnTo>
                  <a:cubicBezTo>
                    <a:pt x="394042" y="1404137"/>
                    <a:pt x="428920" y="1419733"/>
                    <a:pt x="465531" y="1419733"/>
                  </a:cubicBezTo>
                  <a:close/>
                </a:path>
              </a:pathLst>
            </a:custGeom>
            <a:blipFill>
              <a:blip r:embed="rId4"/>
              <a:stretch>
                <a:fillRect l="-3774" t="0" r="-377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79747" y="2213264"/>
            <a:ext cx="4431786" cy="4427787"/>
            <a:chOff x="0" y="0"/>
            <a:chExt cx="1396176" cy="1394916"/>
          </a:xfrm>
        </p:grpSpPr>
        <p:sp>
          <p:nvSpPr>
            <p:cNvPr name="{{image_9}}" id="11" descr="{{image_9}}"/>
            <p:cNvSpPr/>
            <p:nvPr/>
          </p:nvSpPr>
          <p:spPr>
            <a:xfrm flipH="false" flipV="false" rot="0">
              <a:off x="0" y="0"/>
              <a:ext cx="1396176" cy="1394916"/>
            </a:xfrm>
            <a:custGeom>
              <a:avLst/>
              <a:gdLst/>
              <a:ahLst/>
              <a:cxnLst/>
              <a:rect r="r" b="b" t="t" l="l"/>
              <a:pathLst>
                <a:path h="1394916" w="1396176">
                  <a:moveTo>
                    <a:pt x="961432" y="733104"/>
                  </a:moveTo>
                  <a:lnTo>
                    <a:pt x="961432" y="160633"/>
                  </a:lnTo>
                  <a:cubicBezTo>
                    <a:pt x="961432" y="71918"/>
                    <a:pt x="889514" y="0"/>
                    <a:pt x="800799" y="0"/>
                  </a:cubicBezTo>
                  <a:lnTo>
                    <a:pt x="160633" y="0"/>
                  </a:lnTo>
                  <a:cubicBezTo>
                    <a:pt x="71918" y="1"/>
                    <a:pt x="1" y="71918"/>
                    <a:pt x="0" y="160633"/>
                  </a:cubicBezTo>
                  <a:lnTo>
                    <a:pt x="0" y="800797"/>
                  </a:lnTo>
                  <a:cubicBezTo>
                    <a:pt x="1" y="889512"/>
                    <a:pt x="71918" y="961430"/>
                    <a:pt x="160633" y="961431"/>
                  </a:cubicBezTo>
                  <a:lnTo>
                    <a:pt x="734364" y="961431"/>
                  </a:lnTo>
                  <a:cubicBezTo>
                    <a:pt x="823079" y="961431"/>
                    <a:pt x="894997" y="1033349"/>
                    <a:pt x="894997" y="1122064"/>
                  </a:cubicBezTo>
                  <a:lnTo>
                    <a:pt x="894997" y="1234283"/>
                  </a:lnTo>
                  <a:cubicBezTo>
                    <a:pt x="894997" y="1322995"/>
                    <a:pt x="966911" y="1394912"/>
                    <a:pt x="1055624" y="1394916"/>
                  </a:cubicBezTo>
                  <a:lnTo>
                    <a:pt x="1235542" y="1394916"/>
                  </a:lnTo>
                  <a:cubicBezTo>
                    <a:pt x="1324257" y="1394915"/>
                    <a:pt x="1396175" y="1322998"/>
                    <a:pt x="1396176" y="1234283"/>
                  </a:cubicBezTo>
                  <a:lnTo>
                    <a:pt x="1396176" y="1054371"/>
                  </a:lnTo>
                  <a:cubicBezTo>
                    <a:pt x="1396176" y="965655"/>
                    <a:pt x="1324258" y="893737"/>
                    <a:pt x="1235542" y="893737"/>
                  </a:cubicBezTo>
                  <a:lnTo>
                    <a:pt x="1122065" y="893737"/>
                  </a:lnTo>
                  <a:cubicBezTo>
                    <a:pt x="1033350" y="893737"/>
                    <a:pt x="961432" y="821819"/>
                    <a:pt x="961432" y="733104"/>
                  </a:cubicBezTo>
                  <a:close/>
                </a:path>
              </a:pathLst>
            </a:custGeom>
            <a:blipFill>
              <a:blip r:embed="rId5"/>
              <a:stretch>
                <a:fillRect l="-42772" t="-39350" r="0" b="-7513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2706824"/>
            <a:ext cx="11008077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{{s14_title}}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150142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{{s14_text_1}}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82610" y="6150142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520315"/>
            <a:ext cx="5851492" cy="6737985"/>
            <a:chOff x="0" y="0"/>
            <a:chExt cx="1934557" cy="2227640"/>
          </a:xfrm>
        </p:grpSpPr>
        <p:sp>
          <p:nvSpPr>
            <p:cNvPr name="{{image_10}}" id="7" descr="{{image_10}}"/>
            <p:cNvSpPr/>
            <p:nvPr/>
          </p:nvSpPr>
          <p:spPr>
            <a:xfrm flipH="false" flipV="false" rot="0">
              <a:off x="0" y="0"/>
              <a:ext cx="1934558" cy="2227640"/>
            </a:xfrm>
            <a:custGeom>
              <a:avLst/>
              <a:gdLst/>
              <a:ahLst/>
              <a:cxnLst/>
              <a:rect r="r" b="b" t="t" l="l"/>
              <a:pathLst>
                <a:path h="2227640" w="1934558">
                  <a:moveTo>
                    <a:pt x="1833071" y="0"/>
                  </a:moveTo>
                  <a:lnTo>
                    <a:pt x="993437" y="0"/>
                  </a:lnTo>
                  <a:cubicBezTo>
                    <a:pt x="937388" y="0"/>
                    <a:pt x="891952" y="45437"/>
                    <a:pt x="891952" y="101486"/>
                  </a:cubicBezTo>
                  <a:lnTo>
                    <a:pt x="891952" y="494266"/>
                  </a:lnTo>
                  <a:cubicBezTo>
                    <a:pt x="891952" y="521182"/>
                    <a:pt x="881260" y="546996"/>
                    <a:pt x="862228" y="566028"/>
                  </a:cubicBezTo>
                  <a:cubicBezTo>
                    <a:pt x="843195" y="585061"/>
                    <a:pt x="817382" y="595753"/>
                    <a:pt x="790466" y="595753"/>
                  </a:cubicBezTo>
                  <a:lnTo>
                    <a:pt x="101486" y="595753"/>
                  </a:lnTo>
                  <a:cubicBezTo>
                    <a:pt x="74570" y="595753"/>
                    <a:pt x="48757" y="606445"/>
                    <a:pt x="29724" y="625478"/>
                  </a:cubicBezTo>
                  <a:cubicBezTo>
                    <a:pt x="10692" y="644510"/>
                    <a:pt x="0" y="670323"/>
                    <a:pt x="0" y="697239"/>
                  </a:cubicBezTo>
                  <a:lnTo>
                    <a:pt x="0" y="2126154"/>
                  </a:lnTo>
                  <a:cubicBezTo>
                    <a:pt x="0" y="2182203"/>
                    <a:pt x="45437" y="2227640"/>
                    <a:pt x="101486" y="2227640"/>
                  </a:cubicBezTo>
                  <a:lnTo>
                    <a:pt x="1321998" y="2227640"/>
                  </a:lnTo>
                  <a:cubicBezTo>
                    <a:pt x="1378047" y="2227640"/>
                    <a:pt x="1423484" y="2182203"/>
                    <a:pt x="1423484" y="2126154"/>
                  </a:cubicBezTo>
                  <a:lnTo>
                    <a:pt x="1423484" y="986605"/>
                  </a:lnTo>
                  <a:cubicBezTo>
                    <a:pt x="1423484" y="959689"/>
                    <a:pt x="1434176" y="933875"/>
                    <a:pt x="1453208" y="914843"/>
                  </a:cubicBezTo>
                  <a:cubicBezTo>
                    <a:pt x="1472241" y="895811"/>
                    <a:pt x="1498055" y="885119"/>
                    <a:pt x="1524971" y="885119"/>
                  </a:cubicBezTo>
                  <a:lnTo>
                    <a:pt x="1833073" y="885119"/>
                  </a:lnTo>
                  <a:cubicBezTo>
                    <a:pt x="1859989" y="885119"/>
                    <a:pt x="1885802" y="874426"/>
                    <a:pt x="1904834" y="855394"/>
                  </a:cubicBezTo>
                  <a:cubicBezTo>
                    <a:pt x="1923866" y="836361"/>
                    <a:pt x="1934559" y="810548"/>
                    <a:pt x="1934558" y="783632"/>
                  </a:cubicBezTo>
                  <a:lnTo>
                    <a:pt x="1934558" y="101486"/>
                  </a:lnTo>
                  <a:cubicBezTo>
                    <a:pt x="1934558" y="74570"/>
                    <a:pt x="1923866" y="48756"/>
                    <a:pt x="1904833" y="29724"/>
                  </a:cubicBezTo>
                  <a:cubicBezTo>
                    <a:pt x="1885801" y="10692"/>
                    <a:pt x="1859987" y="0"/>
                    <a:pt x="183307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5173" r="0" b="-1517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469507" y="5473926"/>
            <a:ext cx="6160979" cy="5246370"/>
            <a:chOff x="0" y="0"/>
            <a:chExt cx="1460623" cy="1243791"/>
          </a:xfrm>
        </p:grpSpPr>
        <p:sp>
          <p:nvSpPr>
            <p:cNvPr name="{{image_11}}" id="9" descr="{{image_11}}"/>
            <p:cNvSpPr/>
            <p:nvPr/>
          </p:nvSpPr>
          <p:spPr>
            <a:xfrm flipH="false" flipV="false" rot="0">
              <a:off x="0" y="0"/>
              <a:ext cx="1460627" cy="1243791"/>
            </a:xfrm>
            <a:custGeom>
              <a:avLst/>
              <a:gdLst/>
              <a:ahLst/>
              <a:cxnLst/>
              <a:rect r="r" b="b" t="t" l="l"/>
              <a:pathLst>
                <a:path h="1243791" w="1460627">
                  <a:moveTo>
                    <a:pt x="1046362" y="38122"/>
                  </a:moveTo>
                  <a:cubicBezTo>
                    <a:pt x="1024662" y="13865"/>
                    <a:pt x="993657" y="0"/>
                    <a:pt x="961111" y="0"/>
                  </a:cubicBezTo>
                  <a:lnTo>
                    <a:pt x="114385" y="0"/>
                  </a:lnTo>
                  <a:cubicBezTo>
                    <a:pt x="51213" y="1"/>
                    <a:pt x="1" y="51211"/>
                    <a:pt x="0" y="114384"/>
                  </a:cubicBezTo>
                  <a:lnTo>
                    <a:pt x="0" y="501214"/>
                  </a:lnTo>
                  <a:lnTo>
                    <a:pt x="0" y="795306"/>
                  </a:lnTo>
                  <a:cubicBezTo>
                    <a:pt x="0" y="858478"/>
                    <a:pt x="51211" y="909690"/>
                    <a:pt x="114384" y="909690"/>
                  </a:cubicBezTo>
                  <a:lnTo>
                    <a:pt x="587586" y="909690"/>
                  </a:lnTo>
                  <a:cubicBezTo>
                    <a:pt x="620132" y="909690"/>
                    <a:pt x="651138" y="923554"/>
                    <a:pt x="672837" y="947811"/>
                  </a:cubicBezTo>
                  <a:lnTo>
                    <a:pt x="903501" y="1205669"/>
                  </a:lnTo>
                  <a:cubicBezTo>
                    <a:pt x="925201" y="1229927"/>
                    <a:pt x="956207" y="1243791"/>
                    <a:pt x="988753" y="1243791"/>
                  </a:cubicBezTo>
                  <a:lnTo>
                    <a:pt x="1346239" y="1243791"/>
                  </a:lnTo>
                  <a:cubicBezTo>
                    <a:pt x="1376576" y="1243792"/>
                    <a:pt x="1405670" y="1231742"/>
                    <a:pt x="1427122" y="1210291"/>
                  </a:cubicBezTo>
                  <a:cubicBezTo>
                    <a:pt x="1448574" y="1188841"/>
                    <a:pt x="1460626" y="1159748"/>
                    <a:pt x="1460627" y="1129411"/>
                  </a:cubicBezTo>
                  <a:lnTo>
                    <a:pt x="1460627" y="562247"/>
                  </a:lnTo>
                  <a:cubicBezTo>
                    <a:pt x="1460627" y="522943"/>
                    <a:pt x="1446140" y="485019"/>
                    <a:pt x="1419935" y="455726"/>
                  </a:cubicBezTo>
                  <a:close/>
                </a:path>
              </a:pathLst>
            </a:custGeom>
            <a:blipFill>
              <a:blip r:embed="rId4"/>
              <a:stretch>
                <a:fillRect l="0" t="-38075" r="0" b="-3807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074324" y="6003608"/>
            <a:ext cx="6924072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{{s15_title}}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55665" y="261747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{{s15_text_1}}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88606" y="2463165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{{s15_text_2}}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75547" y="2198370"/>
            <a:ext cx="5712894" cy="7059930"/>
            <a:chOff x="0" y="0"/>
            <a:chExt cx="1460623" cy="1805022"/>
          </a:xfrm>
        </p:grpSpPr>
        <p:sp>
          <p:nvSpPr>
            <p:cNvPr name="{{image_12}}" id="7" descr="{{image_12}}"/>
            <p:cNvSpPr/>
            <p:nvPr/>
          </p:nvSpPr>
          <p:spPr>
            <a:xfrm flipH="false" flipV="false" rot="0">
              <a:off x="0" y="0"/>
              <a:ext cx="1460627" cy="1805022"/>
            </a:xfrm>
            <a:custGeom>
              <a:avLst/>
              <a:gdLst/>
              <a:ahLst/>
              <a:cxnLst/>
              <a:rect r="r" b="b" t="t" l="l"/>
              <a:pathLst>
                <a:path h="1805022" w="1460627">
                  <a:moveTo>
                    <a:pt x="1460627" y="1189424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234766"/>
                  </a:lnTo>
                  <a:cubicBezTo>
                    <a:pt x="0" y="1279232"/>
                    <a:pt x="16390" y="1322137"/>
                    <a:pt x="46036" y="1355277"/>
                  </a:cubicBezTo>
                  <a:lnTo>
                    <a:pt x="414263" y="1766900"/>
                  </a:lnTo>
                  <a:cubicBezTo>
                    <a:pt x="435962" y="1791157"/>
                    <a:pt x="466967" y="1805022"/>
                    <a:pt x="499514" y="1805022"/>
                  </a:cubicBezTo>
                  <a:lnTo>
                    <a:pt x="944739" y="1805022"/>
                  </a:lnTo>
                  <a:cubicBezTo>
                    <a:pt x="975076" y="1805022"/>
                    <a:pt x="1004170" y="1792971"/>
                    <a:pt x="1025621" y="1771520"/>
                  </a:cubicBezTo>
                  <a:cubicBezTo>
                    <a:pt x="1047073" y="1750069"/>
                    <a:pt x="1059124" y="1720975"/>
                    <a:pt x="1059124" y="1690638"/>
                  </a:cubicBezTo>
                  <a:lnTo>
                    <a:pt x="1059124" y="1418193"/>
                  </a:lnTo>
                  <a:cubicBezTo>
                    <a:pt x="1059124" y="1355019"/>
                    <a:pt x="1110336" y="1303808"/>
                    <a:pt x="1173509" y="1303808"/>
                  </a:cubicBezTo>
                  <a:lnTo>
                    <a:pt x="1346241" y="1303808"/>
                  </a:lnTo>
                  <a:cubicBezTo>
                    <a:pt x="1376578" y="1303808"/>
                    <a:pt x="1405672" y="1291757"/>
                    <a:pt x="1427124" y="1270306"/>
                  </a:cubicBezTo>
                  <a:cubicBezTo>
                    <a:pt x="1448576" y="1248855"/>
                    <a:pt x="1460627" y="1219761"/>
                    <a:pt x="1460627" y="1189424"/>
                  </a:cubicBezTo>
                  <a:close/>
                </a:path>
              </a:pathLst>
            </a:custGeom>
            <a:blipFill>
              <a:blip r:embed="rId3"/>
              <a:stretch>
                <a:fillRect l="0" t="-10728" r="0" b="-1072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0" y="2312670"/>
            <a:ext cx="8115300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{{s16_title}}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673227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{{s16_text_1}}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97910" y="673227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{{s16_text_2}}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83819" y="2674412"/>
            <a:ext cx="7071845" cy="6583888"/>
            <a:chOff x="0" y="0"/>
            <a:chExt cx="6350000" cy="5911850"/>
          </a:xfrm>
        </p:grpSpPr>
        <p:sp>
          <p:nvSpPr>
            <p:cNvPr name="{{image_13}}" id="7" descr="{{image_13}}"/>
            <p:cNvSpPr/>
            <p:nvPr/>
          </p:nvSpPr>
          <p:spPr>
            <a:xfrm flipH="false" flipV="false" rot="0">
              <a:off x="302" y="0"/>
              <a:ext cx="6348428" cy="5911850"/>
            </a:xfrm>
            <a:custGeom>
              <a:avLst/>
              <a:gdLst/>
              <a:ahLst/>
              <a:cxnLst/>
              <a:rect r="r" b="b" t="t" l="l"/>
              <a:pathLst>
                <a:path h="5911850" w="6348428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3"/>
              <a:stretch>
                <a:fillRect l="-7443" t="0" r="-3206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674412"/>
            <a:ext cx="6412483" cy="4044360"/>
            <a:chOff x="0" y="0"/>
            <a:chExt cx="2175118" cy="1371850"/>
          </a:xfrm>
        </p:grpSpPr>
        <p:sp>
          <p:nvSpPr>
            <p:cNvPr name="{{image_14}}" id="9" descr="{{image_14}}"/>
            <p:cNvSpPr/>
            <p:nvPr/>
          </p:nvSpPr>
          <p:spPr>
            <a:xfrm flipH="false" flipV="false" rot="0">
              <a:off x="0" y="0"/>
              <a:ext cx="2175121" cy="1371850"/>
            </a:xfrm>
            <a:custGeom>
              <a:avLst/>
              <a:gdLst/>
              <a:ahLst/>
              <a:cxnLst/>
              <a:rect r="r" b="b" t="t" l="l"/>
              <a:pathLst>
                <a:path h="1371850" w="2175121">
                  <a:moveTo>
                    <a:pt x="43083" y="1005039"/>
                  </a:moveTo>
                  <a:lnTo>
                    <a:pt x="320782" y="1315471"/>
                  </a:lnTo>
                  <a:cubicBezTo>
                    <a:pt x="352873" y="1351345"/>
                    <a:pt x="398727" y="1371849"/>
                    <a:pt x="446860" y="1371850"/>
                  </a:cubicBezTo>
                  <a:lnTo>
                    <a:pt x="707718" y="1371850"/>
                  </a:lnTo>
                  <a:cubicBezTo>
                    <a:pt x="752583" y="1371850"/>
                    <a:pt x="795610" y="1354027"/>
                    <a:pt x="827335" y="1322303"/>
                  </a:cubicBezTo>
                  <a:cubicBezTo>
                    <a:pt x="859059" y="1290578"/>
                    <a:pt x="876882" y="1247551"/>
                    <a:pt x="876882" y="1202686"/>
                  </a:cubicBezTo>
                  <a:lnTo>
                    <a:pt x="876882" y="1126039"/>
                  </a:lnTo>
                  <a:cubicBezTo>
                    <a:pt x="876882" y="1032612"/>
                    <a:pt x="952619" y="956875"/>
                    <a:pt x="1046046" y="956875"/>
                  </a:cubicBezTo>
                  <a:lnTo>
                    <a:pt x="2005957" y="956875"/>
                  </a:lnTo>
                  <a:cubicBezTo>
                    <a:pt x="2099383" y="956875"/>
                    <a:pt x="2175121" y="881137"/>
                    <a:pt x="2175121" y="787711"/>
                  </a:cubicBezTo>
                  <a:lnTo>
                    <a:pt x="2175121" y="169164"/>
                  </a:lnTo>
                  <a:cubicBezTo>
                    <a:pt x="2175121" y="124299"/>
                    <a:pt x="2157298" y="81271"/>
                    <a:pt x="2125574" y="49547"/>
                  </a:cubicBezTo>
                  <a:cubicBezTo>
                    <a:pt x="2093850" y="17823"/>
                    <a:pt x="2050822" y="0"/>
                    <a:pt x="2005957" y="0"/>
                  </a:cubicBezTo>
                  <a:lnTo>
                    <a:pt x="169164" y="0"/>
                  </a:lnTo>
                  <a:cubicBezTo>
                    <a:pt x="75737" y="0"/>
                    <a:pt x="0" y="75737"/>
                    <a:pt x="0" y="169164"/>
                  </a:cubicBezTo>
                  <a:lnTo>
                    <a:pt x="0" y="892256"/>
                  </a:lnTo>
                  <a:cubicBezTo>
                    <a:pt x="0" y="933870"/>
                    <a:pt x="15339" y="974024"/>
                    <a:pt x="43083" y="1005039"/>
                  </a:cubicBezTo>
                  <a:close/>
                </a:path>
              </a:pathLst>
            </a:custGeom>
            <a:blipFill>
              <a:blip r:embed="rId4"/>
              <a:stretch>
                <a:fillRect l="0" t="-2818" r="0" b="-281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1721" y="7310275"/>
            <a:ext cx="6616719" cy="14001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{{s17_title}}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74157" y="6184420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{{s17_text_1}}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93462" y="2617262"/>
            <a:ext cx="3361390" cy="25260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{{s17_text_2}}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6079019"/>
            <a:ext cx="6209469" cy="2940369"/>
            <a:chOff x="0" y="0"/>
            <a:chExt cx="1818804" cy="861258"/>
          </a:xfrm>
        </p:grpSpPr>
        <p:sp>
          <p:nvSpPr>
            <p:cNvPr name="{{image_15}}" id="7" descr="{{image_15}}"/>
            <p:cNvSpPr/>
            <p:nvPr/>
          </p:nvSpPr>
          <p:spPr>
            <a:xfrm flipH="false" flipV="false" rot="0">
              <a:off x="0" y="0"/>
              <a:ext cx="1818807" cy="861258"/>
            </a:xfrm>
            <a:custGeom>
              <a:avLst/>
              <a:gdLst/>
              <a:ahLst/>
              <a:cxnLst/>
              <a:rect r="r" b="b" t="t" l="l"/>
              <a:pathLst>
                <a:path h="861258" w="1818807">
                  <a:moveTo>
                    <a:pt x="1471848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670391" y="861258"/>
                  </a:lnTo>
                  <a:cubicBezTo>
                    <a:pt x="1709753" y="861258"/>
                    <a:pt x="1747503" y="845622"/>
                    <a:pt x="1775337" y="817789"/>
                  </a:cubicBezTo>
                  <a:cubicBezTo>
                    <a:pt x="1803170" y="789956"/>
                    <a:pt x="1818807" y="752206"/>
                    <a:pt x="1818807" y="712843"/>
                  </a:cubicBezTo>
                  <a:lnTo>
                    <a:pt x="1818807" y="366141"/>
                  </a:lnTo>
                  <a:cubicBezTo>
                    <a:pt x="1818807" y="329143"/>
                    <a:pt x="1804988" y="293478"/>
                    <a:pt x="1780058" y="266140"/>
                  </a:cubicBezTo>
                  <a:lnTo>
                    <a:pt x="1581515" y="48414"/>
                  </a:lnTo>
                  <a:cubicBezTo>
                    <a:pt x="1553393" y="17574"/>
                    <a:pt x="1513585" y="0"/>
                    <a:pt x="147184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0698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3144069"/>
            <a:ext cx="6469043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{{s18_title}}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95254" y="3795683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{{s18_text_1}}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95254" y="2972619"/>
            <a:ext cx="3298350" cy="6400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{{s18_label_1}}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44444" y="3795683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{{s18_text_2}}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4444" y="2972619"/>
            <a:ext cx="3514856" cy="6400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{{s18_label_2}}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95254" y="7201927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{{s18_text_3}}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95254" y="6378863"/>
            <a:ext cx="3700433" cy="6400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{{s18_label_3}}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44444" y="7201927"/>
            <a:ext cx="3298350" cy="12687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{{s18_text_4}}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44444" y="6378863"/>
            <a:ext cx="3298350" cy="6400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>{{s18_label_4}}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38169" y="2251323"/>
            <a:ext cx="10021131" cy="7006977"/>
            <a:chOff x="0" y="0"/>
            <a:chExt cx="3212695" cy="22463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12695" cy="2246381"/>
            </a:xfrm>
            <a:custGeom>
              <a:avLst/>
              <a:gdLst/>
              <a:ahLst/>
              <a:cxnLst/>
              <a:rect r="r" b="b" t="t" l="l"/>
              <a:pathLst>
                <a:path h="2246381" w="3212695">
                  <a:moveTo>
                    <a:pt x="1417010" y="296700"/>
                  </a:moveTo>
                  <a:lnTo>
                    <a:pt x="1417010" y="140123"/>
                  </a:lnTo>
                  <a:cubicBezTo>
                    <a:pt x="1417010" y="62736"/>
                    <a:pt x="1354276" y="1"/>
                    <a:pt x="1276888" y="0"/>
                  </a:cubicBezTo>
                  <a:lnTo>
                    <a:pt x="140123" y="0"/>
                  </a:lnTo>
                  <a:cubicBezTo>
                    <a:pt x="62735" y="0"/>
                    <a:pt x="0" y="62735"/>
                    <a:pt x="0" y="140123"/>
                  </a:cubicBezTo>
                  <a:lnTo>
                    <a:pt x="0" y="488772"/>
                  </a:lnTo>
                  <a:cubicBezTo>
                    <a:pt x="0" y="525935"/>
                    <a:pt x="14763" y="561576"/>
                    <a:pt x="41041" y="587854"/>
                  </a:cubicBezTo>
                  <a:cubicBezTo>
                    <a:pt x="67319" y="614132"/>
                    <a:pt x="102960" y="628894"/>
                    <a:pt x="140123" y="628894"/>
                  </a:cubicBezTo>
                  <a:lnTo>
                    <a:pt x="712216" y="628894"/>
                  </a:lnTo>
                  <a:cubicBezTo>
                    <a:pt x="789603" y="628895"/>
                    <a:pt x="852337" y="691630"/>
                    <a:pt x="852336" y="769017"/>
                  </a:cubicBezTo>
                  <a:lnTo>
                    <a:pt x="852336" y="2106258"/>
                  </a:lnTo>
                  <a:cubicBezTo>
                    <a:pt x="852336" y="2143421"/>
                    <a:pt x="867099" y="2179062"/>
                    <a:pt x="893377" y="2205340"/>
                  </a:cubicBezTo>
                  <a:cubicBezTo>
                    <a:pt x="919656" y="2231618"/>
                    <a:pt x="955296" y="2246381"/>
                    <a:pt x="992459" y="2246381"/>
                  </a:cubicBezTo>
                  <a:lnTo>
                    <a:pt x="3072574" y="2246381"/>
                  </a:lnTo>
                  <a:cubicBezTo>
                    <a:pt x="3109736" y="2246381"/>
                    <a:pt x="3145377" y="2231618"/>
                    <a:pt x="3171655" y="2205340"/>
                  </a:cubicBezTo>
                  <a:cubicBezTo>
                    <a:pt x="3197933" y="2179062"/>
                    <a:pt x="3212696" y="2143421"/>
                    <a:pt x="3212695" y="2106258"/>
                  </a:cubicBezTo>
                  <a:lnTo>
                    <a:pt x="3212695" y="576944"/>
                  </a:lnTo>
                  <a:cubicBezTo>
                    <a:pt x="3212695" y="499557"/>
                    <a:pt x="3149961" y="436823"/>
                    <a:pt x="3072574" y="436823"/>
                  </a:cubicBezTo>
                  <a:lnTo>
                    <a:pt x="1557133" y="436823"/>
                  </a:lnTo>
                  <a:cubicBezTo>
                    <a:pt x="1519970" y="436823"/>
                    <a:pt x="1484329" y="422060"/>
                    <a:pt x="1458051" y="395782"/>
                  </a:cubicBezTo>
                  <a:cubicBezTo>
                    <a:pt x="1431773" y="369504"/>
                    <a:pt x="1417010" y="333863"/>
                    <a:pt x="1417010" y="296700"/>
                  </a:cubicBezTo>
                  <a:close/>
                </a:path>
              </a:pathLst>
            </a:custGeom>
            <a:blipFill>
              <a:blip r:embed="rId3"/>
              <a:stretch>
                <a:fillRect l="-4948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6496050"/>
            <a:ext cx="9083357" cy="276225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0799"/>
              </a:lnSpc>
            </a:pPr>
            <a:r>
              <a:rPr lang="en-US" sz="72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{{adabiyotlar}}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36839"/>
            <a:ext cx="4753910" cy="315468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{{adabiyotlar_ro_yxati}}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94173"/>
            <a:ext cx="6053826" cy="3917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6DC2F3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844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/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983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48181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7050" y="856298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99289" y="3540582"/>
            <a:ext cx="11089422" cy="2548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9589"/>
              </a:lnSpc>
            </a:pPr>
            <a:r>
              <a:rPr lang="en-US" sz="100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0977DD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Anton"/>
                <a:ea typeface="Anton"/>
                <a:cs typeface="Anton"/>
                <a:sym typeface="Anton"/>
              </a:rPr>
              <a:t>{{yakun}}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223534" y="554770"/>
            <a:ext cx="20735067" cy="947860"/>
            <a:chOff x="0" y="0"/>
            <a:chExt cx="5461088" cy="2496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61088" cy="249642"/>
            </a:xfrm>
            <a:custGeom>
              <a:avLst/>
              <a:gdLst/>
              <a:ahLst/>
              <a:cxnLst/>
              <a:rect r="r" b="b" t="t" l="l"/>
              <a:pathLst>
                <a:path h="249642" w="5461088">
                  <a:moveTo>
                    <a:pt x="0" y="0"/>
                  </a:moveTo>
                  <a:lnTo>
                    <a:pt x="5461088" y="0"/>
                  </a:lnTo>
                  <a:lnTo>
                    <a:pt x="5461088" y="249642"/>
                  </a:lnTo>
                  <a:lnTo>
                    <a:pt x="0" y="249642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461088" cy="3067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23112" y="6089165"/>
            <a:ext cx="9241776" cy="2132243"/>
            <a:chOff x="0" y="0"/>
            <a:chExt cx="2434048" cy="5615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4048" cy="561578"/>
            </a:xfrm>
            <a:custGeom>
              <a:avLst/>
              <a:gdLst/>
              <a:ahLst/>
              <a:cxnLst/>
              <a:rect r="r" b="b" t="t" l="l"/>
              <a:pathLst>
                <a:path h="561578" w="2434048">
                  <a:moveTo>
                    <a:pt x="0" y="0"/>
                  </a:moveTo>
                  <a:lnTo>
                    <a:pt x="2434048" y="0"/>
                  </a:lnTo>
                  <a:lnTo>
                    <a:pt x="2434048" y="561578"/>
                  </a:lnTo>
                  <a:lnTo>
                    <a:pt x="0" y="561578"/>
                  </a:lnTo>
                  <a:close/>
                </a:path>
              </a:pathLst>
            </a:custGeom>
            <a:gradFill rotWithShape="true">
              <a:gsLst>
                <a:gs pos="0">
                  <a:srgbClr val="0977DD">
                    <a:alpha val="100000"/>
                  </a:srgbClr>
                </a:gs>
                <a:gs pos="100000">
                  <a:srgbClr val="031F39">
                    <a:alpha val="565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434048" cy="618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830159" y="6311788"/>
            <a:ext cx="350461" cy="350461"/>
          </a:xfrm>
          <a:custGeom>
            <a:avLst/>
            <a:gdLst/>
            <a:ahLst/>
            <a:cxnLst/>
            <a:rect r="r" b="b" t="t" l="l"/>
            <a:pathLst>
              <a:path h="350461" w="350461">
                <a:moveTo>
                  <a:pt x="0" y="0"/>
                </a:moveTo>
                <a:lnTo>
                  <a:pt x="350461" y="0"/>
                </a:lnTo>
                <a:lnTo>
                  <a:pt x="350461" y="350461"/>
                </a:lnTo>
                <a:lnTo>
                  <a:pt x="0" y="350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830159" y="6978399"/>
            <a:ext cx="350461" cy="350461"/>
          </a:xfrm>
          <a:custGeom>
            <a:avLst/>
            <a:gdLst/>
            <a:ahLst/>
            <a:cxnLst/>
            <a:rect r="r" b="b" t="t" l="l"/>
            <a:pathLst>
              <a:path h="350461" w="350461">
                <a:moveTo>
                  <a:pt x="0" y="0"/>
                </a:moveTo>
                <a:lnTo>
                  <a:pt x="350461" y="0"/>
                </a:lnTo>
                <a:lnTo>
                  <a:pt x="350461" y="350461"/>
                </a:lnTo>
                <a:lnTo>
                  <a:pt x="0" y="3504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830159" y="7660419"/>
            <a:ext cx="350461" cy="350461"/>
          </a:xfrm>
          <a:custGeom>
            <a:avLst/>
            <a:gdLst/>
            <a:ahLst/>
            <a:cxnLst/>
            <a:rect r="r" b="b" t="t" l="l"/>
            <a:pathLst>
              <a:path h="350461" w="350461">
                <a:moveTo>
                  <a:pt x="0" y="0"/>
                </a:moveTo>
                <a:lnTo>
                  <a:pt x="350461" y="0"/>
                </a:lnTo>
                <a:lnTo>
                  <a:pt x="350461" y="350461"/>
                </a:lnTo>
                <a:lnTo>
                  <a:pt x="0" y="3504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347988" y="2302332"/>
            <a:ext cx="2681445" cy="2057400"/>
          </a:xfrm>
          <a:custGeom>
            <a:avLst/>
            <a:gdLst/>
            <a:ahLst/>
            <a:cxnLst/>
            <a:rect r="r" b="b" t="t" l="l"/>
            <a:pathLst>
              <a:path h="2057400" w="2681445">
                <a:moveTo>
                  <a:pt x="0" y="0"/>
                </a:moveTo>
                <a:lnTo>
                  <a:pt x="2681446" y="0"/>
                </a:lnTo>
                <a:lnTo>
                  <a:pt x="268144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688441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{{muallif}}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49831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48181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27050" y="856297"/>
            <a:ext cx="2911119" cy="33972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80620" y="6230449"/>
            <a:ext cx="2572814" cy="4318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80620" y="6921249"/>
            <a:ext cx="3869211" cy="4318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80620" y="7591174"/>
            <a:ext cx="4103364" cy="43180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DAHXZJU3W-k</dc:identifier>
  <dcterms:modified xsi:type="dcterms:W3CDTF">2011-08-01T06:04:30Z</dcterms:modified>
  <cp:revision>1</cp:revision>
  <dc:title>Blue Dynamic Cyber Security Presentation</dc:title>
</cp:coreProperties>
</file>