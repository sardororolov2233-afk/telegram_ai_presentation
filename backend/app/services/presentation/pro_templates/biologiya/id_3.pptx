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Type="http://schemas.openxmlformats.org/package/2006/relationships/metadata/core-properties" Target="/docProps/core.xml" Id="Rc373436c6888476a"/><Relationship Type="http://schemas.openxmlformats.org/officeDocument/2006/relationships/extended-properties" Target="/docProps/app.xml" Id="R4d261a3350ca4c9b"/><Relationship Type="http://schemas.openxmlformats.org/officeDocument/2006/relationships/officeDocument" Target="/ppt/presentation.xml" Id="R45dd4165fad7457e"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b1238c24818547f4"/>
  </p:sldMasterIdLst>
  <p:notesMasterIdLst>
    <p:notesMasterId xmlns:r="http://schemas.openxmlformats.org/officeDocument/2006/relationships" r:id="R55e34c5a9e8b4f55"/>
  </p:notesMasterIdLst>
  <p:sldIdLst>
    <p:sldId xmlns:r="http://schemas.openxmlformats.org/officeDocument/2006/relationships" id="256" r:id="R7b5f94bbe10449b2"/>
    <p:sldId xmlns:r="http://schemas.openxmlformats.org/officeDocument/2006/relationships" id="258" r:id="R5ff5bb9a1b674761"/>
    <p:sldId xmlns:r="http://schemas.openxmlformats.org/officeDocument/2006/relationships" id="267" r:id="R620379d166e145d3"/>
    <p:sldId xmlns:r="http://schemas.openxmlformats.org/officeDocument/2006/relationships" id="263" r:id="R8eab51c4beaf4750"/>
    <p:sldId xmlns:r="http://schemas.openxmlformats.org/officeDocument/2006/relationships" id="273" r:id="R73edd940a09c463e"/>
    <p:sldId xmlns:r="http://schemas.openxmlformats.org/officeDocument/2006/relationships" id="262" r:id="R39cd256dc27a4ee5"/>
    <p:sldId xmlns:r="http://schemas.openxmlformats.org/officeDocument/2006/relationships" id="272" r:id="R8dfe60fc860c4076"/>
    <p:sldId xmlns:r="http://schemas.openxmlformats.org/officeDocument/2006/relationships" id="261" r:id="Ref1a2070507d4e56"/>
    <p:sldId xmlns:r="http://schemas.openxmlformats.org/officeDocument/2006/relationships" id="271" r:id="R5ff40418a6a745b5"/>
    <p:sldId xmlns:r="http://schemas.openxmlformats.org/officeDocument/2006/relationships" id="260" r:id="Rdd35e62465324923"/>
    <p:sldId xmlns:r="http://schemas.openxmlformats.org/officeDocument/2006/relationships" id="270" r:id="R345ededc617f42d8"/>
    <p:sldId xmlns:r="http://schemas.openxmlformats.org/officeDocument/2006/relationships" id="257" r:id="R725183dff9754c49"/>
    <p:sldId xmlns:r="http://schemas.openxmlformats.org/officeDocument/2006/relationships" id="266" r:id="R06d84f6eb18f40fe"/>
    <p:sldId xmlns:r="http://schemas.openxmlformats.org/officeDocument/2006/relationships" id="269" r:id="R7112697627e2446b"/>
    <p:sldId xmlns:r="http://schemas.openxmlformats.org/officeDocument/2006/relationships" id="259" r:id="Rab8b1436efcd4725"/>
    <p:sldId xmlns:r="http://schemas.openxmlformats.org/officeDocument/2006/relationships" id="264" r:id="Rd2672b9407444cbc"/>
    <p:sldId xmlns:r="http://schemas.openxmlformats.org/officeDocument/2006/relationships" id="275" r:id="R17f3c96ded974b1b"/>
    <p:sldId xmlns:r="http://schemas.openxmlformats.org/officeDocument/2006/relationships" id="268" r:id="Re49be1a4d0024d72"/>
    <p:sldId xmlns:r="http://schemas.openxmlformats.org/officeDocument/2006/relationships" id="265" r:id="Rdb481fa4db7d478b"/>
    <p:sldId xmlns:r="http://schemas.openxmlformats.org/officeDocument/2006/relationships" id="274" r:id="R3372264b24f34175"/>
  </p:sldIdLst>
  <p:sldSz cx="18288000" cy="10287000"/>
  <p:notesSz cx="6858000" cy="9144000"/>
  <p:embeddedFontLst>
    <p:embeddedFont>
      <p:font typeface="Caladea Bold"/>
      <p:regular xmlns:r="http://schemas.openxmlformats.org/officeDocument/2006/relationships" r:id="Rf2d7db9c00f54336"/>
    </p:embeddedFont>
    <p:embeddedFont>
      <p:font typeface="Alef"/>
      <p:regular xmlns:r="http://schemas.openxmlformats.org/officeDocument/2006/relationships" r:id="R85068cc752cd41fc"/>
    </p:embeddedFont>
  </p:embeddedFontLst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Type="http://schemas.openxmlformats.org/officeDocument/2006/relationships/theme" Target="/ppt/theme/theme1.xml" Id="R1ff8044fc331411e"/><Relationship Type="http://schemas.openxmlformats.org/officeDocument/2006/relationships/slideMaster" Target="/ppt/slideMasters/slideMaster1.xml" Id="Rb1238c24818547f4"/><Relationship Type="http://schemas.openxmlformats.org/officeDocument/2006/relationships/notesMaster" Target="/ppt/notesMasters/notesMaster1.xml" Id="R55e34c5a9e8b4f55"/><Relationship Type="http://schemas.openxmlformats.org/officeDocument/2006/relationships/presProps" Target="/ppt/presProps.xml" Id="Rff8063f14a504278"/><Relationship Type="http://schemas.openxmlformats.org/officeDocument/2006/relationships/viewProps" Target="/ppt/viewProps.xml" Id="Ra8dda9ec144e4aec"/><Relationship Type="http://schemas.openxmlformats.org/officeDocument/2006/relationships/tableStyles" Target="/ppt/tableStyles.xml" Id="R23ec9df61b1241fd"/><Relationship Type="http://schemas.openxmlformats.org/officeDocument/2006/relationships/font" Target="/ppt/fonts/font.dat" Id="Rf2d7db9c00f54336"/><Relationship Type="http://schemas.openxmlformats.org/officeDocument/2006/relationships/font" Target="/ppt/fonts/font2.dat" Id="R85068cc752cd41fc"/><Relationship Type="http://schemas.openxmlformats.org/officeDocument/2006/relationships/slide" Target="/ppt/slides/slide1.xml" Id="R7b5f94bbe10449b2"/><Relationship Type="http://schemas.openxmlformats.org/officeDocument/2006/relationships/slide" Target="/ppt/slides/slide12.xml" Id="R725183dff9754c49"/><Relationship Type="http://schemas.openxmlformats.org/officeDocument/2006/relationships/slide" Target="/ppt/slides/slide2.xml" Id="R5ff5bb9a1b674761"/><Relationship Type="http://schemas.openxmlformats.org/officeDocument/2006/relationships/slide" Target="/ppt/slides/slide15.xml" Id="Rab8b1436efcd4725"/><Relationship Type="http://schemas.openxmlformats.org/officeDocument/2006/relationships/slide" Target="/ppt/slides/slide10.xml" Id="Rdd35e62465324923"/><Relationship Type="http://schemas.openxmlformats.org/officeDocument/2006/relationships/slide" Target="/ppt/slides/slide8.xml" Id="Ref1a2070507d4e56"/><Relationship Type="http://schemas.openxmlformats.org/officeDocument/2006/relationships/slide" Target="/ppt/slides/slide6.xml" Id="R39cd256dc27a4ee5"/><Relationship Type="http://schemas.openxmlformats.org/officeDocument/2006/relationships/slide" Target="/ppt/slides/slide4.xml" Id="R8eab51c4beaf4750"/><Relationship Type="http://schemas.openxmlformats.org/officeDocument/2006/relationships/slide" Target="/ppt/slides/slide16.xml" Id="Rd2672b9407444cbc"/><Relationship Type="http://schemas.openxmlformats.org/officeDocument/2006/relationships/slide" Target="/ppt/slides/slide19.xml" Id="Rdb481fa4db7d478b"/><Relationship Type="http://schemas.openxmlformats.org/officeDocument/2006/relationships/slide" Target="/ppt/slides/slide13.xml" Id="R06d84f6eb18f40fe"/><Relationship Type="http://schemas.openxmlformats.org/officeDocument/2006/relationships/slide" Target="/ppt/slides/slide3.xml" Id="R620379d166e145d3"/><Relationship Type="http://schemas.openxmlformats.org/officeDocument/2006/relationships/slide" Target="/ppt/slides/slide18.xml" Id="Re49be1a4d0024d72"/><Relationship Type="http://schemas.openxmlformats.org/officeDocument/2006/relationships/slide" Target="/ppt/slides/slide14.xml" Id="R7112697627e2446b"/><Relationship Type="http://schemas.openxmlformats.org/officeDocument/2006/relationships/slide" Target="/ppt/slides/slide11.xml" Id="R345ededc617f42d8"/><Relationship Type="http://schemas.openxmlformats.org/officeDocument/2006/relationships/slide" Target="/ppt/slides/slide9.xml" Id="R5ff40418a6a745b5"/><Relationship Type="http://schemas.openxmlformats.org/officeDocument/2006/relationships/slide" Target="/ppt/slides/slide7.xml" Id="R8dfe60fc860c4076"/><Relationship Type="http://schemas.openxmlformats.org/officeDocument/2006/relationships/slide" Target="/ppt/slides/slide5.xml" Id="R73edd940a09c463e"/><Relationship Type="http://schemas.openxmlformats.org/officeDocument/2006/relationships/slide" Target="/ppt/slides/slide20.xml" Id="R3372264b24f34175"/><Relationship Type="http://schemas.openxmlformats.org/officeDocument/2006/relationships/slide" Target="/ppt/slides/slide17.xml" Id="R17f3c96ded974b1b"/></Relationships>
</file>

<file path=ppt/notesMasters/_rels/notesMaster1.xml.rels><?xml version='1.0' encoding='UTF-8' standalone='yes'?>
<Relationships xmlns="http://schemas.openxmlformats.org/package/2006/relationships"><Relationship Type="http://schemas.openxmlformats.org/officeDocument/2006/relationships/theme" Target="/ppt/notesMasters/theme/theme3.xml" Id="Rec17642106984c2a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Type="http://schemas.openxmlformats.org/officeDocument/2006/relationships/slide" Target="/ppt/slides/slide1.xml" Id="R6c76f22d503a4e22"/><Relationship Type="http://schemas.openxmlformats.org/officeDocument/2006/relationships/notesMaster" Target="/ppt/notesMasters/notesMaster1.xml" Id="R16bfceff31834ddd"/></Relationships>
</file>

<file path=ppt/notesSlides/_rels/notesSlide2.xml.rels><?xml version='1.0' encoding='UTF-8' standalone='yes'?>
<Relationships xmlns="http://schemas.openxmlformats.org/package/2006/relationships"><Relationship Type="http://schemas.openxmlformats.org/officeDocument/2006/relationships/slide" Target="/ppt/slides/slide12.xml" Id="Ra3b25ed746cc48fa"/><Relationship Type="http://schemas.openxmlformats.org/officeDocument/2006/relationships/notesMaster" Target="/ppt/notesMasters/notesMaster1.xml" Id="R26bb89b2d9f64928"/></Relationships>
</file>

<file path=ppt/notesSlides/_rels/notesSlide3.xml.rels><?xml version='1.0' encoding='UTF-8' standalone='yes'?>
<Relationships xmlns="http://schemas.openxmlformats.org/package/2006/relationships"><Relationship Type="http://schemas.openxmlformats.org/officeDocument/2006/relationships/slide" Target="/ppt/slides/slide2.xml" Id="R937e302b2b634f1d"/><Relationship Type="http://schemas.openxmlformats.org/officeDocument/2006/relationships/notesMaster" Target="/ppt/notesMasters/notesMaster1.xml" Id="Rfac6b26790d441a7"/></Relationships>
</file>

<file path=ppt/notesSlides/_rels/notesSlide4.xml.rels><?xml version='1.0' encoding='UTF-8' standalone='yes'?>
<Relationships xmlns="http://schemas.openxmlformats.org/package/2006/relationships"><Relationship Type="http://schemas.openxmlformats.org/officeDocument/2006/relationships/slide" Target="/ppt/slides/slide15.xml" Id="R3ce93e816b374ecc"/><Relationship Type="http://schemas.openxmlformats.org/officeDocument/2006/relationships/notesMaster" Target="/ppt/notesMasters/notesMaster1.xml" Id="R6662b1d573bf49cb"/></Relationships>
</file>

<file path=ppt/notesSlides/_rels/notesSlide5.xml.rels><?xml version='1.0' encoding='UTF-8' standalone='yes'?>
<Relationships xmlns="http://schemas.openxmlformats.org/package/2006/relationships"><Relationship Type="http://schemas.openxmlformats.org/officeDocument/2006/relationships/slide" Target="/ppt/slides/slide10.xml" Id="Reedc073350bd4017"/><Relationship Type="http://schemas.openxmlformats.org/officeDocument/2006/relationships/notesMaster" Target="/ppt/notesMasters/notesMaster1.xml" Id="R218e343b389f4b7f"/></Relationships>
</file>

<file path=ppt/notesSlides/_rels/notesSlide6.xml.rels><?xml version='1.0' encoding='UTF-8' standalone='yes'?>
<Relationships xmlns="http://schemas.openxmlformats.org/package/2006/relationships"><Relationship Type="http://schemas.openxmlformats.org/officeDocument/2006/relationships/slide" Target="/ppt/slides/slide8.xml" Id="R8950784968fb497d"/><Relationship Type="http://schemas.openxmlformats.org/officeDocument/2006/relationships/notesMaster" Target="/ppt/notesMasters/notesMaster1.xml" Id="R2e6ddc7bc74b401d"/></Relationships>
</file>

<file path=ppt/notesSlides/_rels/notesSlide7.xml.rels><?xml version='1.0' encoding='UTF-8' standalone='yes'?>
<Relationships xmlns="http://schemas.openxmlformats.org/package/2006/relationships"><Relationship Type="http://schemas.openxmlformats.org/officeDocument/2006/relationships/slide" Target="/ppt/slides/slide6.xml" Id="R30d46498373d456a"/><Relationship Type="http://schemas.openxmlformats.org/officeDocument/2006/relationships/notesMaster" Target="/ppt/notesMasters/notesMaster1.xml" Id="R11526a40cfc947e3"/></Relationships>
</file>

<file path=ppt/notesSlides/_rels/notesSlide8.xml.rels><?xml version='1.0' encoding='UTF-8' standalone='yes'?>
<Relationships xmlns="http://schemas.openxmlformats.org/package/2006/relationships"><Relationship Type="http://schemas.openxmlformats.org/officeDocument/2006/relationships/slide" Target="/ppt/slides/slide4.xml" Id="Reedc6574d0aa472a"/><Relationship Type="http://schemas.openxmlformats.org/officeDocument/2006/relationships/notesMaster" Target="/ppt/notesMasters/notesMaster1.xml" Id="R840ce911fffa47fd"/></Relationships>
</file>

<file path=ppt/notesSlides/_rels/notesSlide9.xml.rels><?xml version='1.0' encoding='UTF-8' standalone='yes'?>
<Relationships xmlns="http://schemas.openxmlformats.org/package/2006/relationships"><Relationship Type="http://schemas.openxmlformats.org/officeDocument/2006/relationships/slide" Target="/ppt/slides/slide16.xml" Id="R886c26c9ddcc4b9b"/><Relationship Type="http://schemas.openxmlformats.org/officeDocument/2006/relationships/notesMaster" Target="/ppt/notesMasters/notesMaster1.xml" Id="R9980d1fef9024d0f"/></Relationships>
</file>

<file path=ppt/notesSlides/_rels/notesSlide10.xml.rels><?xml version='1.0' encoding='UTF-8' standalone='yes'?>
<Relationships xmlns="http://schemas.openxmlformats.org/package/2006/relationships"><Relationship Type="http://schemas.openxmlformats.org/officeDocument/2006/relationships/slide" Target="/ppt/slides/slide19.xml" Id="Rfaa178f586bf4ed6"/><Relationship Type="http://schemas.openxmlformats.org/officeDocument/2006/relationships/notesMaster" Target="/ppt/notesMasters/notesMaster1.xml" Id="Rfb23fb4075ee4ed6"/></Relationships>
</file>

<file path=ppt/notesSlides/_rels/notesSlide11.xml.rels><?xml version='1.0' encoding='UTF-8' standalone='yes'?>
<Relationships xmlns="http://schemas.openxmlformats.org/package/2006/relationships"><Relationship Type="http://schemas.openxmlformats.org/officeDocument/2006/relationships/slide" Target="/ppt/slides/slide13.xml" Id="R756aa9c520d64072"/><Relationship Type="http://schemas.openxmlformats.org/officeDocument/2006/relationships/notesMaster" Target="/ppt/notesMasters/notesMaster1.xml" Id="R54054772725f4f9f"/></Relationships>
</file>

<file path=ppt/notesSlides/_rels/notesSlide12.xml.rels><?xml version='1.0' encoding='UTF-8' standalone='yes'?>
<Relationships xmlns="http://schemas.openxmlformats.org/package/2006/relationships"><Relationship Type="http://schemas.openxmlformats.org/officeDocument/2006/relationships/slide" Target="/ppt/slides/slide3.xml" Id="R0f46592d59d94621"/><Relationship Type="http://schemas.openxmlformats.org/officeDocument/2006/relationships/notesMaster" Target="/ppt/notesMasters/notesMaster1.xml" Id="Rd6f84c3489aa4755"/></Relationships>
</file>

<file path=ppt/notesSlides/_rels/notesSlide13.xml.rels><?xml version='1.0' encoding='UTF-8' standalone='yes'?>
<Relationships xmlns="http://schemas.openxmlformats.org/package/2006/relationships"><Relationship Type="http://schemas.openxmlformats.org/officeDocument/2006/relationships/slide" Target="/ppt/slides/slide18.xml" Id="Rbd6178a7ee3c4d39"/><Relationship Type="http://schemas.openxmlformats.org/officeDocument/2006/relationships/notesMaster" Target="/ppt/notesMasters/notesMaster1.xml" Id="R7a1f9c6e0ea24053"/></Relationships>
</file>

<file path=ppt/notesSlides/_rels/notesSlide14.xml.rels><?xml version='1.0' encoding='UTF-8' standalone='yes'?>
<Relationships xmlns="http://schemas.openxmlformats.org/package/2006/relationships"><Relationship Type="http://schemas.openxmlformats.org/officeDocument/2006/relationships/slide" Target="/ppt/slides/slide14.xml" Id="Rf3acda8ebdde45d0"/><Relationship Type="http://schemas.openxmlformats.org/officeDocument/2006/relationships/notesMaster" Target="/ppt/notesMasters/notesMaster1.xml" Id="Rdaf0b77be7a343d0"/></Relationships>
</file>

<file path=ppt/notesSlides/_rels/notesSlide15.xml.rels><?xml version='1.0' encoding='UTF-8' standalone='yes'?>
<Relationships xmlns="http://schemas.openxmlformats.org/package/2006/relationships"><Relationship Type="http://schemas.openxmlformats.org/officeDocument/2006/relationships/slide" Target="/ppt/slides/slide11.xml" Id="Rde2fbf18495d4618"/><Relationship Type="http://schemas.openxmlformats.org/officeDocument/2006/relationships/notesMaster" Target="/ppt/notesMasters/notesMaster1.xml" Id="Rb6f22c2cbb2043c8"/></Relationships>
</file>

<file path=ppt/notesSlides/_rels/notesSlide16.xml.rels><?xml version='1.0' encoding='UTF-8' standalone='yes'?>
<Relationships xmlns="http://schemas.openxmlformats.org/package/2006/relationships"><Relationship Type="http://schemas.openxmlformats.org/officeDocument/2006/relationships/slide" Target="/ppt/slides/slide9.xml" Id="Re1679b831c88477b"/><Relationship Type="http://schemas.openxmlformats.org/officeDocument/2006/relationships/notesMaster" Target="/ppt/notesMasters/notesMaster1.xml" Id="R54f44f1cc84449bc"/></Relationships>
</file>

<file path=ppt/notesSlides/_rels/notesSlide17.xml.rels><?xml version='1.0' encoding='UTF-8' standalone='yes'?>
<Relationships xmlns="http://schemas.openxmlformats.org/package/2006/relationships"><Relationship Type="http://schemas.openxmlformats.org/officeDocument/2006/relationships/slide" Target="/ppt/slides/slide7.xml" Id="R1813990dbdc74a9e"/><Relationship Type="http://schemas.openxmlformats.org/officeDocument/2006/relationships/notesMaster" Target="/ppt/notesMasters/notesMaster1.xml" Id="R0a3f1da6e57044a1"/></Relationships>
</file>

<file path=ppt/notesSlides/_rels/notesSlide18.xml.rels><?xml version='1.0' encoding='UTF-8' standalone='yes'?>
<Relationships xmlns="http://schemas.openxmlformats.org/package/2006/relationships"><Relationship Type="http://schemas.openxmlformats.org/officeDocument/2006/relationships/slide" Target="/ppt/slides/slide5.xml" Id="R95f1aaf61e29424f"/><Relationship Type="http://schemas.openxmlformats.org/officeDocument/2006/relationships/notesMaster" Target="/ppt/notesMasters/notesMaster1.xml" Id="R43829a59c4474202"/></Relationships>
</file>

<file path=ppt/notesSlides/_rels/notesSlide19.xml.rels><?xml version='1.0' encoding='UTF-8' standalone='yes'?>
<Relationships xmlns="http://schemas.openxmlformats.org/package/2006/relationships"><Relationship Type="http://schemas.openxmlformats.org/officeDocument/2006/relationships/slide" Target="/ppt/slides/slide20.xml" Id="Rbfa26ccc72e04328"/><Relationship Type="http://schemas.openxmlformats.org/officeDocument/2006/relationships/notesMaster" Target="/ppt/notesMasters/notesMaster1.xml" Id="R4c49955ae1b14a12"/></Relationships>
</file>

<file path=ppt/notesSlides/_rels/notesSlide20.xml.rels><?xml version='1.0' encoding='UTF-8' standalone='yes'?>
<Relationships xmlns="http://schemas.openxmlformats.org/package/2006/relationships"><Relationship Type="http://schemas.openxmlformats.org/officeDocument/2006/relationships/slide" Target="/ppt/slides/slide17.xml" Id="R23be8f1b592445b7"/><Relationship Type="http://schemas.openxmlformats.org/officeDocument/2006/relationships/notesMaster" Target="/ppt/notesMasters/notesMaster1.xml" Id="R0a943d6031994a51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7d25f209274c4578"/></Relationships>
</file>

<file path=ppt/slideLayouts/_rels/slideLayout2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726a5a7c2f734623"/></Relationships>
</file>

<file path=ppt/slideLayouts/_rels/slideLayout3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d4c098a59d714764"/></Relationships>
</file>

<file path=ppt/slideLayouts/_rels/slideLayout4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b85c0c629e5b4e6c"/></Relationships>
</file>

<file path=ppt/slideLayouts/_rels/slideLayout5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5229ddca8c7a4c7a"/></Relationships>
</file>

<file path=ppt/slideLayouts/_rels/slideLayout6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ddcd8feea89e4f00"/></Relationships>
</file>

<file path=ppt/slideLayouts/_rels/slideLayout7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1ccb2244c8c54ac3"/></Relationships>
</file>

<file path=ppt/slideLayouts/_rels/slideLayout8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af6b6d9d3e6d421f"/></Relationships>
</file>

<file path=ppt/slideLayouts/_rels/slideLayout9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f17cc1c178c141b3"/></Relationships>
</file>

<file path=ppt/slideLayouts/_rels/slideLayout10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d0266075366842b9"/></Relationships>
</file>

<file path=ppt/slideLayouts/_rels/slideLayout11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64b15102c0c443cf"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F733AE1-2909-4C53-860E-877FF1C657E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9194FC0D-898B-4289-8F57-8E327181FE7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B98222E-E00B-4C72-9FC0-C7B12262B34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27B8631-9B63-4202-B868-2CB38F7603E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A364D17-E7A4-4B1C-941A-7C28497072E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58B5006-1E2A-4854-AB6C-BAA19F51CA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3A13D93-D0D8-4A2B-9FA1-AF7A450A8C4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12843BC-FCD2-4985-AE81-F9CBBF90653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5C7D77B-35B4-4E4C-8733-A1A00675AED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54EE896-DB0A-43FD-BB13-9C3EB60776E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9EA93AA-9D13-4055-95EF-E014E50D380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E6C8F7D9-7ADC-4DE0-9B75-2CBCAE65967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89D64DF-F897-4031-BC9A-233B2CE4EAE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7741A22-6B91-43D0-B57B-566E6FB7E41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28C68BC-53B6-451E-9098-0E963073DC3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BA1958D-1770-419C-8152-280AF3582D4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58C70DB-B003-45FF-83AE-411314375C7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CC13C406-6F14-4D13-BAF2-6E2CFC74F63A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BC09630-ACAB-4A5D-8208-9F68844938A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01260564-7988-4864-B47E-8B4F13FBB15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CCEDDEE3-89E6-4583-994A-8EE14E91836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481F6A7-39CD-4D96-BFD4-89689A53813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9EA0E8EA-C09B-4D55-A858-51F2E03C5A4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8A1EE8D6-3753-487D-AECD-61661E735878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07EFDF1F-2CA2-4AA4-8A86-D02A311CD30F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97E9DCDA-0AA5-4D3F-893E-AC516C6C7C2D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0DD4EA49-7E53-4BBD-9734-13F35579D24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68E72340-6862-4F1F-A224-243D2641F30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72091722-2CF4-4EF3-955F-0B6A170A5BF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8E30F88-89B6-417A-8ECA-31618E7774B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2FFB0D5C-B3DE-493E-8712-B0A269DDEAB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A7D3B2B0-7403-44AD-9C15-5FFAE934108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BA754BE5-0CC7-4F14-9C32-4E377ECDABD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9EFD9663-9467-45EC-9DFE-1FEEEF72924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CA5F2BBC-2268-47DB-854C-B8EF3DD2918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06EF8D00-4A29-417B-A038-128C73C3D5A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54A0C0A-B711-4054-8E56-738BD12732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9EDD8A7-DFE5-4687-AF82-74958696C98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5AB9DDF3-1D1F-447D-B0D6-66E57FB5FEB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52F5BD53-D403-494A-9B02-9200D08683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A612F532-C0DD-4AF6-A95D-1B162D1A1AF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B122CE9-E12A-4635-B780-324A2B82FF3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EBFF086-EFBA-4B38-8531-F1470C0265D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9D00F9E8-FC1F-40D8-96F3-04662FCF0D6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CE5C94AE-2602-4C6D-8CD7-23A34AC784E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6A51E77B-5648-4FF7-B89B-82E0417075E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92056CED-7F42-4390-8B2D-024553A1A86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B8070398-7AF6-409B-96FB-7485D9C0E61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B2E72BA-468A-476B-8A24-F81A720F1F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FF5695BE-F976-419F-81BC-F39F5BD0322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564C57F-C4D9-4819-A20C-B1CBCC79675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7584CBE-EA20-4B4F-BF44-D8ECE174580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5BDDC8A-6895-45E0-BC58-DA5D3B5960F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4DA994C1-58EB-4A33-B7AB-181486D7C7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0D4C72BC-FC86-4E3E-90EA-A435F732AC1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051B5EB-9377-4553-8FE0-E055C16155A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B148750-CE42-4EEA-A0EA-0399BD8AF44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D7A4BAD-BA44-459C-B491-3104CCBDEAB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Type="http://schemas.openxmlformats.org/officeDocument/2006/relationships/theme" Target="/ppt/slideMasters/theme/theme2.xml" Id="Rf0690e52fda94064"/><Relationship Type="http://schemas.openxmlformats.org/officeDocument/2006/relationships/slideLayout" Target="/ppt/slideLayouts/slideLayout1.xml" Id="R2d6aa85257094b1b"/><Relationship Type="http://schemas.openxmlformats.org/officeDocument/2006/relationships/slideLayout" Target="/ppt/slideLayouts/slideLayout2.xml" Id="Rd353237d088d4fbe"/><Relationship Type="http://schemas.openxmlformats.org/officeDocument/2006/relationships/slideLayout" Target="/ppt/slideLayouts/slideLayout3.xml" Id="Rfd9a1ef3ad9f4f19"/><Relationship Type="http://schemas.openxmlformats.org/officeDocument/2006/relationships/slideLayout" Target="/ppt/slideLayouts/slideLayout4.xml" Id="R23d8d3440d204e10"/><Relationship Type="http://schemas.openxmlformats.org/officeDocument/2006/relationships/slideLayout" Target="/ppt/slideLayouts/slideLayout5.xml" Id="R6458f3ad149342ff"/><Relationship Type="http://schemas.openxmlformats.org/officeDocument/2006/relationships/slideLayout" Target="/ppt/slideLayouts/slideLayout6.xml" Id="Rc0410078e60e46b3"/><Relationship Type="http://schemas.openxmlformats.org/officeDocument/2006/relationships/slideLayout" Target="/ppt/slideLayouts/slideLayout7.xml" Id="R44b0740bea9544b3"/><Relationship Type="http://schemas.openxmlformats.org/officeDocument/2006/relationships/slideLayout" Target="/ppt/slideLayouts/slideLayout8.xml" Id="R1ce86b548cf44ac3"/><Relationship Type="http://schemas.openxmlformats.org/officeDocument/2006/relationships/slideLayout" Target="/ppt/slideLayouts/slideLayout9.xml" Id="R41379009d1d949bd"/><Relationship Type="http://schemas.openxmlformats.org/officeDocument/2006/relationships/slideLayout" Target="/ppt/slideLayouts/slideLayout10.xml" Id="R7f4973fc477e4c88"/><Relationship Type="http://schemas.openxmlformats.org/officeDocument/2006/relationships/slideLayout" Target="/ppt/slideLayouts/slideLayout11.xml" Id="Rdd871ace5b9547ef"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1A70D7C8-A3F0-41B8-8F06-AE798FEC82B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A27A556-680A-48AB-85D7-E71AB91E855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FAEF3E3-08E2-46FC-B286-BEED3F0B13CE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E6537A3-E91E-49FF-A99D-1C9C3DFCC5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F365C6B-8B8A-475E-9F22-4E10649D089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d6aa85257094b1b"/>
    <p:sldLayoutId xmlns:r="http://schemas.openxmlformats.org/officeDocument/2006/relationships" id="2147483650" r:id="Rd353237d088d4fbe"/>
    <p:sldLayoutId xmlns:r="http://schemas.openxmlformats.org/officeDocument/2006/relationships" id="2147483651" r:id="Rfd9a1ef3ad9f4f19"/>
    <p:sldLayoutId xmlns:r="http://schemas.openxmlformats.org/officeDocument/2006/relationships" id="2147483652" r:id="R23d8d3440d204e10"/>
    <p:sldLayoutId xmlns:r="http://schemas.openxmlformats.org/officeDocument/2006/relationships" id="2147483653" r:id="R6458f3ad149342ff"/>
    <p:sldLayoutId xmlns:r="http://schemas.openxmlformats.org/officeDocument/2006/relationships" id="2147483654" r:id="Rc0410078e60e46b3"/>
    <p:sldLayoutId xmlns:r="http://schemas.openxmlformats.org/officeDocument/2006/relationships" id="2147483655" r:id="R44b0740bea9544b3"/>
    <p:sldLayoutId xmlns:r="http://schemas.openxmlformats.org/officeDocument/2006/relationships" id="2147483656" r:id="R1ce86b548cf44ac3"/>
    <p:sldLayoutId xmlns:r="http://schemas.openxmlformats.org/officeDocument/2006/relationships" id="2147483657" r:id="R41379009d1d949bd"/>
    <p:sldLayoutId xmlns:r="http://schemas.openxmlformats.org/officeDocument/2006/relationships" id="2147483658" r:id="R7f4973fc477e4c88"/>
    <p:sldLayoutId xmlns:r="http://schemas.openxmlformats.org/officeDocument/2006/relationships" id="2147483659" r:id="Rdd871ace5b9547ef"/>
  </p:sldLayoutIdLst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7.xml" Id="Rd1829d7ac8604062"/><Relationship Type="http://schemas.openxmlformats.org/officeDocument/2006/relationships/image" Target="/ppt/media/image.png" Id="R6eece6f45a1143ae"/><Relationship Type="http://schemas.openxmlformats.org/officeDocument/2006/relationships/image" Target="/ppt/media/image2.png" Id="R90e92446d18c4c8b"/><Relationship Type="http://schemas.openxmlformats.org/officeDocument/2006/relationships/image" Target="/ppt/media/image3.png" Id="R2e3ca9b8f14b4dcb"/><Relationship Type="http://schemas.openxmlformats.org/officeDocument/2006/relationships/notesSlide" Target="/ppt/notesSlides/notesSlide1.xml" Id="R0889cb5e76c2410e"/></Relationships>
</file>

<file path=ppt/slides/_rels/slide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7.xml" Id="R68268c0cba124a4f"/><Relationship Type="http://schemas.openxmlformats.org/officeDocument/2006/relationships/image" Target="/ppt/media/image.png" Id="R552933d51a954131"/><Relationship Type="http://schemas.openxmlformats.org/officeDocument/2006/relationships/image" Target="/ppt/media/image4.png" Id="R7cd98dff3e274b05"/><Relationship Type="http://schemas.openxmlformats.org/officeDocument/2006/relationships/image" Target="/ppt/media/image5.png" Id="R8f335b19d803444f"/><Relationship Type="http://schemas.openxmlformats.org/officeDocument/2006/relationships/image" Target="/ppt/media/image6.png" Id="Rafddbdacbd5a4027"/><Relationship Type="http://schemas.openxmlformats.org/officeDocument/2006/relationships/notesSlide" Target="/ppt/notesSlides/notesSlide3.xml" Id="R2cb95a6e9eac4f46"/></Relationships>
</file>

<file path=ppt/slides/_rels/slide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7.xml" Id="R77957b6c075645c9"/><Relationship Type="http://schemas.openxmlformats.org/officeDocument/2006/relationships/image" Target="/ppt/media/image.png" Id="Re29ce1e0c18f4f35"/><Relationship Type="http://schemas.openxmlformats.org/officeDocument/2006/relationships/image" Target="/ppt/media/image4.png" Id="Rf4850a625c104751"/><Relationship Type="http://schemas.openxmlformats.org/officeDocument/2006/relationships/image" Target="/ppt/media/image10.png" Id="R9eb12b94e5d44a3c"/><Relationship Type="http://schemas.openxmlformats.org/officeDocument/2006/relationships/image" Target="/ppt/media/image6.png" Id="R82d50d2b9d824b99"/><Relationship Type="http://schemas.openxmlformats.org/officeDocument/2006/relationships/notesSlide" Target="/ppt/notesSlides/notesSlide12.xml" Id="R9d01a1dcade84124"/></Relationships>
</file>

<file path=ppt/slides/_rels/slide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7.xml" Id="R5a74c31f1c5b4434"/><Relationship Type="http://schemas.openxmlformats.org/officeDocument/2006/relationships/image" Target="/ppt/media/image.png" Id="R66614693291046c1"/><Relationship Type="http://schemas.openxmlformats.org/officeDocument/2006/relationships/image" Target="/ppt/media/image7.png" Id="R7bb7eb3aeb3f4a88"/><Relationship Type="http://schemas.openxmlformats.org/officeDocument/2006/relationships/image" Target="/ppt/media/image8.png" Id="R610765ffd0ed40b6"/><Relationship Type="http://schemas.openxmlformats.org/officeDocument/2006/relationships/image" Target="/ppt/media/image.jpeg" Id="R98717154329641f1"/><Relationship Type="http://schemas.openxmlformats.org/officeDocument/2006/relationships/image" Target="/ppt/media/image2.png" Id="R3ebbd1cc02a14c7b"/><Relationship Type="http://schemas.openxmlformats.org/officeDocument/2006/relationships/image" Target="/ppt/media/image9.png" Id="R1590c14caa6d4478"/><Relationship Type="http://schemas.openxmlformats.org/officeDocument/2006/relationships/notesSlide" Target="/ppt/notesSlides/notesSlide8.xml" Id="R959e33a365a74bd8"/></Relationships>
</file>

<file path=ppt/slides/_rels/slide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7.xml" Id="Rbbb1328cba8a4a18"/><Relationship Type="http://schemas.openxmlformats.org/officeDocument/2006/relationships/image" Target="/ppt/media/image.png" Id="R8099a0a2a46e48bb"/><Relationship Type="http://schemas.openxmlformats.org/officeDocument/2006/relationships/image" Target="/ppt/media/image7.png" Id="Rb392dd0daf39403b"/><Relationship Type="http://schemas.openxmlformats.org/officeDocument/2006/relationships/image" Target="/ppt/media/image8.png" Id="R70aff5bce6734d72"/><Relationship Type="http://schemas.openxmlformats.org/officeDocument/2006/relationships/image" Target="/ppt/media/image2.jpeg" Id="Rf9169a0b4d52413e"/><Relationship Type="http://schemas.openxmlformats.org/officeDocument/2006/relationships/image" Target="/ppt/media/image2.png" Id="R3c349887563a4737"/><Relationship Type="http://schemas.openxmlformats.org/officeDocument/2006/relationships/image" Target="/ppt/media/image9.png" Id="R5b16038bdd26491c"/><Relationship Type="http://schemas.openxmlformats.org/officeDocument/2006/relationships/notesSlide" Target="/ppt/notesSlides/notesSlide18.xml" Id="Rdb0cc590dd814bb6"/></Relationships>
</file>

<file path=ppt/slides/_rels/slide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7.xml" Id="R56d0623ecdcb4aed"/><Relationship Type="http://schemas.openxmlformats.org/officeDocument/2006/relationships/image" Target="/ppt/media/image.png" Id="R418dcefdb91344be"/><Relationship Type="http://schemas.openxmlformats.org/officeDocument/2006/relationships/image" Target="/ppt/media/image7.png" Id="Re8d85789a66e41ba"/><Relationship Type="http://schemas.openxmlformats.org/officeDocument/2006/relationships/image" Target="/ppt/media/image8.png" Id="Rc790f841fc484212"/><Relationship Type="http://schemas.openxmlformats.org/officeDocument/2006/relationships/image" Target="/ppt/media/image.jpeg" Id="R91b9fb7fdd5447a9"/><Relationship Type="http://schemas.openxmlformats.org/officeDocument/2006/relationships/image" Target="/ppt/media/image2.png" Id="R89d8e04f1dc64388"/><Relationship Type="http://schemas.openxmlformats.org/officeDocument/2006/relationships/image" Target="/ppt/media/image9.png" Id="Rfc32f2614ad04609"/><Relationship Type="http://schemas.openxmlformats.org/officeDocument/2006/relationships/notesSlide" Target="/ppt/notesSlides/notesSlide7.xml" Id="Rb096774144b34f00"/></Relationships>
</file>

<file path=ppt/slides/_rels/slide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7.xml" Id="Rd6e7bb799b0a49a7"/><Relationship Type="http://schemas.openxmlformats.org/officeDocument/2006/relationships/image" Target="/ppt/media/image.png" Id="R5adcd256d2df4c38"/><Relationship Type="http://schemas.openxmlformats.org/officeDocument/2006/relationships/image" Target="/ppt/media/image7.png" Id="Rd554ca1803514687"/><Relationship Type="http://schemas.openxmlformats.org/officeDocument/2006/relationships/image" Target="/ppt/media/image8.png" Id="Rd9147b546e3c44e7"/><Relationship Type="http://schemas.openxmlformats.org/officeDocument/2006/relationships/image" Target="/ppt/media/image2.jpeg" Id="R60dee5504db14f35"/><Relationship Type="http://schemas.openxmlformats.org/officeDocument/2006/relationships/image" Target="/ppt/media/image2.png" Id="Rdd57b34b6f50429b"/><Relationship Type="http://schemas.openxmlformats.org/officeDocument/2006/relationships/image" Target="/ppt/media/image9.png" Id="R3b60dede24ea4040"/><Relationship Type="http://schemas.openxmlformats.org/officeDocument/2006/relationships/notesSlide" Target="/ppt/notesSlides/notesSlide17.xml" Id="Rd7e141fd5e094afe"/></Relationships>
</file>

<file path=ppt/slides/_rels/slide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7.xml" Id="Rf6d0ea0a8dca42e5"/><Relationship Type="http://schemas.openxmlformats.org/officeDocument/2006/relationships/image" Target="/ppt/media/image.png" Id="R454c13144cab489e"/><Relationship Type="http://schemas.openxmlformats.org/officeDocument/2006/relationships/image" Target="/ppt/media/image7.png" Id="Rc3cd8175baf64af2"/><Relationship Type="http://schemas.openxmlformats.org/officeDocument/2006/relationships/image" Target="/ppt/media/image8.png" Id="Rccad0e2556fd4140"/><Relationship Type="http://schemas.openxmlformats.org/officeDocument/2006/relationships/image" Target="/ppt/media/image.jpeg" Id="R8967e458de324418"/><Relationship Type="http://schemas.openxmlformats.org/officeDocument/2006/relationships/image" Target="/ppt/media/image2.png" Id="Rcc41bc5050ed4bae"/><Relationship Type="http://schemas.openxmlformats.org/officeDocument/2006/relationships/image" Target="/ppt/media/image9.png" Id="Rf3216fee787845c3"/><Relationship Type="http://schemas.openxmlformats.org/officeDocument/2006/relationships/notesSlide" Target="/ppt/notesSlides/notesSlide6.xml" Id="Rc4b44cb8d8754ee8"/></Relationships>
</file>

<file path=ppt/slides/_rels/slide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7.xml" Id="Rcb295598061e4b72"/><Relationship Type="http://schemas.openxmlformats.org/officeDocument/2006/relationships/image" Target="/ppt/media/image.png" Id="Rc2419ac9507d4250"/><Relationship Type="http://schemas.openxmlformats.org/officeDocument/2006/relationships/image" Target="/ppt/media/image7.png" Id="R18f05ae3792646d2"/><Relationship Type="http://schemas.openxmlformats.org/officeDocument/2006/relationships/image" Target="/ppt/media/image8.png" Id="Rc9d50ee055ed41a0"/><Relationship Type="http://schemas.openxmlformats.org/officeDocument/2006/relationships/image" Target="/ppt/media/image2.jpeg" Id="R3ca5d86347bc40e1"/><Relationship Type="http://schemas.openxmlformats.org/officeDocument/2006/relationships/image" Target="/ppt/media/image2.png" Id="R2aed622c3c7c49f8"/><Relationship Type="http://schemas.openxmlformats.org/officeDocument/2006/relationships/image" Target="/ppt/media/image9.png" Id="R6e0a845c339f46e2"/><Relationship Type="http://schemas.openxmlformats.org/officeDocument/2006/relationships/notesSlide" Target="/ppt/notesSlides/notesSlide16.xml" Id="Rb0445fd7de0940a0"/></Relationships>
</file>

<file path=ppt/slides/_rels/slide1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7.xml" Id="R8c59f2e9ddf445fe"/><Relationship Type="http://schemas.openxmlformats.org/officeDocument/2006/relationships/image" Target="/ppt/media/image.png" Id="Rd74dbdd939d849b1"/><Relationship Type="http://schemas.openxmlformats.org/officeDocument/2006/relationships/image" Target="/ppt/media/image7.png" Id="R6b05f33d8f474d17"/><Relationship Type="http://schemas.openxmlformats.org/officeDocument/2006/relationships/image" Target="/ppt/media/image8.png" Id="R30c874e6336e43f0"/><Relationship Type="http://schemas.openxmlformats.org/officeDocument/2006/relationships/image" Target="/ppt/media/image.jpeg" Id="R884e2716656c4bbc"/><Relationship Type="http://schemas.openxmlformats.org/officeDocument/2006/relationships/image" Target="/ppt/media/image2.png" Id="Rea1d38adffab4112"/><Relationship Type="http://schemas.openxmlformats.org/officeDocument/2006/relationships/image" Target="/ppt/media/image9.png" Id="R0e5f3616231d4f94"/><Relationship Type="http://schemas.openxmlformats.org/officeDocument/2006/relationships/notesSlide" Target="/ppt/notesSlides/notesSlide5.xml" Id="R5b935cc9cd0a46bc"/></Relationships>
</file>

<file path=ppt/slides/_rels/slide1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7.xml" Id="R148d45f5f2f94968"/><Relationship Type="http://schemas.openxmlformats.org/officeDocument/2006/relationships/image" Target="/ppt/media/image.png" Id="R882a3f2c97c64f35"/><Relationship Type="http://schemas.openxmlformats.org/officeDocument/2006/relationships/image" Target="/ppt/media/image7.png" Id="R0620ec4635a54912"/><Relationship Type="http://schemas.openxmlformats.org/officeDocument/2006/relationships/image" Target="/ppt/media/image8.png" Id="Rac0905d820c64477"/><Relationship Type="http://schemas.openxmlformats.org/officeDocument/2006/relationships/image" Target="/ppt/media/image2.jpeg" Id="R56928c6bb134445c"/><Relationship Type="http://schemas.openxmlformats.org/officeDocument/2006/relationships/image" Target="/ppt/media/image2.png" Id="R70564a1f2e5942ee"/><Relationship Type="http://schemas.openxmlformats.org/officeDocument/2006/relationships/image" Target="/ppt/media/image9.png" Id="Rf2846cc51c744c0e"/><Relationship Type="http://schemas.openxmlformats.org/officeDocument/2006/relationships/notesSlide" Target="/ppt/notesSlides/notesSlide15.xml" Id="R82f3a52e37754d9a"/></Relationships>
</file>

<file path=ppt/slides/_rels/slide1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7.xml" Id="Rbbf381b458394232"/><Relationship Type="http://schemas.openxmlformats.org/officeDocument/2006/relationships/image" Target="/ppt/media/image.png" Id="R38ce979e6593436a"/><Relationship Type="http://schemas.openxmlformats.org/officeDocument/2006/relationships/image" Target="/ppt/media/image4.png" Id="Rf4e9bbac0e2b4cf7"/><Relationship Type="http://schemas.openxmlformats.org/officeDocument/2006/relationships/image" Target="/ppt/media/image5.png" Id="Rd2e985f19dc440d7"/><Relationship Type="http://schemas.openxmlformats.org/officeDocument/2006/relationships/image" Target="/ppt/media/image6.png" Id="R64b49be3cbf746e5"/><Relationship Type="http://schemas.openxmlformats.org/officeDocument/2006/relationships/notesSlide" Target="/ppt/notesSlides/notesSlide2.xml" Id="R396ca487de82429a"/></Relationships>
</file>

<file path=ppt/slides/_rels/slide1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7.xml" Id="Ra9ff62c396d144b6"/><Relationship Type="http://schemas.openxmlformats.org/officeDocument/2006/relationships/image" Target="/ppt/media/image.png" Id="Ra67e5e262d50408e"/><Relationship Type="http://schemas.openxmlformats.org/officeDocument/2006/relationships/image" Target="/ppt/media/image4.png" Id="R1d6a149d84d64b5e"/><Relationship Type="http://schemas.openxmlformats.org/officeDocument/2006/relationships/image" Target="/ppt/media/image10.png" Id="R68dc96ce07204ef4"/><Relationship Type="http://schemas.openxmlformats.org/officeDocument/2006/relationships/image" Target="/ppt/media/image6.png" Id="R197c215bcb704c65"/><Relationship Type="http://schemas.openxmlformats.org/officeDocument/2006/relationships/notesSlide" Target="/ppt/notesSlides/notesSlide11.xml" Id="Rfc5c3bdb98934fc3"/></Relationships>
</file>

<file path=ppt/slides/_rels/slide1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7.xml" Id="R79e91ab39fab4b38"/><Relationship Type="http://schemas.openxmlformats.org/officeDocument/2006/relationships/image" Target="/ppt/media/image.png" Id="R7dcc041b670d4775"/><Relationship Type="http://schemas.openxmlformats.org/officeDocument/2006/relationships/image" Target="/ppt/media/image7.png" Id="Rfb08224be0aa4e35"/><Relationship Type="http://schemas.openxmlformats.org/officeDocument/2006/relationships/image" Target="/ppt/media/image8.png" Id="R4e9908c9ffbe4eca"/><Relationship Type="http://schemas.openxmlformats.org/officeDocument/2006/relationships/image" Target="/ppt/media/image2.jpeg" Id="R67f5318e84f9433b"/><Relationship Type="http://schemas.openxmlformats.org/officeDocument/2006/relationships/image" Target="/ppt/media/image2.png" Id="Rf508ac9cba774741"/><Relationship Type="http://schemas.openxmlformats.org/officeDocument/2006/relationships/image" Target="/ppt/media/image9.png" Id="Rd09f1500cc0a4623"/><Relationship Type="http://schemas.openxmlformats.org/officeDocument/2006/relationships/notesSlide" Target="/ppt/notesSlides/notesSlide14.xml" Id="R78f3b2270b2d435f"/></Relationships>
</file>

<file path=ppt/slides/_rels/slide1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7.xml" Id="Rc9d41133ec2c41b1"/><Relationship Type="http://schemas.openxmlformats.org/officeDocument/2006/relationships/image" Target="/ppt/media/image.png" Id="Rfaf3540ca43141a9"/><Relationship Type="http://schemas.openxmlformats.org/officeDocument/2006/relationships/image" Target="/ppt/media/image7.png" Id="Raff560ccd15d4efc"/><Relationship Type="http://schemas.openxmlformats.org/officeDocument/2006/relationships/image" Target="/ppt/media/image8.png" Id="R135ddbacc57a4b11"/><Relationship Type="http://schemas.openxmlformats.org/officeDocument/2006/relationships/image" Target="/ppt/media/image.jpeg" Id="R2efb0f4b91124ff7"/><Relationship Type="http://schemas.openxmlformats.org/officeDocument/2006/relationships/image" Target="/ppt/media/image2.png" Id="R1e70b0f145ad4ff5"/><Relationship Type="http://schemas.openxmlformats.org/officeDocument/2006/relationships/image" Target="/ppt/media/image9.png" Id="R2949682650a14d11"/><Relationship Type="http://schemas.openxmlformats.org/officeDocument/2006/relationships/notesSlide" Target="/ppt/notesSlides/notesSlide4.xml" Id="Rafb6874acbc540a9"/></Relationships>
</file>

<file path=ppt/slides/_rels/slide1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7.xml" Id="R114d14c08466422a"/><Relationship Type="http://schemas.openxmlformats.org/officeDocument/2006/relationships/image" Target="/ppt/media/image.png" Id="Re55a1b0ea1c14c86"/><Relationship Type="http://schemas.openxmlformats.org/officeDocument/2006/relationships/image" Target="/ppt/media/image7.png" Id="R6d91cad4c5cf40bf"/><Relationship Type="http://schemas.openxmlformats.org/officeDocument/2006/relationships/image" Target="/ppt/media/image5.png" Id="R171c559bcabc430a"/><Relationship Type="http://schemas.openxmlformats.org/officeDocument/2006/relationships/image" Target="/ppt/media/image9.png" Id="Rc6f3767b575d4708"/><Relationship Type="http://schemas.openxmlformats.org/officeDocument/2006/relationships/notesSlide" Target="/ppt/notesSlides/notesSlide9.xml" Id="Rc0aca2c4e0714c1e"/></Relationships>
</file>

<file path=ppt/slides/_rels/slide1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7.xml" Id="R9bd2c571cd5a4350"/><Relationship Type="http://schemas.openxmlformats.org/officeDocument/2006/relationships/image" Target="/ppt/media/image.png" Id="R7a6f7be0a3d540a4"/><Relationship Type="http://schemas.openxmlformats.org/officeDocument/2006/relationships/image" Target="/ppt/media/image3.png" Id="Ra582a128bf574ba3"/><Relationship Type="http://schemas.openxmlformats.org/officeDocument/2006/relationships/image" Target="/ppt/media/image2.png" Id="R9ce5a46227894daa"/><Relationship Type="http://schemas.openxmlformats.org/officeDocument/2006/relationships/notesSlide" Target="/ppt/notesSlides/notesSlide20.xml" Id="R78a926cfb6224c90"/></Relationships>
</file>

<file path=ppt/slides/_rels/slide1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7.xml" Id="Rb50a37eef4c74db2"/><Relationship Type="http://schemas.openxmlformats.org/officeDocument/2006/relationships/image" Target="/ppt/media/image.png" Id="R118f4e63d16e4dfe"/><Relationship Type="http://schemas.openxmlformats.org/officeDocument/2006/relationships/image" Target="/ppt/media/image7.png" Id="Rba3899f012b943b2"/><Relationship Type="http://schemas.openxmlformats.org/officeDocument/2006/relationships/image" Target="/ppt/media/image8.png" Id="R231af5c44ce14a9a"/><Relationship Type="http://schemas.openxmlformats.org/officeDocument/2006/relationships/image" Target="/ppt/media/image2.jpeg" Id="Rae1583c9061f4318"/><Relationship Type="http://schemas.openxmlformats.org/officeDocument/2006/relationships/image" Target="/ppt/media/image2.png" Id="R6b16402b3be547be"/><Relationship Type="http://schemas.openxmlformats.org/officeDocument/2006/relationships/image" Target="/ppt/media/image9.png" Id="R19738a27b2b840ef"/><Relationship Type="http://schemas.openxmlformats.org/officeDocument/2006/relationships/notesSlide" Target="/ppt/notesSlides/notesSlide13.xml" Id="Rbf3a7c7ed5684c80"/></Relationships>
</file>

<file path=ppt/slides/_rels/slide1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7.xml" Id="Rab7ba82e685a43ce"/><Relationship Type="http://schemas.openxmlformats.org/officeDocument/2006/relationships/image" Target="/ppt/media/image.png" Id="Ra6e0d480fe754165"/><Relationship Type="http://schemas.openxmlformats.org/officeDocument/2006/relationships/image" Target="/ppt/media/image4.png" Id="R6e2dad6198cd453a"/><Relationship Type="http://schemas.openxmlformats.org/officeDocument/2006/relationships/image" Target="/ppt/media/image10.png" Id="R58bcac32a9334d08"/><Relationship Type="http://schemas.openxmlformats.org/officeDocument/2006/relationships/image" Target="/ppt/media/image6.png" Id="R7cd1f8c545a94062"/><Relationship Type="http://schemas.openxmlformats.org/officeDocument/2006/relationships/notesSlide" Target="/ppt/notesSlides/notesSlide10.xml" Id="R3d0f94e790ba443f"/></Relationships>
</file>

<file path=ppt/slides/_rels/slide2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7.xml" Id="R390b7f478fbf4492"/><Relationship Type="http://schemas.openxmlformats.org/officeDocument/2006/relationships/image" Target="/ppt/media/image.png" Id="R6d2f2864ee4d44b8"/><Relationship Type="http://schemas.openxmlformats.org/officeDocument/2006/relationships/image" Target="/ppt/media/image3.png" Id="Rfba41b2304044a8e"/><Relationship Type="http://schemas.openxmlformats.org/officeDocument/2006/relationships/image" Target="/ppt/media/image2.png" Id="Rd1113ddaa8dd4eb3"/><Relationship Type="http://schemas.openxmlformats.org/officeDocument/2006/relationships/notesSlide" Target="/ppt/notesSlides/notesSlide19.xml" Id="R941f5ee471174837"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{{image_1}}" descr="{{image_1}}">
            <a:extLst xmlns:a="http://schemas.openxmlformats.org/drawingml/2006/main">
              <a:ext uri="{FF2B5EF4-FFF2-40B4-BE49-F238E27FC236}">
                <a16:creationId xmlns:a16="http://schemas.microsoft.com/office/drawing/2014/main" id="{752F14E6-46F8-4B17-B4E7-631018BFF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eece6f45a1143ae"/>
            <a:stretch>
              <a:fillRect l="0" t="-38888" r="0" b="-38888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55F2558B-BA81-47EE-807A-E7165EFCB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46247" flipH="0" flipV="0">
            <a:off x="-2145883" y="-2475324"/>
            <a:ext cx="12493625" cy="7388082"/>
          </a:xfrm>
          <a:custGeom xmlns:a="http://schemas.openxmlformats.org/drawingml/2006/main">
            <a:rect l="l" t="t" r="r" b="b"/>
            <a:pathLst>
              <a:path w="12493625" h="7388082">
                <a:moveTo>
                  <a:pt x="0" y="0"/>
                </a:moveTo>
                <a:lnTo>
                  <a:pt x="12493625" y="0"/>
                </a:lnTo>
                <a:lnTo>
                  <a:pt x="12493625" y="7388081"/>
                </a:lnTo>
                <a:lnTo>
                  <a:pt x="0" y="7388081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0e92446d18c4c8b"/>
            <a:stretch>
              <a:fillRect l="0" t="0" r="0" b="-5070"/>
            </a:stretch>
          </a:blipFill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785EF010-204F-4C67-84E5-937C2CA0B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0" y="8485836"/>
            <a:ext cx="18288000" cy="5265420"/>
          </a:xfrm>
          <a:custGeom xmlns:a="http://schemas.openxmlformats.org/drawingml/2006/main">
            <a:rect l="l" t="t" r="r" b="b"/>
            <a:pathLst>
              <a:path w="18288000" h="5265420">
                <a:moveTo>
                  <a:pt x="18288000" y="0"/>
                </a:moveTo>
                <a:lnTo>
                  <a:pt x="0" y="0"/>
                </a:lnTo>
                <a:lnTo>
                  <a:pt x="0" y="5265420"/>
                </a:lnTo>
                <a:lnTo>
                  <a:pt x="18288000" y="5265420"/>
                </a:lnTo>
                <a:lnTo>
                  <a:pt x="1828800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e3ca9b8f14b4dcb"/>
            <a:stretch>
              <a:fillRect l="0" t="0" r="0" b="0"/>
            </a:stretch>
          </a:blipFill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D0879DDA-1AFB-4333-BFD9-C1DDD0FC0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0" y="-3640875"/>
            <a:ext cx="18288000" cy="5265420"/>
          </a:xfrm>
          <a:custGeom xmlns:a="http://schemas.openxmlformats.org/drawingml/2006/main">
            <a:rect l="l" t="t" r="r" b="b"/>
            <a:pathLst>
              <a:path w="18288000" h="5265420">
                <a:moveTo>
                  <a:pt x="18288000" y="0"/>
                </a:moveTo>
                <a:lnTo>
                  <a:pt x="0" y="0"/>
                </a:lnTo>
                <a:lnTo>
                  <a:pt x="0" y="5265420"/>
                </a:lnTo>
                <a:lnTo>
                  <a:pt x="18288000" y="5265420"/>
                </a:lnTo>
                <a:lnTo>
                  <a:pt x="1828800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e3ca9b8f14b4dcb"/>
            <a:stretch>
              <a:fillRect l="0" t="0" r="0" b="0"/>
            </a:stretch>
          </a:blipFill>
        </p:spPr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5E957849-A632-4C94-9E82-7A7D50F02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580003" flipH="1" flipV="0">
            <a:off x="-4916645" y="6142931"/>
            <a:ext cx="11890690" cy="7388082"/>
          </a:xfrm>
          <a:custGeom xmlns:a="http://schemas.openxmlformats.org/drawingml/2006/main">
            <a:rect l="l" t="t" r="r" b="b"/>
            <a:pathLst>
              <a:path w="11890690" h="7388082">
                <a:moveTo>
                  <a:pt x="11890690" y="0"/>
                </a:moveTo>
                <a:lnTo>
                  <a:pt x="0" y="0"/>
                </a:lnTo>
                <a:lnTo>
                  <a:pt x="0" y="7388082"/>
                </a:lnTo>
                <a:lnTo>
                  <a:pt x="11890690" y="7388082"/>
                </a:lnTo>
                <a:lnTo>
                  <a:pt x="1189069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0e92446d18c4c8b"/>
            <a:stretch>
              <a:fillRect l="0" t="0" r="0" b="0"/>
            </a:stretch>
          </a:blipFill>
        </p:spPr>
      </p:sp>
      <p:sp>
        <p:nvSpPr>
          <p:cNvPr id="7" name="{{topic}}">
            <a:extLst xmlns:a="http://schemas.openxmlformats.org/drawingml/2006/main">
              <a:ext uri="{FF2B5EF4-FFF2-40B4-BE49-F238E27FC236}">
                <a16:creationId xmlns:a16="http://schemas.microsoft.com/office/drawing/2014/main" id="{BD009168-1BAC-44C1-A62D-B3B645F57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2926080"/>
            <a:ext cx="7498080" cy="365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200" b="1">
                <a:solidFill>
                  <a:srgbClr val="111111"/>
                </a:solidFill>
                <a:latin typeface="Caladea Bold"/>
                <a:ea typeface="Caladea Bold"/>
                <a:cs typeface="Caladea Bold"/>
              </a:defRPr>
            </a:pPr>
            <a:r>
              <a:rPr sz="7200" b="1">
                <a:solidFill>
                  <a:srgbClr val="111111"/>
                </a:solidFill>
                <a:latin typeface="Caladea Bold"/>
                <a:ea typeface="Caladea Bold"/>
                <a:cs typeface="Caladea Bold"/>
              </a:rPr>
              <a:t>{{topic}}</a:t>
            </a:r>
          </a:p>
        </p:txBody>
      </p:sp>
      <p:sp>
        <p:nvSpPr>
          <p:cNvPr id="8" name="{{muallif}}">
            <a:extLst xmlns:a="http://schemas.openxmlformats.org/drawingml/2006/main">
              <a:ext uri="{FF2B5EF4-FFF2-40B4-BE49-F238E27FC236}">
                <a16:creationId xmlns:a16="http://schemas.microsoft.com/office/drawing/2014/main" id="{820BB820-7CAD-493C-9C80-C1384AFD5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7040880"/>
            <a:ext cx="749808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00" b="0">
                <a:solidFill>
                  <a:srgbClr val="111111"/>
                </a:solidFill>
                <a:latin typeface="Alef"/>
                <a:ea typeface="Alef"/>
                <a:cs typeface="Alef"/>
              </a:defRPr>
            </a:pPr>
            <a:r>
              <a:rPr sz="2800" b="0">
                <a:solidFill>
                  <a:srgbClr val="111111"/>
                </a:solidFill>
                <a:latin typeface="Alef"/>
                <a:ea typeface="Alef"/>
                <a:cs typeface="Alef"/>
              </a:rPr>
              <a:t>{{muallif}}</a:t>
            </a:r>
          </a:p>
        </p:txBody>
      </p:sp>
      <p:sp>
        <p:nvSpPr>
          <p:cNvPr id="9" name="static_01 / 20">
            <a:extLst xmlns:a="http://schemas.openxmlformats.org/drawingml/2006/main">
              <a:ext uri="{FF2B5EF4-FFF2-40B4-BE49-F238E27FC236}">
                <a16:creationId xmlns:a16="http://schemas.microsoft.com/office/drawing/2014/main" id="{E4772B48-5B79-417C-8644-402B18511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9120" y="9646920"/>
            <a:ext cx="146304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286"/>
          </a:bodyPr>
          <a:lstStyle xmlns:a="http://schemas.openxmlformats.org/drawingml/2006/main"/>
          <a:p xmlns:a="http://schemas.openxmlformats.org/drawingml/2006/main">
            <a:pPr algn="r">
              <a:defRPr sz="1400" b="0">
                <a:solidFill>
                  <a:srgbClr val="111111"/>
                </a:solidFill>
                <a:latin typeface="Alef"/>
                <a:ea typeface="Alef"/>
                <a:cs typeface="Alef"/>
              </a:defRPr>
            </a:pPr>
            <a:r>
              <a:rPr sz="1400" b="0">
                <a:solidFill>
                  <a:srgbClr val="111111"/>
                </a:solidFill>
                <a:latin typeface="Alef"/>
                <a:ea typeface="Alef"/>
                <a:cs typeface="Alef"/>
              </a:rPr>
              <a:t>01 / 20</a:t>
            </a:r>
          </a:p>
        </p:txBody>
      </p:sp>
    </p:spTree>
    <p:extLst>
      <p:ext uri="{BB962C8B-B14F-4D97-AF65-F5344CB8AC3E}">
        <p14:creationId xmlns:p14="http://schemas.microsoft.com/office/powerpoint/2010/main" val="156057784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{{image_2}}" descr="{{image_2}}">
            <a:extLst xmlns:a="http://schemas.openxmlformats.org/drawingml/2006/main">
              <a:ext uri="{FF2B5EF4-FFF2-40B4-BE49-F238E27FC236}">
                <a16:creationId xmlns:a16="http://schemas.microsoft.com/office/drawing/2014/main" id="{F230347F-D0BA-4F15-A48B-4DF09B4B6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52933d51a954131"/>
            <a:stretch>
              <a:fillRect l="0" t="-38888" r="0" b="-38888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6F77F2E0-D258-4763-BDE1-3F19B72CF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50314" y="675120"/>
            <a:ext cx="15587373" cy="8936760"/>
          </a:xfrm>
          <a:custGeom xmlns:a="http://schemas.openxmlformats.org/drawingml/2006/main">
            <a:rect l="l" t="t" r="r" b="b"/>
            <a:pathLst>
              <a:path w="15587373" h="8936760">
                <a:moveTo>
                  <a:pt x="0" y="0"/>
                </a:moveTo>
                <a:lnTo>
                  <a:pt x="15587372" y="0"/>
                </a:lnTo>
                <a:lnTo>
                  <a:pt x="15587372" y="8936760"/>
                </a:lnTo>
                <a:lnTo>
                  <a:pt x="0" y="893676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cd98dff3e274b05"/>
            <a:stretch>
              <a:fillRect l="0" t="0" r="0" b="0"/>
            </a:stretch>
          </a:blipFill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A3348F73-AA70-49C8-A556-F172BCE07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672763" y="-4773846"/>
            <a:ext cx="8888857" cy="8229600"/>
          </a:xfrm>
          <a:custGeom xmlns:a="http://schemas.openxmlformats.org/drawingml/2006/main">
            <a:rect l="l" t="t" r="r" b="b"/>
            <a:pathLst>
              <a:path w="8888857" h="8229600">
                <a:moveTo>
                  <a:pt x="0" y="0"/>
                </a:moveTo>
                <a:lnTo>
                  <a:pt x="8888857" y="0"/>
                </a:lnTo>
                <a:lnTo>
                  <a:pt x="888885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8f335b19d803444f"/>
            <a:stretch>
              <a:fillRect l="0" t="0" r="0" b="0"/>
            </a:stretch>
          </a:blipFill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1028A3AB-4935-4CA8-90E5-B3AAEDD32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69145" y="6216792"/>
            <a:ext cx="4023881" cy="4391685"/>
          </a:xfrm>
          <a:custGeom xmlns:a="http://schemas.openxmlformats.org/drawingml/2006/main">
            <a:rect l="l" t="t" r="r" b="b"/>
            <a:pathLst>
              <a:path w="4023881" h="4391685">
                <a:moveTo>
                  <a:pt x="0" y="0"/>
                </a:moveTo>
                <a:lnTo>
                  <a:pt x="4023882" y="0"/>
                </a:lnTo>
                <a:lnTo>
                  <a:pt x="4023882" y="4391685"/>
                </a:lnTo>
                <a:lnTo>
                  <a:pt x="0" y="4391685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afddbdacbd5a4027"/>
            <a:stretch>
              <a:fillRect l="0" t="0" r="0" b="0"/>
            </a:stretch>
          </a:blipFill>
        </p:spPr>
      </p:sp>
      <p:sp>
        <p:nvSpPr>
          <p:cNvPr id="6" name="{{reja}}">
            <a:extLst xmlns:a="http://schemas.openxmlformats.org/drawingml/2006/main">
              <a:ext uri="{FF2B5EF4-FFF2-40B4-BE49-F238E27FC236}">
                <a16:creationId xmlns:a16="http://schemas.microsoft.com/office/drawing/2014/main" id="{E128E752-03DB-45E7-832A-9881249E3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645920"/>
            <a:ext cx="128016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0" b="1">
                <a:solidFill>
                  <a:srgbClr val="111111"/>
                </a:solidFill>
                <a:latin typeface="Caladea Bold"/>
                <a:ea typeface="Caladea Bold"/>
                <a:cs typeface="Caladea Bold"/>
              </a:defRPr>
            </a:pPr>
            <a:r>
              <a:rPr sz="6000" b="1">
                <a:solidFill>
                  <a:srgbClr val="111111"/>
                </a:solidFill>
                <a:latin typeface="Caladea Bold"/>
                <a:ea typeface="Caladea Bold"/>
                <a:cs typeface="Caladea Bold"/>
              </a:rPr>
              <a:t>{{reja}}</a:t>
            </a:r>
          </a:p>
        </p:txBody>
      </p:sp>
      <p:sp>
        <p:nvSpPr>
          <p:cNvPr id="7" name="static_01">
            <a:extLst xmlns:a="http://schemas.openxmlformats.org/drawingml/2006/main">
              <a:ext uri="{FF2B5EF4-FFF2-40B4-BE49-F238E27FC236}">
                <a16:creationId xmlns:a16="http://schemas.microsoft.com/office/drawing/2014/main" id="{E5EE5EC7-A434-4118-9A49-0904CADA6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291840"/>
            <a:ext cx="1097280" cy="731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8C9396"/>
                </a:solidFill>
                <a:latin typeface="Caladea Bold"/>
                <a:ea typeface="Caladea Bold"/>
                <a:cs typeface="Caladea Bold"/>
              </a:defRPr>
            </a:pPr>
            <a:r>
              <a:rPr sz="3000" b="1">
                <a:solidFill>
                  <a:srgbClr val="8C9396"/>
                </a:solidFill>
                <a:latin typeface="Caladea Bold"/>
                <a:ea typeface="Caladea Bold"/>
                <a:cs typeface="Caladea Bold"/>
              </a:rPr>
              <a:t>01</a:t>
            </a:r>
          </a:p>
        </p:txBody>
      </p:sp>
      <p:sp>
        <p:nvSpPr>
          <p:cNvPr id="8" name="{{reja_1}}">
            <a:extLst xmlns:a="http://schemas.openxmlformats.org/drawingml/2006/main">
              <a:ext uri="{FF2B5EF4-FFF2-40B4-BE49-F238E27FC236}">
                <a16:creationId xmlns:a16="http://schemas.microsoft.com/office/drawing/2014/main" id="{6E71801D-66A9-472E-B10E-78D18DA73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29184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00" b="0">
                <a:solidFill>
                  <a:srgbClr val="111111"/>
                </a:solidFill>
                <a:latin typeface="Alef"/>
                <a:ea typeface="Alef"/>
                <a:cs typeface="Alef"/>
              </a:defRPr>
            </a:pPr>
            <a:r>
              <a:rPr sz="3400" b="0">
                <a:solidFill>
                  <a:srgbClr val="111111"/>
                </a:solidFill>
                <a:latin typeface="Alef"/>
                <a:ea typeface="Alef"/>
                <a:cs typeface="Alef"/>
              </a:rPr>
              <a:t>{{reja_1}}</a:t>
            </a:r>
          </a:p>
        </p:txBody>
      </p:sp>
      <p:sp>
        <p:nvSpPr>
          <p:cNvPr id="9" name="static_02">
            <a:extLst xmlns:a="http://schemas.openxmlformats.org/drawingml/2006/main">
              <a:ext uri="{FF2B5EF4-FFF2-40B4-BE49-F238E27FC236}">
                <a16:creationId xmlns:a16="http://schemas.microsoft.com/office/drawing/2014/main" id="{4321CAB9-CD80-41A1-99FF-1B8C4A43B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599432"/>
            <a:ext cx="1097280" cy="731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8C9396"/>
                </a:solidFill>
                <a:latin typeface="Caladea Bold"/>
                <a:ea typeface="Caladea Bold"/>
                <a:cs typeface="Caladea Bold"/>
              </a:defRPr>
            </a:pPr>
            <a:r>
              <a:rPr sz="3000" b="1">
                <a:solidFill>
                  <a:srgbClr val="8C9396"/>
                </a:solidFill>
                <a:latin typeface="Caladea Bold"/>
                <a:ea typeface="Caladea Bold"/>
                <a:cs typeface="Caladea Bold"/>
              </a:rPr>
              <a:t>02</a:t>
            </a:r>
          </a:p>
        </p:txBody>
      </p:sp>
      <p:sp>
        <p:nvSpPr>
          <p:cNvPr id="10" name="{{reja_2}}">
            <a:extLst xmlns:a="http://schemas.openxmlformats.org/drawingml/2006/main">
              <a:ext uri="{FF2B5EF4-FFF2-40B4-BE49-F238E27FC236}">
                <a16:creationId xmlns:a16="http://schemas.microsoft.com/office/drawing/2014/main" id="{2DF6F19F-B5EA-4269-A20A-1ACB00A86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599432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00" b="0">
                <a:solidFill>
                  <a:srgbClr val="111111"/>
                </a:solidFill>
                <a:latin typeface="Alef"/>
                <a:ea typeface="Alef"/>
                <a:cs typeface="Alef"/>
              </a:defRPr>
            </a:pPr>
            <a:r>
              <a:rPr sz="3400" b="0">
                <a:solidFill>
                  <a:srgbClr val="111111"/>
                </a:solidFill>
                <a:latin typeface="Alef"/>
                <a:ea typeface="Alef"/>
                <a:cs typeface="Alef"/>
              </a:rPr>
              <a:t>{{reja_2}}</a:t>
            </a:r>
          </a:p>
        </p:txBody>
      </p:sp>
      <p:sp>
        <p:nvSpPr>
          <p:cNvPr id="11" name="static_03">
            <a:extLst xmlns:a="http://schemas.openxmlformats.org/drawingml/2006/main">
              <a:ext uri="{FF2B5EF4-FFF2-40B4-BE49-F238E27FC236}">
                <a16:creationId xmlns:a16="http://schemas.microsoft.com/office/drawing/2014/main" id="{DD77ACD1-7D60-42CC-B787-D83357E14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907024"/>
            <a:ext cx="1097280" cy="731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8C9396"/>
                </a:solidFill>
                <a:latin typeface="Caladea Bold"/>
                <a:ea typeface="Caladea Bold"/>
                <a:cs typeface="Caladea Bold"/>
              </a:defRPr>
            </a:pPr>
            <a:r>
              <a:rPr sz="3000" b="1">
                <a:solidFill>
                  <a:srgbClr val="8C9396"/>
                </a:solidFill>
                <a:latin typeface="Caladea Bold"/>
                <a:ea typeface="Caladea Bold"/>
                <a:cs typeface="Caladea Bold"/>
              </a:rPr>
              <a:t>03</a:t>
            </a:r>
          </a:p>
        </p:txBody>
      </p:sp>
      <p:sp>
        <p:nvSpPr>
          <p:cNvPr id="12" name="{{reja_3}}">
            <a:extLst xmlns:a="http://schemas.openxmlformats.org/drawingml/2006/main">
              <a:ext uri="{FF2B5EF4-FFF2-40B4-BE49-F238E27FC236}">
                <a16:creationId xmlns:a16="http://schemas.microsoft.com/office/drawing/2014/main" id="{D442DC2D-0A3E-4B23-804E-ED5924CAB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907024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00" b="0">
                <a:solidFill>
                  <a:srgbClr val="111111"/>
                </a:solidFill>
                <a:latin typeface="Alef"/>
                <a:ea typeface="Alef"/>
                <a:cs typeface="Alef"/>
              </a:defRPr>
            </a:pPr>
            <a:r>
              <a:rPr sz="3400" b="0">
                <a:solidFill>
                  <a:srgbClr val="111111"/>
                </a:solidFill>
                <a:latin typeface="Alef"/>
                <a:ea typeface="Alef"/>
                <a:cs typeface="Alef"/>
              </a:rPr>
              <a:t>{{reja_3}}</a:t>
            </a:r>
          </a:p>
        </p:txBody>
      </p:sp>
      <p:sp>
        <p:nvSpPr>
          <p:cNvPr id="13" name="static_04">
            <a:extLst xmlns:a="http://schemas.openxmlformats.org/drawingml/2006/main">
              <a:ext uri="{FF2B5EF4-FFF2-40B4-BE49-F238E27FC236}">
                <a16:creationId xmlns:a16="http://schemas.microsoft.com/office/drawing/2014/main" id="{C1F34075-DE09-427F-A081-EF26312B5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7214616"/>
            <a:ext cx="1097280" cy="731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8C9396"/>
                </a:solidFill>
                <a:latin typeface="Caladea Bold"/>
                <a:ea typeface="Caladea Bold"/>
                <a:cs typeface="Caladea Bold"/>
              </a:defRPr>
            </a:pPr>
            <a:r>
              <a:rPr sz="3000" b="1">
                <a:solidFill>
                  <a:srgbClr val="8C9396"/>
                </a:solidFill>
                <a:latin typeface="Caladea Bold"/>
                <a:ea typeface="Caladea Bold"/>
                <a:cs typeface="Caladea Bold"/>
              </a:rPr>
              <a:t>04</a:t>
            </a:r>
          </a:p>
        </p:txBody>
      </p:sp>
      <p:sp>
        <p:nvSpPr>
          <p:cNvPr id="14" name="{{reja_4}}">
            <a:extLst xmlns:a="http://schemas.openxmlformats.org/drawingml/2006/main">
              <a:ext uri="{FF2B5EF4-FFF2-40B4-BE49-F238E27FC236}">
                <a16:creationId xmlns:a16="http://schemas.microsoft.com/office/drawing/2014/main" id="{83C5A534-9535-44E2-8EA2-54BB82B5D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7214616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00" b="0">
                <a:solidFill>
                  <a:srgbClr val="111111"/>
                </a:solidFill>
                <a:latin typeface="Alef"/>
                <a:ea typeface="Alef"/>
                <a:cs typeface="Alef"/>
              </a:defRPr>
            </a:pPr>
            <a:r>
              <a:rPr sz="3400" b="0">
                <a:solidFill>
                  <a:srgbClr val="111111"/>
                </a:solidFill>
                <a:latin typeface="Alef"/>
                <a:ea typeface="Alef"/>
                <a:cs typeface="Alef"/>
              </a:rPr>
              <a:t>{{reja_4}}</a:t>
            </a:r>
          </a:p>
        </p:txBody>
      </p:sp>
      <p:sp>
        <p:nvSpPr>
          <p:cNvPr id="15" name="static_02 / 20">
            <a:extLst xmlns:a="http://schemas.openxmlformats.org/drawingml/2006/main">
              <a:ext uri="{FF2B5EF4-FFF2-40B4-BE49-F238E27FC236}">
                <a16:creationId xmlns:a16="http://schemas.microsoft.com/office/drawing/2014/main" id="{97682147-6C65-4164-9E9A-259AF01DE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9120" y="9646920"/>
            <a:ext cx="146304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286"/>
          </a:bodyPr>
          <a:lstStyle xmlns:a="http://schemas.openxmlformats.org/drawingml/2006/main"/>
          <a:p xmlns:a="http://schemas.openxmlformats.org/drawingml/2006/main">
            <a:pPr algn="r">
              <a:defRPr sz="1400" b="0">
                <a:solidFill>
                  <a:srgbClr val="111111"/>
                </a:solidFill>
                <a:latin typeface="Alef"/>
                <a:ea typeface="Alef"/>
                <a:cs typeface="Alef"/>
              </a:defRPr>
            </a:pPr>
            <a:r>
              <a:rPr sz="1400" b="0">
                <a:solidFill>
                  <a:srgbClr val="111111"/>
                </a:solidFill>
                <a:latin typeface="Alef"/>
                <a:ea typeface="Alef"/>
                <a:cs typeface="Alef"/>
              </a:rPr>
              <a:t>02 / 20</a:t>
            </a:r>
          </a:p>
        </p:txBody>
      </p:sp>
    </p:spTree>
    <p:extLst>
      <p:ext uri="{BB962C8B-B14F-4D97-AF65-F5344CB8AC3E}">
        <p14:creationId xmlns:p14="http://schemas.microsoft.com/office/powerpoint/2010/main" val="26488892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C327EF22-4053-448B-B9FD-F51B77781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29ce1e0c18f4f35"/>
            <a:stretch>
              <a:fillRect l="0" t="-38888" r="0" b="-38888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EBBBD5EB-F9AC-4571-B2DE-2555A5711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50314" y="675120"/>
            <a:ext cx="15587373" cy="8936760"/>
          </a:xfrm>
          <a:custGeom xmlns:a="http://schemas.openxmlformats.org/drawingml/2006/main">
            <a:rect l="l" t="t" r="r" b="b"/>
            <a:pathLst>
              <a:path w="15587373" h="8936760">
                <a:moveTo>
                  <a:pt x="0" y="0"/>
                </a:moveTo>
                <a:lnTo>
                  <a:pt x="15587372" y="0"/>
                </a:lnTo>
                <a:lnTo>
                  <a:pt x="15587372" y="8936760"/>
                </a:lnTo>
                <a:lnTo>
                  <a:pt x="0" y="893676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4850a625c104751"/>
            <a:stretch>
              <a:fillRect l="0" t="0" r="0" b="0"/>
            </a:stretch>
          </a:blipFill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2BA9135B-68D1-45E6-AE4C-789A30A19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702382" y="-2637590"/>
            <a:ext cx="6917743" cy="5082235"/>
          </a:xfrm>
          <a:custGeom xmlns:a="http://schemas.openxmlformats.org/drawingml/2006/main">
            <a:rect l="l" t="t" r="r" b="b"/>
            <a:pathLst>
              <a:path w="6917743" h="5082235">
                <a:moveTo>
                  <a:pt x="0" y="0"/>
                </a:moveTo>
                <a:lnTo>
                  <a:pt x="6917743" y="0"/>
                </a:lnTo>
                <a:lnTo>
                  <a:pt x="6917743" y="5082235"/>
                </a:lnTo>
                <a:lnTo>
                  <a:pt x="0" y="5082235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eb12b94e5d44a3c"/>
            <a:stretch>
              <a:fillRect l="0" t="0" r="0" b="0"/>
            </a:stretch>
          </a:blipFill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791D55F9-F096-47AE-A234-A23EE9C3E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00807" y="6769692"/>
            <a:ext cx="4023881" cy="4391685"/>
          </a:xfrm>
          <a:custGeom xmlns:a="http://schemas.openxmlformats.org/drawingml/2006/main">
            <a:rect l="l" t="t" r="r" b="b"/>
            <a:pathLst>
              <a:path w="4023881" h="4391685">
                <a:moveTo>
                  <a:pt x="0" y="0"/>
                </a:moveTo>
                <a:lnTo>
                  <a:pt x="4023881" y="0"/>
                </a:lnTo>
                <a:lnTo>
                  <a:pt x="4023881" y="4391685"/>
                </a:lnTo>
                <a:lnTo>
                  <a:pt x="0" y="4391685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82d50d2b9d824b99"/>
            <a:stretch>
              <a:fillRect l="0" t="0" r="0" b="0"/>
            </a:stretch>
          </a:blipFill>
        </p:spPr>
      </p:sp>
      <p:sp>
        <p:nvSpPr>
          <p:cNvPr id="6" name="{{kirish}}">
            <a:extLst xmlns:a="http://schemas.openxmlformats.org/drawingml/2006/main">
              <a:ext uri="{FF2B5EF4-FFF2-40B4-BE49-F238E27FC236}">
                <a16:creationId xmlns:a16="http://schemas.microsoft.com/office/drawing/2014/main" id="{27727AF2-A61C-4C5A-B5FE-E73FE1CB9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8880" y="1554480"/>
            <a:ext cx="13350240" cy="1463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0" b="1">
                <a:solidFill>
                  <a:srgbClr val="111111"/>
                </a:solidFill>
                <a:latin typeface="Caladea Bold"/>
                <a:ea typeface="Caladea Bold"/>
                <a:cs typeface="Caladea Bold"/>
              </a:defRPr>
            </a:pPr>
            <a:r>
              <a:rPr sz="6000" b="1">
                <a:solidFill>
                  <a:srgbClr val="111111"/>
                </a:solidFill>
                <a:latin typeface="Caladea Bold"/>
                <a:ea typeface="Caladea Bold"/>
                <a:cs typeface="Caladea Bold"/>
              </a:rPr>
              <a:t>{{kirish}}</a:t>
            </a:r>
          </a:p>
        </p:txBody>
      </p:sp>
      <p:sp>
        <p:nvSpPr>
          <p:cNvPr id="7" name="{{fraza}}">
            <a:extLst xmlns:a="http://schemas.openxmlformats.org/drawingml/2006/main">
              <a:ext uri="{FF2B5EF4-FFF2-40B4-BE49-F238E27FC236}">
                <a16:creationId xmlns:a16="http://schemas.microsoft.com/office/drawing/2014/main" id="{4351E960-2467-43F8-829F-9BE57A091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657600"/>
            <a:ext cx="12344400" cy="3931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000" b="0">
                <a:solidFill>
                  <a:srgbClr val="111111"/>
                </a:solidFill>
                <a:latin typeface="Alef"/>
                <a:ea typeface="Alef"/>
                <a:cs typeface="Alef"/>
              </a:defRPr>
            </a:pPr>
            <a:r>
              <a:rPr sz="4000" b="0">
                <a:solidFill>
                  <a:srgbClr val="111111"/>
                </a:solidFill>
                <a:latin typeface="Alef"/>
                <a:ea typeface="Alef"/>
                <a:cs typeface="Alef"/>
              </a:rPr>
              <a:t>{{fraza}}</a:t>
            </a:r>
          </a:p>
        </p:txBody>
      </p:sp>
      <p:sp>
        <p:nvSpPr>
          <p:cNvPr id="8" name="static_03 / 20">
            <a:extLst xmlns:a="http://schemas.openxmlformats.org/drawingml/2006/main">
              <a:ext uri="{FF2B5EF4-FFF2-40B4-BE49-F238E27FC236}">
                <a16:creationId xmlns:a16="http://schemas.microsoft.com/office/drawing/2014/main" id="{9F18F39B-9FC1-4EB8-9A33-BBC08175D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9120" y="9646920"/>
            <a:ext cx="146304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286"/>
          </a:bodyPr>
          <a:lstStyle xmlns:a="http://schemas.openxmlformats.org/drawingml/2006/main"/>
          <a:p xmlns:a="http://schemas.openxmlformats.org/drawingml/2006/main">
            <a:pPr algn="r">
              <a:defRPr sz="1400" b="0">
                <a:solidFill>
                  <a:srgbClr val="111111"/>
                </a:solidFill>
                <a:latin typeface="Alef"/>
                <a:ea typeface="Alef"/>
                <a:cs typeface="Alef"/>
              </a:defRPr>
            </a:pPr>
            <a:r>
              <a:rPr sz="1400" b="0">
                <a:solidFill>
                  <a:srgbClr val="111111"/>
                </a:solidFill>
                <a:latin typeface="Alef"/>
                <a:ea typeface="Alef"/>
                <a:cs typeface="Alef"/>
              </a:rPr>
              <a:t>03 / 20</a:t>
            </a:r>
          </a:p>
        </p:txBody>
      </p:sp>
    </p:spTree>
    <p:extLst>
      <p:ext uri="{BB962C8B-B14F-4D97-AF65-F5344CB8AC3E}">
        <p14:creationId xmlns:p14="http://schemas.microsoft.com/office/powerpoint/2010/main" val="200997804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B3566EDE-8828-4575-93E1-822CA3D43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6614693291046c1"/>
            <a:stretch>
              <a:fillRect l="0" t="-38888" r="0" b="-38888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D5643F51-EBEF-4DE6-8D27-24A7DCDA1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27123" y="765147"/>
            <a:ext cx="8732177" cy="8756706"/>
          </a:xfrm>
          <a:custGeom xmlns:a="http://schemas.openxmlformats.org/drawingml/2006/main">
            <a:rect l="l" t="t" r="r" b="b"/>
            <a:pathLst>
              <a:path w="8732177" h="8756706">
                <a:moveTo>
                  <a:pt x="0" y="0"/>
                </a:moveTo>
                <a:lnTo>
                  <a:pt x="8732177" y="0"/>
                </a:lnTo>
                <a:lnTo>
                  <a:pt x="8732177" y="8756706"/>
                </a:lnTo>
                <a:lnTo>
                  <a:pt x="0" y="8756706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bb7eb3aeb3f4a88"/>
            <a:stretch>
              <a:fillRect l="0" t="0" r="0" b="0"/>
            </a:stretch>
          </a:blipFill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2737C602-9F5B-4C58-AF84-AADAA40E8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8910" y="825715"/>
            <a:ext cx="7134118" cy="8635570"/>
          </a:xfrm>
          <a:custGeom xmlns:a="http://schemas.openxmlformats.org/drawingml/2006/main">
            <a:rect l="l" t="t" r="r" b="b"/>
            <a:pathLst>
              <a:path w="7134118" h="8635570">
                <a:moveTo>
                  <a:pt x="0" y="0"/>
                </a:moveTo>
                <a:lnTo>
                  <a:pt x="7134118" y="0"/>
                </a:lnTo>
                <a:lnTo>
                  <a:pt x="7134118" y="8635570"/>
                </a:lnTo>
                <a:lnTo>
                  <a:pt x="0" y="863557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10765ffd0ed40b6"/>
            <a:stretch>
              <a:fillRect l="0" t="0" r="0" b="0"/>
            </a:stretch>
          </a:blipFill>
        </p:spPr>
      </p:sp>
      <p:sp>
        <p:nvSpPr>
          <p:cNvPr id="6" name="{{image_8}}" descr="{{image_8}}">
            <a:extLst xmlns:a="http://schemas.openxmlformats.org/drawingml/2006/main">
              <a:ext uri="{FF2B5EF4-FFF2-40B4-BE49-F238E27FC236}">
                <a16:creationId xmlns:a16="http://schemas.microsoft.com/office/drawing/2014/main" id="{20EC6E80-0B38-40AD-89BE-D4C96A2CD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56176" y="1231685"/>
            <a:ext cx="6355444" cy="8026615"/>
          </a:xfrm>
          <a:custGeom xmlns:a="http://schemas.openxmlformats.org/drawingml/2006/main">
            <a:rect l="l" t="t" r="r" b="b"/>
            <a:pathLst>
              <a:path w="984625" h="1243533">
                <a:moveTo>
                  <a:pt x="0" y="0"/>
                </a:moveTo>
                <a:lnTo>
                  <a:pt x="984625" y="0"/>
                </a:lnTo>
                <a:lnTo>
                  <a:pt x="984625" y="1243533"/>
                </a:lnTo>
                <a:lnTo>
                  <a:pt x="0" y="1243533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8717154329641f1"/>
            <a:stretch>
              <a:fillRect l="-44635" t="0" r="-44635" b="0"/>
            </a:stretch>
          </a:blipFill>
          <a:ln xmlns:a="http://schemas.openxmlformats.org/drawingml/2006/main" cap="sq">
            <a:noFill/>
            <a:prstDash val="solid"/>
            <a:miter/>
          </a:ln>
        </p:spPr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9C6D3C00-1848-4F04-B82B-204BB7DDF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800708" flipH="0" flipV="0">
            <a:off x="-5505605" y="-4234037"/>
            <a:ext cx="11890690" cy="7388082"/>
          </a:xfrm>
          <a:custGeom xmlns:a="http://schemas.openxmlformats.org/drawingml/2006/main">
            <a:rect l="l" t="t" r="r" b="b"/>
            <a:pathLst>
              <a:path w="11890690" h="7388082">
                <a:moveTo>
                  <a:pt x="0" y="0"/>
                </a:moveTo>
                <a:lnTo>
                  <a:pt x="11890689" y="0"/>
                </a:lnTo>
                <a:lnTo>
                  <a:pt x="11890689" y="7388082"/>
                </a:lnTo>
                <a:lnTo>
                  <a:pt x="0" y="7388082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3ebbd1cc02a14c7b"/>
            <a:stretch>
              <a:fillRect l="0" t="0" r="0" b="0"/>
            </a:stretch>
          </a:blipFill>
        </p:spPr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92A14E51-D32C-4B54-AEF2-274E04DAC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381986" y="7533363"/>
            <a:ext cx="3754629" cy="3855845"/>
          </a:xfrm>
          <a:custGeom xmlns:a="http://schemas.openxmlformats.org/drawingml/2006/main">
            <a:rect l="l" t="t" r="r" b="b"/>
            <a:pathLst>
              <a:path w="3754629" h="3855845">
                <a:moveTo>
                  <a:pt x="0" y="0"/>
                </a:moveTo>
                <a:lnTo>
                  <a:pt x="3754628" y="0"/>
                </a:lnTo>
                <a:lnTo>
                  <a:pt x="3754628" y="3855844"/>
                </a:lnTo>
                <a:lnTo>
                  <a:pt x="0" y="385584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590c14caa6d4478"/>
            <a:stretch>
              <a:fillRect l="0" t="0" r="0" b="0"/>
            </a:stretch>
          </a:blipFill>
        </p:spPr>
      </p:sp>
      <p:sp>
        <p:nvSpPr>
          <p:cNvPr id="9" name="{{kirish}}">
            <a:extLst xmlns:a="http://schemas.openxmlformats.org/drawingml/2006/main">
              <a:ext uri="{FF2B5EF4-FFF2-40B4-BE49-F238E27FC236}">
                <a16:creationId xmlns:a16="http://schemas.microsoft.com/office/drawing/2014/main" id="{80717CE3-1ACA-49FA-83CA-865333980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737360"/>
            <a:ext cx="7178040" cy="1508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000" b="1">
                <a:solidFill>
                  <a:srgbClr val="111111"/>
                </a:solidFill>
                <a:latin typeface="Caladea Bold"/>
                <a:ea typeface="Caladea Bold"/>
                <a:cs typeface="Caladea Bold"/>
              </a:defRPr>
            </a:pPr>
            <a:r>
              <a:rPr sz="5000" b="1">
                <a:solidFill>
                  <a:srgbClr val="111111"/>
                </a:solidFill>
                <a:latin typeface="Caladea Bold"/>
                <a:ea typeface="Caladea Bold"/>
                <a:cs typeface="Caladea Bold"/>
              </a:rPr>
              <a:t>{{kirish}}</a:t>
            </a:r>
          </a:p>
        </p:txBody>
      </p:sp>
      <p:sp>
        <p:nvSpPr>
          <p:cNvPr id="10" name="{{kirish_matni}}">
            <a:extLst xmlns:a="http://schemas.openxmlformats.org/drawingml/2006/main">
              <a:ext uri="{FF2B5EF4-FFF2-40B4-BE49-F238E27FC236}">
                <a16:creationId xmlns:a16="http://schemas.microsoft.com/office/drawing/2014/main" id="{9D98F2AF-9E71-4641-B3FE-46B7D2D82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657600"/>
            <a:ext cx="7086600" cy="4983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181818"/>
                </a:solidFill>
                <a:latin typeface="Alef"/>
                <a:ea typeface="Alef"/>
                <a:cs typeface="Alef"/>
              </a:defRPr>
            </a:pPr>
            <a:r>
              <a:rPr sz="2700" b="0">
                <a:solidFill>
                  <a:srgbClr val="181818"/>
                </a:solidFill>
                <a:latin typeface="Alef"/>
                <a:ea typeface="Alef"/>
                <a:cs typeface="Alef"/>
              </a:rPr>
              <a:t>{{kirish_matni}}</a:t>
            </a:r>
          </a:p>
        </p:txBody>
      </p:sp>
      <p:sp>
        <p:nvSpPr>
          <p:cNvPr id="11" name="static_04 / 20">
            <a:extLst xmlns:a="http://schemas.openxmlformats.org/drawingml/2006/main">
              <a:ext uri="{FF2B5EF4-FFF2-40B4-BE49-F238E27FC236}">
                <a16:creationId xmlns:a16="http://schemas.microsoft.com/office/drawing/2014/main" id="{9F7EDFA7-E48B-4FBD-B859-A0C239C5D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9120" y="9646920"/>
            <a:ext cx="146304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286"/>
          </a:bodyPr>
          <a:lstStyle xmlns:a="http://schemas.openxmlformats.org/drawingml/2006/main"/>
          <a:p xmlns:a="http://schemas.openxmlformats.org/drawingml/2006/main">
            <a:pPr algn="r">
              <a:defRPr sz="1400" b="0">
                <a:solidFill>
                  <a:srgbClr val="111111"/>
                </a:solidFill>
                <a:latin typeface="Alef"/>
                <a:ea typeface="Alef"/>
                <a:cs typeface="Alef"/>
              </a:defRPr>
            </a:pPr>
            <a:r>
              <a:rPr sz="1400" b="0">
                <a:solidFill>
                  <a:srgbClr val="111111"/>
                </a:solidFill>
                <a:latin typeface="Alef"/>
                <a:ea typeface="Alef"/>
                <a:cs typeface="Alef"/>
              </a:rPr>
              <a:t>04 / 20</a:t>
            </a:r>
          </a:p>
        </p:txBody>
      </p:sp>
    </p:spTree>
    <p:extLst>
      <p:ext uri="{BB962C8B-B14F-4D97-AF65-F5344CB8AC3E}">
        <p14:creationId xmlns:p14="http://schemas.microsoft.com/office/powerpoint/2010/main" val="31307462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4E97ACD0-AC83-42B8-8736-691F392BF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8099a0a2a46e48bb"/>
            <a:stretch>
              <a:fillRect l="0" t="-38888" r="0" b="-38888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60AD9DB9-9944-495E-A1FE-032819CA8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8700" y="765147"/>
            <a:ext cx="8732177" cy="8756706"/>
          </a:xfrm>
          <a:custGeom xmlns:a="http://schemas.openxmlformats.org/drawingml/2006/main">
            <a:rect l="l" t="t" r="r" b="b"/>
            <a:pathLst>
              <a:path w="8732177" h="8756706">
                <a:moveTo>
                  <a:pt x="0" y="0"/>
                </a:moveTo>
                <a:lnTo>
                  <a:pt x="8732177" y="0"/>
                </a:lnTo>
                <a:lnTo>
                  <a:pt x="8732177" y="8756706"/>
                </a:lnTo>
                <a:lnTo>
                  <a:pt x="0" y="8756706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b392dd0daf39403b"/>
            <a:stretch>
              <a:fillRect l="0" t="0" r="0" b="0"/>
            </a:stretch>
          </a:blipFill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837AF46E-8720-437D-8281-2E5BAD1AC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125182" y="825715"/>
            <a:ext cx="7134118" cy="8635570"/>
          </a:xfrm>
          <a:custGeom xmlns:a="http://schemas.openxmlformats.org/drawingml/2006/main">
            <a:rect l="l" t="t" r="r" b="b"/>
            <a:pathLst>
              <a:path w="7134118" h="8635570">
                <a:moveTo>
                  <a:pt x="0" y="0"/>
                </a:moveTo>
                <a:lnTo>
                  <a:pt x="7134118" y="0"/>
                </a:lnTo>
                <a:lnTo>
                  <a:pt x="7134118" y="8635570"/>
                </a:lnTo>
                <a:lnTo>
                  <a:pt x="0" y="863557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0aff5bce6734d72"/>
            <a:stretch>
              <a:fillRect l="0" t="0" r="0" b="0"/>
            </a:stretch>
          </a:blipFill>
        </p:spPr>
      </p:sp>
      <p:sp>
        <p:nvSpPr>
          <p:cNvPr id="6" name="{{image_3}}" descr="{{image_3}}">
            <a:extLst xmlns:a="http://schemas.openxmlformats.org/drawingml/2006/main">
              <a:ext uri="{FF2B5EF4-FFF2-40B4-BE49-F238E27FC236}">
                <a16:creationId xmlns:a16="http://schemas.microsoft.com/office/drawing/2014/main" id="{F0A0318D-960D-4847-9A2D-D8A64D56F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572448" y="1231685"/>
            <a:ext cx="6355444" cy="8026615"/>
          </a:xfrm>
          <a:custGeom xmlns:a="http://schemas.openxmlformats.org/drawingml/2006/main">
            <a:rect l="l" t="t" r="r" b="b"/>
            <a:pathLst>
              <a:path w="984625" h="1243533">
                <a:moveTo>
                  <a:pt x="0" y="0"/>
                </a:moveTo>
                <a:lnTo>
                  <a:pt x="984625" y="0"/>
                </a:lnTo>
                <a:lnTo>
                  <a:pt x="984625" y="1243533"/>
                </a:lnTo>
                <a:lnTo>
                  <a:pt x="0" y="1243533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9169a0b4d52413e"/>
            <a:stretch>
              <a:fillRect l="-44635" t="0" r="-44635" b="0"/>
            </a:stretch>
          </a:blipFill>
          <a:ln xmlns:a="http://schemas.openxmlformats.org/drawingml/2006/main" cap="sq">
            <a:noFill/>
            <a:prstDash val="solid"/>
            <a:miter/>
          </a:ln>
        </p:spPr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83251503-AE3B-430C-A38A-47F7CC265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5336392" y="-1587891"/>
            <a:ext cx="8422504" cy="5233183"/>
          </a:xfrm>
          <a:custGeom xmlns:a="http://schemas.openxmlformats.org/drawingml/2006/main">
            <a:rect l="l" t="t" r="r" b="b"/>
            <a:pathLst>
              <a:path w="8422504" h="5233183">
                <a:moveTo>
                  <a:pt x="0" y="0"/>
                </a:moveTo>
                <a:lnTo>
                  <a:pt x="8422504" y="0"/>
                </a:lnTo>
                <a:lnTo>
                  <a:pt x="8422504" y="5233182"/>
                </a:lnTo>
                <a:lnTo>
                  <a:pt x="0" y="5233182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3c349887563a4737"/>
            <a:stretch>
              <a:fillRect l="0" t="0" r="0" b="0"/>
            </a:stretch>
          </a:blipFill>
        </p:spPr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A71DA963-693F-4B86-9866-0C5E1C03C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058909" y="7041079"/>
            <a:ext cx="3754629" cy="3855845"/>
          </a:xfrm>
          <a:custGeom xmlns:a="http://schemas.openxmlformats.org/drawingml/2006/main">
            <a:rect l="l" t="t" r="r" b="b"/>
            <a:pathLst>
              <a:path w="3754629" h="3855845">
                <a:moveTo>
                  <a:pt x="0" y="0"/>
                </a:moveTo>
                <a:lnTo>
                  <a:pt x="3754629" y="0"/>
                </a:lnTo>
                <a:lnTo>
                  <a:pt x="3754629" y="3855845"/>
                </a:lnTo>
                <a:lnTo>
                  <a:pt x="0" y="3855845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b16038bdd26491c"/>
            <a:stretch>
              <a:fillRect l="0" t="0" r="0" b="0"/>
            </a:stretch>
          </a:blipFill>
        </p:spPr>
      </p:sp>
      <p:sp>
        <p:nvSpPr>
          <p:cNvPr id="9" name="{{fakt_1}}">
            <a:extLst xmlns:a="http://schemas.openxmlformats.org/drawingml/2006/main">
              <a:ext uri="{FF2B5EF4-FFF2-40B4-BE49-F238E27FC236}">
                <a16:creationId xmlns:a16="http://schemas.microsoft.com/office/drawing/2014/main" id="{04B7F113-DB23-4B8C-8820-E57E8B8F7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7360" y="1737360"/>
            <a:ext cx="7178040" cy="1508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000" b="1">
                <a:solidFill>
                  <a:srgbClr val="111111"/>
                </a:solidFill>
                <a:latin typeface="Caladea Bold"/>
                <a:ea typeface="Caladea Bold"/>
                <a:cs typeface="Caladea Bold"/>
              </a:defRPr>
            </a:pPr>
            <a:r>
              <a:rPr sz="5000" b="1">
                <a:solidFill>
                  <a:srgbClr val="111111"/>
                </a:solidFill>
                <a:latin typeface="Caladea Bold"/>
                <a:ea typeface="Caladea Bold"/>
                <a:cs typeface="Caladea Bold"/>
              </a:rPr>
              <a:t>{{fakt_1}}</a:t>
            </a:r>
          </a:p>
        </p:txBody>
      </p:sp>
      <p:sp>
        <p:nvSpPr>
          <p:cNvPr id="10" name="{{fakt_1_asosi}}">
            <a:extLst xmlns:a="http://schemas.openxmlformats.org/drawingml/2006/main">
              <a:ext uri="{FF2B5EF4-FFF2-40B4-BE49-F238E27FC236}">
                <a16:creationId xmlns:a16="http://schemas.microsoft.com/office/drawing/2014/main" id="{6E85604D-326D-4A6D-A8CB-72C5F743E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7360" y="3657600"/>
            <a:ext cx="7086600" cy="4983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181818"/>
                </a:solidFill>
                <a:latin typeface="Alef"/>
                <a:ea typeface="Alef"/>
                <a:cs typeface="Alef"/>
              </a:defRPr>
            </a:pPr>
            <a:r>
              <a:rPr sz="2700" b="0">
                <a:solidFill>
                  <a:srgbClr val="181818"/>
                </a:solidFill>
                <a:latin typeface="Alef"/>
                <a:ea typeface="Alef"/>
                <a:cs typeface="Alef"/>
              </a:rPr>
              <a:t>{{fakt_1_asosi}}</a:t>
            </a:r>
          </a:p>
        </p:txBody>
      </p:sp>
      <p:sp>
        <p:nvSpPr>
          <p:cNvPr id="11" name="static_05 / 20">
            <a:extLst xmlns:a="http://schemas.openxmlformats.org/drawingml/2006/main">
              <a:ext uri="{FF2B5EF4-FFF2-40B4-BE49-F238E27FC236}">
                <a16:creationId xmlns:a16="http://schemas.microsoft.com/office/drawing/2014/main" id="{ADCB72B7-0049-41AF-B523-C3804F894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9120" y="9646920"/>
            <a:ext cx="146304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286"/>
          </a:bodyPr>
          <a:lstStyle xmlns:a="http://schemas.openxmlformats.org/drawingml/2006/main"/>
          <a:p xmlns:a="http://schemas.openxmlformats.org/drawingml/2006/main">
            <a:pPr algn="r">
              <a:defRPr sz="1400" b="0">
                <a:solidFill>
                  <a:srgbClr val="111111"/>
                </a:solidFill>
                <a:latin typeface="Alef"/>
                <a:ea typeface="Alef"/>
                <a:cs typeface="Alef"/>
              </a:defRPr>
            </a:pPr>
            <a:r>
              <a:rPr sz="1400" b="0">
                <a:solidFill>
                  <a:srgbClr val="111111"/>
                </a:solidFill>
                <a:latin typeface="Alef"/>
                <a:ea typeface="Alef"/>
                <a:cs typeface="Alef"/>
              </a:rPr>
              <a:t>05 / 20</a:t>
            </a:r>
          </a:p>
        </p:txBody>
      </p:sp>
    </p:spTree>
    <p:extLst>
      <p:ext uri="{BB962C8B-B14F-4D97-AF65-F5344CB8AC3E}">
        <p14:creationId xmlns:p14="http://schemas.microsoft.com/office/powerpoint/2010/main" val="83400751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B3566EDE-8828-4575-93E1-822CA3D43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18dcefdb91344be"/>
            <a:stretch>
              <a:fillRect l="0" t="-38888" r="0" b="-38888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D5643F51-EBEF-4DE6-8D27-24A7DCDA1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27123" y="765147"/>
            <a:ext cx="8732177" cy="8756706"/>
          </a:xfrm>
          <a:custGeom xmlns:a="http://schemas.openxmlformats.org/drawingml/2006/main">
            <a:rect l="l" t="t" r="r" b="b"/>
            <a:pathLst>
              <a:path w="8732177" h="8756706">
                <a:moveTo>
                  <a:pt x="0" y="0"/>
                </a:moveTo>
                <a:lnTo>
                  <a:pt x="8732177" y="0"/>
                </a:lnTo>
                <a:lnTo>
                  <a:pt x="8732177" y="8756706"/>
                </a:lnTo>
                <a:lnTo>
                  <a:pt x="0" y="8756706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8d85789a66e41ba"/>
            <a:stretch>
              <a:fillRect l="0" t="0" r="0" b="0"/>
            </a:stretch>
          </a:blipFill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2737C602-9F5B-4C58-AF84-AADAA40E8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8910" y="825715"/>
            <a:ext cx="7134118" cy="8635570"/>
          </a:xfrm>
          <a:custGeom xmlns:a="http://schemas.openxmlformats.org/drawingml/2006/main">
            <a:rect l="l" t="t" r="r" b="b"/>
            <a:pathLst>
              <a:path w="7134118" h="8635570">
                <a:moveTo>
                  <a:pt x="0" y="0"/>
                </a:moveTo>
                <a:lnTo>
                  <a:pt x="7134118" y="0"/>
                </a:lnTo>
                <a:lnTo>
                  <a:pt x="7134118" y="8635570"/>
                </a:lnTo>
                <a:lnTo>
                  <a:pt x="0" y="863557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790f841fc484212"/>
            <a:stretch>
              <a:fillRect l="0" t="0" r="0" b="0"/>
            </a:stretch>
          </a:blipFill>
        </p:spPr>
      </p:sp>
      <p:sp>
        <p:nvSpPr>
          <p:cNvPr id="6" name="{{image_9}}" descr="{{image_9}}">
            <a:extLst xmlns:a="http://schemas.openxmlformats.org/drawingml/2006/main">
              <a:ext uri="{FF2B5EF4-FFF2-40B4-BE49-F238E27FC236}">
                <a16:creationId xmlns:a16="http://schemas.microsoft.com/office/drawing/2014/main" id="{20EC6E80-0B38-40AD-89BE-D4C96A2CD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56176" y="1231685"/>
            <a:ext cx="6355444" cy="8026615"/>
          </a:xfrm>
          <a:custGeom xmlns:a="http://schemas.openxmlformats.org/drawingml/2006/main">
            <a:rect l="l" t="t" r="r" b="b"/>
            <a:pathLst>
              <a:path w="984625" h="1243533">
                <a:moveTo>
                  <a:pt x="0" y="0"/>
                </a:moveTo>
                <a:lnTo>
                  <a:pt x="984625" y="0"/>
                </a:lnTo>
                <a:lnTo>
                  <a:pt x="984625" y="1243533"/>
                </a:lnTo>
                <a:lnTo>
                  <a:pt x="0" y="1243533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1b9fb7fdd5447a9"/>
            <a:stretch>
              <a:fillRect l="-44635" t="0" r="-44635" b="0"/>
            </a:stretch>
          </a:blipFill>
          <a:ln xmlns:a="http://schemas.openxmlformats.org/drawingml/2006/main" cap="sq">
            <a:noFill/>
            <a:prstDash val="solid"/>
            <a:miter/>
          </a:ln>
        </p:spPr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9C6D3C00-1848-4F04-B82B-204BB7DDF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800708" flipH="0" flipV="0">
            <a:off x="-5505605" y="-4234037"/>
            <a:ext cx="11890690" cy="7388082"/>
          </a:xfrm>
          <a:custGeom xmlns:a="http://schemas.openxmlformats.org/drawingml/2006/main">
            <a:rect l="l" t="t" r="r" b="b"/>
            <a:pathLst>
              <a:path w="11890690" h="7388082">
                <a:moveTo>
                  <a:pt x="0" y="0"/>
                </a:moveTo>
                <a:lnTo>
                  <a:pt x="11890689" y="0"/>
                </a:lnTo>
                <a:lnTo>
                  <a:pt x="11890689" y="7388082"/>
                </a:lnTo>
                <a:lnTo>
                  <a:pt x="0" y="7388082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89d8e04f1dc64388"/>
            <a:stretch>
              <a:fillRect l="0" t="0" r="0" b="0"/>
            </a:stretch>
          </a:blipFill>
        </p:spPr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92A14E51-D32C-4B54-AEF2-274E04DAC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381986" y="7533363"/>
            <a:ext cx="3754629" cy="3855845"/>
          </a:xfrm>
          <a:custGeom xmlns:a="http://schemas.openxmlformats.org/drawingml/2006/main">
            <a:rect l="l" t="t" r="r" b="b"/>
            <a:pathLst>
              <a:path w="3754629" h="3855845">
                <a:moveTo>
                  <a:pt x="0" y="0"/>
                </a:moveTo>
                <a:lnTo>
                  <a:pt x="3754628" y="0"/>
                </a:lnTo>
                <a:lnTo>
                  <a:pt x="3754628" y="3855844"/>
                </a:lnTo>
                <a:lnTo>
                  <a:pt x="0" y="385584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c32f2614ad04609"/>
            <a:stretch>
              <a:fillRect l="0" t="0" r="0" b="0"/>
            </a:stretch>
          </a:blipFill>
        </p:spPr>
      </p:sp>
      <p:sp>
        <p:nvSpPr>
          <p:cNvPr id="9" name="{{fakt_2}}">
            <a:extLst xmlns:a="http://schemas.openxmlformats.org/drawingml/2006/main">
              <a:ext uri="{FF2B5EF4-FFF2-40B4-BE49-F238E27FC236}">
                <a16:creationId xmlns:a16="http://schemas.microsoft.com/office/drawing/2014/main" id="{A79ED7B5-06FF-4461-BBF4-CD8A06E1C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737360"/>
            <a:ext cx="7178040" cy="1508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000" b="1">
                <a:solidFill>
                  <a:srgbClr val="111111"/>
                </a:solidFill>
                <a:latin typeface="Caladea Bold"/>
                <a:ea typeface="Caladea Bold"/>
                <a:cs typeface="Caladea Bold"/>
              </a:defRPr>
            </a:pPr>
            <a:r>
              <a:rPr sz="5000" b="1">
                <a:solidFill>
                  <a:srgbClr val="111111"/>
                </a:solidFill>
                <a:latin typeface="Caladea Bold"/>
                <a:ea typeface="Caladea Bold"/>
                <a:cs typeface="Caladea Bold"/>
              </a:rPr>
              <a:t>{{fakt_2}}</a:t>
            </a:r>
          </a:p>
        </p:txBody>
      </p:sp>
      <p:sp>
        <p:nvSpPr>
          <p:cNvPr id="10" name="{{fakt_2_asosi}}">
            <a:extLst xmlns:a="http://schemas.openxmlformats.org/drawingml/2006/main">
              <a:ext uri="{FF2B5EF4-FFF2-40B4-BE49-F238E27FC236}">
                <a16:creationId xmlns:a16="http://schemas.microsoft.com/office/drawing/2014/main" id="{73D63472-6B6E-4FB8-B7D9-33B256445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657600"/>
            <a:ext cx="7086600" cy="4983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181818"/>
                </a:solidFill>
                <a:latin typeface="Alef"/>
                <a:ea typeface="Alef"/>
                <a:cs typeface="Alef"/>
              </a:defRPr>
            </a:pPr>
            <a:r>
              <a:rPr sz="2700" b="0">
                <a:solidFill>
                  <a:srgbClr val="181818"/>
                </a:solidFill>
                <a:latin typeface="Alef"/>
                <a:ea typeface="Alef"/>
                <a:cs typeface="Alef"/>
              </a:rPr>
              <a:t>{{fakt_2_asosi}}</a:t>
            </a:r>
          </a:p>
        </p:txBody>
      </p:sp>
      <p:sp>
        <p:nvSpPr>
          <p:cNvPr id="11" name="static_06 / 20">
            <a:extLst xmlns:a="http://schemas.openxmlformats.org/drawingml/2006/main">
              <a:ext uri="{FF2B5EF4-FFF2-40B4-BE49-F238E27FC236}">
                <a16:creationId xmlns:a16="http://schemas.microsoft.com/office/drawing/2014/main" id="{B858FCF7-AE09-4A18-A24E-4A03C2AB7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9120" y="9646920"/>
            <a:ext cx="146304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286"/>
          </a:bodyPr>
          <a:lstStyle xmlns:a="http://schemas.openxmlformats.org/drawingml/2006/main"/>
          <a:p xmlns:a="http://schemas.openxmlformats.org/drawingml/2006/main">
            <a:pPr algn="r">
              <a:defRPr sz="1400" b="0">
                <a:solidFill>
                  <a:srgbClr val="111111"/>
                </a:solidFill>
                <a:latin typeface="Alef"/>
                <a:ea typeface="Alef"/>
                <a:cs typeface="Alef"/>
              </a:defRPr>
            </a:pPr>
            <a:r>
              <a:rPr sz="1400" b="0">
                <a:solidFill>
                  <a:srgbClr val="111111"/>
                </a:solidFill>
                <a:latin typeface="Alef"/>
                <a:ea typeface="Alef"/>
                <a:cs typeface="Alef"/>
              </a:rPr>
              <a:t>06 / 20</a:t>
            </a:r>
          </a:p>
        </p:txBody>
      </p:sp>
    </p:spTree>
    <p:extLst>
      <p:ext uri="{BB962C8B-B14F-4D97-AF65-F5344CB8AC3E}">
        <p14:creationId xmlns:p14="http://schemas.microsoft.com/office/powerpoint/2010/main" val="31307462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4E97ACD0-AC83-42B8-8736-691F392BF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adcd256d2df4c38"/>
            <a:stretch>
              <a:fillRect l="0" t="-38888" r="0" b="-38888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60AD9DB9-9944-495E-A1FE-032819CA8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8700" y="765147"/>
            <a:ext cx="8732177" cy="8756706"/>
          </a:xfrm>
          <a:custGeom xmlns:a="http://schemas.openxmlformats.org/drawingml/2006/main">
            <a:rect l="l" t="t" r="r" b="b"/>
            <a:pathLst>
              <a:path w="8732177" h="8756706">
                <a:moveTo>
                  <a:pt x="0" y="0"/>
                </a:moveTo>
                <a:lnTo>
                  <a:pt x="8732177" y="0"/>
                </a:lnTo>
                <a:lnTo>
                  <a:pt x="8732177" y="8756706"/>
                </a:lnTo>
                <a:lnTo>
                  <a:pt x="0" y="8756706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554ca1803514687"/>
            <a:stretch>
              <a:fillRect l="0" t="0" r="0" b="0"/>
            </a:stretch>
          </a:blipFill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837AF46E-8720-437D-8281-2E5BAD1AC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125182" y="825715"/>
            <a:ext cx="7134118" cy="8635570"/>
          </a:xfrm>
          <a:custGeom xmlns:a="http://schemas.openxmlformats.org/drawingml/2006/main">
            <a:rect l="l" t="t" r="r" b="b"/>
            <a:pathLst>
              <a:path w="7134118" h="8635570">
                <a:moveTo>
                  <a:pt x="0" y="0"/>
                </a:moveTo>
                <a:lnTo>
                  <a:pt x="7134118" y="0"/>
                </a:lnTo>
                <a:lnTo>
                  <a:pt x="7134118" y="8635570"/>
                </a:lnTo>
                <a:lnTo>
                  <a:pt x="0" y="863557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9147b546e3c44e7"/>
            <a:stretch>
              <a:fillRect l="0" t="0" r="0" b="0"/>
            </a:stretch>
          </a:blipFill>
        </p:spPr>
      </p:sp>
      <p:sp>
        <p:nvSpPr>
          <p:cNvPr id="6" name="{{image_4}}" descr="{{image_4}}">
            <a:extLst xmlns:a="http://schemas.openxmlformats.org/drawingml/2006/main">
              <a:ext uri="{FF2B5EF4-FFF2-40B4-BE49-F238E27FC236}">
                <a16:creationId xmlns:a16="http://schemas.microsoft.com/office/drawing/2014/main" id="{F0A0318D-960D-4847-9A2D-D8A64D56F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572448" y="1231685"/>
            <a:ext cx="6355444" cy="8026615"/>
          </a:xfrm>
          <a:custGeom xmlns:a="http://schemas.openxmlformats.org/drawingml/2006/main">
            <a:rect l="l" t="t" r="r" b="b"/>
            <a:pathLst>
              <a:path w="984625" h="1243533">
                <a:moveTo>
                  <a:pt x="0" y="0"/>
                </a:moveTo>
                <a:lnTo>
                  <a:pt x="984625" y="0"/>
                </a:lnTo>
                <a:lnTo>
                  <a:pt x="984625" y="1243533"/>
                </a:lnTo>
                <a:lnTo>
                  <a:pt x="0" y="1243533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0dee5504db14f35"/>
            <a:stretch>
              <a:fillRect l="-44635" t="0" r="-44635" b="0"/>
            </a:stretch>
          </a:blipFill>
          <a:ln xmlns:a="http://schemas.openxmlformats.org/drawingml/2006/main" cap="sq">
            <a:noFill/>
            <a:prstDash val="solid"/>
            <a:miter/>
          </a:ln>
        </p:spPr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83251503-AE3B-430C-A38A-47F7CC265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5336392" y="-1587891"/>
            <a:ext cx="8422504" cy="5233183"/>
          </a:xfrm>
          <a:custGeom xmlns:a="http://schemas.openxmlformats.org/drawingml/2006/main">
            <a:rect l="l" t="t" r="r" b="b"/>
            <a:pathLst>
              <a:path w="8422504" h="5233183">
                <a:moveTo>
                  <a:pt x="0" y="0"/>
                </a:moveTo>
                <a:lnTo>
                  <a:pt x="8422504" y="0"/>
                </a:lnTo>
                <a:lnTo>
                  <a:pt x="8422504" y="5233182"/>
                </a:lnTo>
                <a:lnTo>
                  <a:pt x="0" y="5233182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d57b34b6f50429b"/>
            <a:stretch>
              <a:fillRect l="0" t="0" r="0" b="0"/>
            </a:stretch>
          </a:blipFill>
        </p:spPr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A71DA963-693F-4B86-9866-0C5E1C03C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058909" y="7041079"/>
            <a:ext cx="3754629" cy="3855845"/>
          </a:xfrm>
          <a:custGeom xmlns:a="http://schemas.openxmlformats.org/drawingml/2006/main">
            <a:rect l="l" t="t" r="r" b="b"/>
            <a:pathLst>
              <a:path w="3754629" h="3855845">
                <a:moveTo>
                  <a:pt x="0" y="0"/>
                </a:moveTo>
                <a:lnTo>
                  <a:pt x="3754629" y="0"/>
                </a:lnTo>
                <a:lnTo>
                  <a:pt x="3754629" y="3855845"/>
                </a:lnTo>
                <a:lnTo>
                  <a:pt x="0" y="3855845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3b60dede24ea4040"/>
            <a:stretch>
              <a:fillRect l="0" t="0" r="0" b="0"/>
            </a:stretch>
          </a:blipFill>
        </p:spPr>
      </p:sp>
      <p:sp>
        <p:nvSpPr>
          <p:cNvPr id="9" name="{{fakt_3}}">
            <a:extLst xmlns:a="http://schemas.openxmlformats.org/drawingml/2006/main">
              <a:ext uri="{FF2B5EF4-FFF2-40B4-BE49-F238E27FC236}">
                <a16:creationId xmlns:a16="http://schemas.microsoft.com/office/drawing/2014/main" id="{302EED56-F39D-4132-9952-810F10ED1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7360" y="1737360"/>
            <a:ext cx="7178040" cy="1508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000" b="1">
                <a:solidFill>
                  <a:srgbClr val="111111"/>
                </a:solidFill>
                <a:latin typeface="Caladea Bold"/>
                <a:ea typeface="Caladea Bold"/>
                <a:cs typeface="Caladea Bold"/>
              </a:defRPr>
            </a:pPr>
            <a:r>
              <a:rPr sz="5000" b="1">
                <a:solidFill>
                  <a:srgbClr val="111111"/>
                </a:solidFill>
                <a:latin typeface="Caladea Bold"/>
                <a:ea typeface="Caladea Bold"/>
                <a:cs typeface="Caladea Bold"/>
              </a:rPr>
              <a:t>{{fakt_3}}</a:t>
            </a:r>
          </a:p>
        </p:txBody>
      </p:sp>
      <p:sp>
        <p:nvSpPr>
          <p:cNvPr id="10" name="{{fakt_3_asosi}}">
            <a:extLst xmlns:a="http://schemas.openxmlformats.org/drawingml/2006/main">
              <a:ext uri="{FF2B5EF4-FFF2-40B4-BE49-F238E27FC236}">
                <a16:creationId xmlns:a16="http://schemas.microsoft.com/office/drawing/2014/main" id="{3F6298BD-2D93-4C22-B6F4-D9143ACDC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7360" y="3657600"/>
            <a:ext cx="7086600" cy="4983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181818"/>
                </a:solidFill>
                <a:latin typeface="Alef"/>
                <a:ea typeface="Alef"/>
                <a:cs typeface="Alef"/>
              </a:defRPr>
            </a:pPr>
            <a:r>
              <a:rPr sz="2700" b="0">
                <a:solidFill>
                  <a:srgbClr val="181818"/>
                </a:solidFill>
                <a:latin typeface="Alef"/>
                <a:ea typeface="Alef"/>
                <a:cs typeface="Alef"/>
              </a:rPr>
              <a:t>{{fakt_3_asosi}}</a:t>
            </a:r>
          </a:p>
        </p:txBody>
      </p:sp>
      <p:sp>
        <p:nvSpPr>
          <p:cNvPr id="11" name="static_07 / 20">
            <a:extLst xmlns:a="http://schemas.openxmlformats.org/drawingml/2006/main">
              <a:ext uri="{FF2B5EF4-FFF2-40B4-BE49-F238E27FC236}">
                <a16:creationId xmlns:a16="http://schemas.microsoft.com/office/drawing/2014/main" id="{A25E1208-A27B-4E1C-935D-2F5195BB8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9120" y="9646920"/>
            <a:ext cx="146304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286"/>
          </a:bodyPr>
          <a:lstStyle xmlns:a="http://schemas.openxmlformats.org/drawingml/2006/main"/>
          <a:p xmlns:a="http://schemas.openxmlformats.org/drawingml/2006/main">
            <a:pPr algn="r">
              <a:defRPr sz="1400" b="0">
                <a:solidFill>
                  <a:srgbClr val="111111"/>
                </a:solidFill>
                <a:latin typeface="Alef"/>
                <a:ea typeface="Alef"/>
                <a:cs typeface="Alef"/>
              </a:defRPr>
            </a:pPr>
            <a:r>
              <a:rPr sz="1400" b="0">
                <a:solidFill>
                  <a:srgbClr val="111111"/>
                </a:solidFill>
                <a:latin typeface="Alef"/>
                <a:ea typeface="Alef"/>
                <a:cs typeface="Alef"/>
              </a:rPr>
              <a:t>07 / 20</a:t>
            </a:r>
          </a:p>
        </p:txBody>
      </p:sp>
    </p:spTree>
    <p:extLst>
      <p:ext uri="{BB962C8B-B14F-4D97-AF65-F5344CB8AC3E}">
        <p14:creationId xmlns:p14="http://schemas.microsoft.com/office/powerpoint/2010/main" val="83400751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B3566EDE-8828-4575-93E1-822CA3D43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54c13144cab489e"/>
            <a:stretch>
              <a:fillRect l="0" t="-38888" r="0" b="-38888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D5643F51-EBEF-4DE6-8D27-24A7DCDA1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27123" y="765147"/>
            <a:ext cx="8732177" cy="8756706"/>
          </a:xfrm>
          <a:custGeom xmlns:a="http://schemas.openxmlformats.org/drawingml/2006/main">
            <a:rect l="l" t="t" r="r" b="b"/>
            <a:pathLst>
              <a:path w="8732177" h="8756706">
                <a:moveTo>
                  <a:pt x="0" y="0"/>
                </a:moveTo>
                <a:lnTo>
                  <a:pt x="8732177" y="0"/>
                </a:lnTo>
                <a:lnTo>
                  <a:pt x="8732177" y="8756706"/>
                </a:lnTo>
                <a:lnTo>
                  <a:pt x="0" y="8756706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3cd8175baf64af2"/>
            <a:stretch>
              <a:fillRect l="0" t="0" r="0" b="0"/>
            </a:stretch>
          </a:blipFill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2737C602-9F5B-4C58-AF84-AADAA40E8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8910" y="825715"/>
            <a:ext cx="7134118" cy="8635570"/>
          </a:xfrm>
          <a:custGeom xmlns:a="http://schemas.openxmlformats.org/drawingml/2006/main">
            <a:rect l="l" t="t" r="r" b="b"/>
            <a:pathLst>
              <a:path w="7134118" h="8635570">
                <a:moveTo>
                  <a:pt x="0" y="0"/>
                </a:moveTo>
                <a:lnTo>
                  <a:pt x="7134118" y="0"/>
                </a:lnTo>
                <a:lnTo>
                  <a:pt x="7134118" y="8635570"/>
                </a:lnTo>
                <a:lnTo>
                  <a:pt x="0" y="863557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cad0e2556fd4140"/>
            <a:stretch>
              <a:fillRect l="0" t="0" r="0" b="0"/>
            </a:stretch>
          </a:blipFill>
        </p:spPr>
      </p:sp>
      <p:sp>
        <p:nvSpPr>
          <p:cNvPr id="6" name="{{image_5}}" descr="{{image_5}}">
            <a:extLst xmlns:a="http://schemas.openxmlformats.org/drawingml/2006/main">
              <a:ext uri="{FF2B5EF4-FFF2-40B4-BE49-F238E27FC236}">
                <a16:creationId xmlns:a16="http://schemas.microsoft.com/office/drawing/2014/main" id="{20EC6E80-0B38-40AD-89BE-D4C96A2CD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56176" y="1231685"/>
            <a:ext cx="6355444" cy="8026615"/>
          </a:xfrm>
          <a:custGeom xmlns:a="http://schemas.openxmlformats.org/drawingml/2006/main">
            <a:rect l="l" t="t" r="r" b="b"/>
            <a:pathLst>
              <a:path w="984625" h="1243533">
                <a:moveTo>
                  <a:pt x="0" y="0"/>
                </a:moveTo>
                <a:lnTo>
                  <a:pt x="984625" y="0"/>
                </a:lnTo>
                <a:lnTo>
                  <a:pt x="984625" y="1243533"/>
                </a:lnTo>
                <a:lnTo>
                  <a:pt x="0" y="1243533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8967e458de324418"/>
            <a:stretch>
              <a:fillRect l="-44635" t="0" r="-44635" b="0"/>
            </a:stretch>
          </a:blipFill>
          <a:ln xmlns:a="http://schemas.openxmlformats.org/drawingml/2006/main" cap="sq">
            <a:noFill/>
            <a:prstDash val="solid"/>
            <a:miter/>
          </a:ln>
        </p:spPr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9C6D3C00-1848-4F04-B82B-204BB7DDF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800708" flipH="0" flipV="0">
            <a:off x="-5505605" y="-4234037"/>
            <a:ext cx="11890690" cy="7388082"/>
          </a:xfrm>
          <a:custGeom xmlns:a="http://schemas.openxmlformats.org/drawingml/2006/main">
            <a:rect l="l" t="t" r="r" b="b"/>
            <a:pathLst>
              <a:path w="11890690" h="7388082">
                <a:moveTo>
                  <a:pt x="0" y="0"/>
                </a:moveTo>
                <a:lnTo>
                  <a:pt x="11890689" y="0"/>
                </a:lnTo>
                <a:lnTo>
                  <a:pt x="11890689" y="7388082"/>
                </a:lnTo>
                <a:lnTo>
                  <a:pt x="0" y="7388082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c41bc5050ed4bae"/>
            <a:stretch>
              <a:fillRect l="0" t="0" r="0" b="0"/>
            </a:stretch>
          </a:blipFill>
        </p:spPr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92A14E51-D32C-4B54-AEF2-274E04DAC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381986" y="7533363"/>
            <a:ext cx="3754629" cy="3855845"/>
          </a:xfrm>
          <a:custGeom xmlns:a="http://schemas.openxmlformats.org/drawingml/2006/main">
            <a:rect l="l" t="t" r="r" b="b"/>
            <a:pathLst>
              <a:path w="3754629" h="3855845">
                <a:moveTo>
                  <a:pt x="0" y="0"/>
                </a:moveTo>
                <a:lnTo>
                  <a:pt x="3754628" y="0"/>
                </a:lnTo>
                <a:lnTo>
                  <a:pt x="3754628" y="3855844"/>
                </a:lnTo>
                <a:lnTo>
                  <a:pt x="0" y="385584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3216fee787845c3"/>
            <a:stretch>
              <a:fillRect l="0" t="0" r="0" b="0"/>
            </a:stretch>
          </a:blipFill>
        </p:spPr>
      </p:sp>
      <p:sp>
        <p:nvSpPr>
          <p:cNvPr id="9" name="{{reja_1}}">
            <a:extLst xmlns:a="http://schemas.openxmlformats.org/drawingml/2006/main">
              <a:ext uri="{FF2B5EF4-FFF2-40B4-BE49-F238E27FC236}">
                <a16:creationId xmlns:a16="http://schemas.microsoft.com/office/drawing/2014/main" id="{72453BF9-B065-48DE-AA9A-F64C61F6E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737360"/>
            <a:ext cx="7178040" cy="1508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000" b="1">
                <a:solidFill>
                  <a:srgbClr val="111111"/>
                </a:solidFill>
                <a:latin typeface="Caladea Bold"/>
                <a:ea typeface="Caladea Bold"/>
                <a:cs typeface="Caladea Bold"/>
              </a:defRPr>
            </a:pPr>
            <a:r>
              <a:rPr sz="5000" b="1">
                <a:solidFill>
                  <a:srgbClr val="111111"/>
                </a:solidFill>
                <a:latin typeface="Caladea Bold"/>
                <a:ea typeface="Caladea Bold"/>
                <a:cs typeface="Caladea Bold"/>
              </a:rPr>
              <a:t>{{reja_1}}</a:t>
            </a:r>
          </a:p>
        </p:txBody>
      </p:sp>
      <p:sp>
        <p:nvSpPr>
          <p:cNvPr id="10" name="{{reja_1_matni}}">
            <a:extLst xmlns:a="http://schemas.openxmlformats.org/drawingml/2006/main">
              <a:ext uri="{FF2B5EF4-FFF2-40B4-BE49-F238E27FC236}">
                <a16:creationId xmlns:a16="http://schemas.microsoft.com/office/drawing/2014/main" id="{7CDDE445-0A4F-4D0E-BF48-931A58A86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657600"/>
            <a:ext cx="7086600" cy="4983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181818"/>
                </a:solidFill>
                <a:latin typeface="Alef"/>
                <a:ea typeface="Alef"/>
                <a:cs typeface="Alef"/>
              </a:defRPr>
            </a:pPr>
            <a:r>
              <a:rPr sz="2700" b="0">
                <a:solidFill>
                  <a:srgbClr val="181818"/>
                </a:solidFill>
                <a:latin typeface="Alef"/>
                <a:ea typeface="Alef"/>
                <a:cs typeface="Alef"/>
              </a:rPr>
              <a:t>{{reja_1_matni}}</a:t>
            </a:r>
          </a:p>
        </p:txBody>
      </p:sp>
      <p:sp>
        <p:nvSpPr>
          <p:cNvPr id="11" name="static_08 / 20">
            <a:extLst xmlns:a="http://schemas.openxmlformats.org/drawingml/2006/main">
              <a:ext uri="{FF2B5EF4-FFF2-40B4-BE49-F238E27FC236}">
                <a16:creationId xmlns:a16="http://schemas.microsoft.com/office/drawing/2014/main" id="{EC73C674-915B-4233-91A2-E1F3D7F2D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9120" y="9646920"/>
            <a:ext cx="146304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286"/>
          </a:bodyPr>
          <a:lstStyle xmlns:a="http://schemas.openxmlformats.org/drawingml/2006/main"/>
          <a:p xmlns:a="http://schemas.openxmlformats.org/drawingml/2006/main">
            <a:pPr algn="r">
              <a:defRPr sz="1400" b="0">
                <a:solidFill>
                  <a:srgbClr val="111111"/>
                </a:solidFill>
                <a:latin typeface="Alef"/>
                <a:ea typeface="Alef"/>
                <a:cs typeface="Alef"/>
              </a:defRPr>
            </a:pPr>
            <a:r>
              <a:rPr sz="1400" b="0">
                <a:solidFill>
                  <a:srgbClr val="111111"/>
                </a:solidFill>
                <a:latin typeface="Alef"/>
                <a:ea typeface="Alef"/>
                <a:cs typeface="Alef"/>
              </a:rPr>
              <a:t>08 / 20</a:t>
            </a:r>
          </a:p>
        </p:txBody>
      </p:sp>
    </p:spTree>
    <p:extLst>
      <p:ext uri="{BB962C8B-B14F-4D97-AF65-F5344CB8AC3E}">
        <p14:creationId xmlns:p14="http://schemas.microsoft.com/office/powerpoint/2010/main" val="31307462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4E97ACD0-AC83-42B8-8736-691F392BF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2419ac9507d4250"/>
            <a:stretch>
              <a:fillRect l="0" t="-38888" r="0" b="-38888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60AD9DB9-9944-495E-A1FE-032819CA8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8700" y="765147"/>
            <a:ext cx="8732177" cy="8756706"/>
          </a:xfrm>
          <a:custGeom xmlns:a="http://schemas.openxmlformats.org/drawingml/2006/main">
            <a:rect l="l" t="t" r="r" b="b"/>
            <a:pathLst>
              <a:path w="8732177" h="8756706">
                <a:moveTo>
                  <a:pt x="0" y="0"/>
                </a:moveTo>
                <a:lnTo>
                  <a:pt x="8732177" y="0"/>
                </a:lnTo>
                <a:lnTo>
                  <a:pt x="8732177" y="8756706"/>
                </a:lnTo>
                <a:lnTo>
                  <a:pt x="0" y="8756706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8f05ae3792646d2"/>
            <a:stretch>
              <a:fillRect l="0" t="0" r="0" b="0"/>
            </a:stretch>
          </a:blipFill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837AF46E-8720-437D-8281-2E5BAD1AC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125182" y="825715"/>
            <a:ext cx="7134118" cy="8635570"/>
          </a:xfrm>
          <a:custGeom xmlns:a="http://schemas.openxmlformats.org/drawingml/2006/main">
            <a:rect l="l" t="t" r="r" b="b"/>
            <a:pathLst>
              <a:path w="7134118" h="8635570">
                <a:moveTo>
                  <a:pt x="0" y="0"/>
                </a:moveTo>
                <a:lnTo>
                  <a:pt x="7134118" y="0"/>
                </a:lnTo>
                <a:lnTo>
                  <a:pt x="7134118" y="8635570"/>
                </a:lnTo>
                <a:lnTo>
                  <a:pt x="0" y="863557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9d50ee055ed41a0"/>
            <a:stretch>
              <a:fillRect l="0" t="0" r="0" b="0"/>
            </a:stretch>
          </a:blipFill>
        </p:spPr>
      </p:sp>
      <p:sp>
        <p:nvSpPr>
          <p:cNvPr id="6" name="{{image_10}}" descr="{{image_10}}">
            <a:extLst xmlns:a="http://schemas.openxmlformats.org/drawingml/2006/main">
              <a:ext uri="{FF2B5EF4-FFF2-40B4-BE49-F238E27FC236}">
                <a16:creationId xmlns:a16="http://schemas.microsoft.com/office/drawing/2014/main" id="{F0A0318D-960D-4847-9A2D-D8A64D56F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572448" y="1231685"/>
            <a:ext cx="6355444" cy="8026615"/>
          </a:xfrm>
          <a:custGeom xmlns:a="http://schemas.openxmlformats.org/drawingml/2006/main">
            <a:rect l="l" t="t" r="r" b="b"/>
            <a:pathLst>
              <a:path w="984625" h="1243533">
                <a:moveTo>
                  <a:pt x="0" y="0"/>
                </a:moveTo>
                <a:lnTo>
                  <a:pt x="984625" y="0"/>
                </a:lnTo>
                <a:lnTo>
                  <a:pt x="984625" y="1243533"/>
                </a:lnTo>
                <a:lnTo>
                  <a:pt x="0" y="1243533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3ca5d86347bc40e1"/>
            <a:stretch>
              <a:fillRect l="-44635" t="0" r="-44635" b="0"/>
            </a:stretch>
          </a:blipFill>
          <a:ln xmlns:a="http://schemas.openxmlformats.org/drawingml/2006/main" cap="sq">
            <a:noFill/>
            <a:prstDash val="solid"/>
            <a:miter/>
          </a:ln>
        </p:spPr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83251503-AE3B-430C-A38A-47F7CC265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5336392" y="-1587891"/>
            <a:ext cx="8422504" cy="5233183"/>
          </a:xfrm>
          <a:custGeom xmlns:a="http://schemas.openxmlformats.org/drawingml/2006/main">
            <a:rect l="l" t="t" r="r" b="b"/>
            <a:pathLst>
              <a:path w="8422504" h="5233183">
                <a:moveTo>
                  <a:pt x="0" y="0"/>
                </a:moveTo>
                <a:lnTo>
                  <a:pt x="8422504" y="0"/>
                </a:lnTo>
                <a:lnTo>
                  <a:pt x="8422504" y="5233182"/>
                </a:lnTo>
                <a:lnTo>
                  <a:pt x="0" y="5233182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aed622c3c7c49f8"/>
            <a:stretch>
              <a:fillRect l="0" t="0" r="0" b="0"/>
            </a:stretch>
          </a:blipFill>
        </p:spPr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A71DA963-693F-4B86-9866-0C5E1C03C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058909" y="7041079"/>
            <a:ext cx="3754629" cy="3855845"/>
          </a:xfrm>
          <a:custGeom xmlns:a="http://schemas.openxmlformats.org/drawingml/2006/main">
            <a:rect l="l" t="t" r="r" b="b"/>
            <a:pathLst>
              <a:path w="3754629" h="3855845">
                <a:moveTo>
                  <a:pt x="0" y="0"/>
                </a:moveTo>
                <a:lnTo>
                  <a:pt x="3754629" y="0"/>
                </a:lnTo>
                <a:lnTo>
                  <a:pt x="3754629" y="3855845"/>
                </a:lnTo>
                <a:lnTo>
                  <a:pt x="0" y="3855845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e0a845c339f46e2"/>
            <a:stretch>
              <a:fillRect l="0" t="0" r="0" b="0"/>
            </a:stretch>
          </a:blipFill>
        </p:spPr>
      </p:sp>
      <p:sp>
        <p:nvSpPr>
          <p:cNvPr id="9" name="{{reja_2}}">
            <a:extLst xmlns:a="http://schemas.openxmlformats.org/drawingml/2006/main">
              <a:ext uri="{FF2B5EF4-FFF2-40B4-BE49-F238E27FC236}">
                <a16:creationId xmlns:a16="http://schemas.microsoft.com/office/drawing/2014/main" id="{089C6A7B-B7F1-45A5-91E7-0DB977CBB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7360" y="1737360"/>
            <a:ext cx="7178040" cy="1508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000" b="1">
                <a:solidFill>
                  <a:srgbClr val="111111"/>
                </a:solidFill>
                <a:latin typeface="Caladea Bold"/>
                <a:ea typeface="Caladea Bold"/>
                <a:cs typeface="Caladea Bold"/>
              </a:defRPr>
            </a:pPr>
            <a:r>
              <a:rPr sz="5000" b="1">
                <a:solidFill>
                  <a:srgbClr val="111111"/>
                </a:solidFill>
                <a:latin typeface="Caladea Bold"/>
                <a:ea typeface="Caladea Bold"/>
                <a:cs typeface="Caladea Bold"/>
              </a:rPr>
              <a:t>{{reja_2}}</a:t>
            </a:r>
          </a:p>
        </p:txBody>
      </p:sp>
      <p:sp>
        <p:nvSpPr>
          <p:cNvPr id="10" name="{{reja_2_matni}}">
            <a:extLst xmlns:a="http://schemas.openxmlformats.org/drawingml/2006/main">
              <a:ext uri="{FF2B5EF4-FFF2-40B4-BE49-F238E27FC236}">
                <a16:creationId xmlns:a16="http://schemas.microsoft.com/office/drawing/2014/main" id="{6FB9EDF1-730B-4EA7-A918-8E4898447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7360" y="3657600"/>
            <a:ext cx="7086600" cy="4983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181818"/>
                </a:solidFill>
                <a:latin typeface="Alef"/>
                <a:ea typeface="Alef"/>
                <a:cs typeface="Alef"/>
              </a:defRPr>
            </a:pPr>
            <a:r>
              <a:rPr sz="2700" b="0">
                <a:solidFill>
                  <a:srgbClr val="181818"/>
                </a:solidFill>
                <a:latin typeface="Alef"/>
                <a:ea typeface="Alef"/>
                <a:cs typeface="Alef"/>
              </a:rPr>
              <a:t>{{reja_2_matni}}</a:t>
            </a:r>
          </a:p>
        </p:txBody>
      </p:sp>
      <p:sp>
        <p:nvSpPr>
          <p:cNvPr id="11" name="static_09 / 20">
            <a:extLst xmlns:a="http://schemas.openxmlformats.org/drawingml/2006/main">
              <a:ext uri="{FF2B5EF4-FFF2-40B4-BE49-F238E27FC236}">
                <a16:creationId xmlns:a16="http://schemas.microsoft.com/office/drawing/2014/main" id="{C91E9582-B7E7-4F36-B493-241BD6E14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9120" y="9646920"/>
            <a:ext cx="146304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286"/>
          </a:bodyPr>
          <a:lstStyle xmlns:a="http://schemas.openxmlformats.org/drawingml/2006/main"/>
          <a:p xmlns:a="http://schemas.openxmlformats.org/drawingml/2006/main">
            <a:pPr algn="r">
              <a:defRPr sz="1400" b="0">
                <a:solidFill>
                  <a:srgbClr val="111111"/>
                </a:solidFill>
                <a:latin typeface="Alef"/>
                <a:ea typeface="Alef"/>
                <a:cs typeface="Alef"/>
              </a:defRPr>
            </a:pPr>
            <a:r>
              <a:rPr sz="1400" b="0">
                <a:solidFill>
                  <a:srgbClr val="111111"/>
                </a:solidFill>
                <a:latin typeface="Alef"/>
                <a:ea typeface="Alef"/>
                <a:cs typeface="Alef"/>
              </a:rPr>
              <a:t>09 / 20</a:t>
            </a:r>
          </a:p>
        </p:txBody>
      </p:sp>
    </p:spTree>
    <p:extLst>
      <p:ext uri="{BB962C8B-B14F-4D97-AF65-F5344CB8AC3E}">
        <p14:creationId xmlns:p14="http://schemas.microsoft.com/office/powerpoint/2010/main" val="83400751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B3566EDE-8828-4575-93E1-822CA3D43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74dbdd939d849b1"/>
            <a:stretch>
              <a:fillRect l="0" t="-38888" r="0" b="-38888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D5643F51-EBEF-4DE6-8D27-24A7DCDA1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27123" y="765147"/>
            <a:ext cx="8732177" cy="8756706"/>
          </a:xfrm>
          <a:custGeom xmlns:a="http://schemas.openxmlformats.org/drawingml/2006/main">
            <a:rect l="l" t="t" r="r" b="b"/>
            <a:pathLst>
              <a:path w="8732177" h="8756706">
                <a:moveTo>
                  <a:pt x="0" y="0"/>
                </a:moveTo>
                <a:lnTo>
                  <a:pt x="8732177" y="0"/>
                </a:lnTo>
                <a:lnTo>
                  <a:pt x="8732177" y="8756706"/>
                </a:lnTo>
                <a:lnTo>
                  <a:pt x="0" y="8756706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b05f33d8f474d17"/>
            <a:stretch>
              <a:fillRect l="0" t="0" r="0" b="0"/>
            </a:stretch>
          </a:blipFill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2737C602-9F5B-4C58-AF84-AADAA40E8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8910" y="825715"/>
            <a:ext cx="7134118" cy="8635570"/>
          </a:xfrm>
          <a:custGeom xmlns:a="http://schemas.openxmlformats.org/drawingml/2006/main">
            <a:rect l="l" t="t" r="r" b="b"/>
            <a:pathLst>
              <a:path w="7134118" h="8635570">
                <a:moveTo>
                  <a:pt x="0" y="0"/>
                </a:moveTo>
                <a:lnTo>
                  <a:pt x="7134118" y="0"/>
                </a:lnTo>
                <a:lnTo>
                  <a:pt x="7134118" y="8635570"/>
                </a:lnTo>
                <a:lnTo>
                  <a:pt x="0" y="863557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30c874e6336e43f0"/>
            <a:stretch>
              <a:fillRect l="0" t="0" r="0" b="0"/>
            </a:stretch>
          </a:blipFill>
        </p:spPr>
      </p:sp>
      <p:sp>
        <p:nvSpPr>
          <p:cNvPr id="6" name="{{image_6}}" descr="{{image_6}}">
            <a:extLst xmlns:a="http://schemas.openxmlformats.org/drawingml/2006/main">
              <a:ext uri="{FF2B5EF4-FFF2-40B4-BE49-F238E27FC236}">
                <a16:creationId xmlns:a16="http://schemas.microsoft.com/office/drawing/2014/main" id="{20EC6E80-0B38-40AD-89BE-D4C96A2CD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56176" y="1231685"/>
            <a:ext cx="6355444" cy="8026615"/>
          </a:xfrm>
          <a:custGeom xmlns:a="http://schemas.openxmlformats.org/drawingml/2006/main">
            <a:rect l="l" t="t" r="r" b="b"/>
            <a:pathLst>
              <a:path w="984625" h="1243533">
                <a:moveTo>
                  <a:pt x="0" y="0"/>
                </a:moveTo>
                <a:lnTo>
                  <a:pt x="984625" y="0"/>
                </a:lnTo>
                <a:lnTo>
                  <a:pt x="984625" y="1243533"/>
                </a:lnTo>
                <a:lnTo>
                  <a:pt x="0" y="1243533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884e2716656c4bbc"/>
            <a:stretch>
              <a:fillRect l="-44635" t="0" r="-44635" b="0"/>
            </a:stretch>
          </a:blipFill>
          <a:ln xmlns:a="http://schemas.openxmlformats.org/drawingml/2006/main" cap="sq">
            <a:noFill/>
            <a:prstDash val="solid"/>
            <a:miter/>
          </a:ln>
        </p:spPr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9C6D3C00-1848-4F04-B82B-204BB7DDF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800708" flipH="0" flipV="0">
            <a:off x="-5505605" y="-4234037"/>
            <a:ext cx="11890690" cy="7388082"/>
          </a:xfrm>
          <a:custGeom xmlns:a="http://schemas.openxmlformats.org/drawingml/2006/main">
            <a:rect l="l" t="t" r="r" b="b"/>
            <a:pathLst>
              <a:path w="11890690" h="7388082">
                <a:moveTo>
                  <a:pt x="0" y="0"/>
                </a:moveTo>
                <a:lnTo>
                  <a:pt x="11890689" y="0"/>
                </a:lnTo>
                <a:lnTo>
                  <a:pt x="11890689" y="7388082"/>
                </a:lnTo>
                <a:lnTo>
                  <a:pt x="0" y="7388082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a1d38adffab4112"/>
            <a:stretch>
              <a:fillRect l="0" t="0" r="0" b="0"/>
            </a:stretch>
          </a:blipFill>
        </p:spPr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92A14E51-D32C-4B54-AEF2-274E04DAC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381986" y="7533363"/>
            <a:ext cx="3754629" cy="3855845"/>
          </a:xfrm>
          <a:custGeom xmlns:a="http://schemas.openxmlformats.org/drawingml/2006/main">
            <a:rect l="l" t="t" r="r" b="b"/>
            <a:pathLst>
              <a:path w="3754629" h="3855845">
                <a:moveTo>
                  <a:pt x="0" y="0"/>
                </a:moveTo>
                <a:lnTo>
                  <a:pt x="3754628" y="0"/>
                </a:lnTo>
                <a:lnTo>
                  <a:pt x="3754628" y="3855844"/>
                </a:lnTo>
                <a:lnTo>
                  <a:pt x="0" y="385584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e5f3616231d4f94"/>
            <a:stretch>
              <a:fillRect l="0" t="0" r="0" b="0"/>
            </a:stretch>
          </a:blipFill>
        </p:spPr>
      </p:sp>
      <p:sp>
        <p:nvSpPr>
          <p:cNvPr id="9" name="{{reja_3}}">
            <a:extLst xmlns:a="http://schemas.openxmlformats.org/drawingml/2006/main">
              <a:ext uri="{FF2B5EF4-FFF2-40B4-BE49-F238E27FC236}">
                <a16:creationId xmlns:a16="http://schemas.microsoft.com/office/drawing/2014/main" id="{DE5C7E36-03EF-4761-90BF-C8EA5024F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737360"/>
            <a:ext cx="7178040" cy="1508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000" b="1">
                <a:solidFill>
                  <a:srgbClr val="111111"/>
                </a:solidFill>
                <a:latin typeface="Caladea Bold"/>
                <a:ea typeface="Caladea Bold"/>
                <a:cs typeface="Caladea Bold"/>
              </a:defRPr>
            </a:pPr>
            <a:r>
              <a:rPr sz="5000" b="1">
                <a:solidFill>
                  <a:srgbClr val="111111"/>
                </a:solidFill>
                <a:latin typeface="Caladea Bold"/>
                <a:ea typeface="Caladea Bold"/>
                <a:cs typeface="Caladea Bold"/>
              </a:rPr>
              <a:t>{{reja_3}}</a:t>
            </a:r>
          </a:p>
        </p:txBody>
      </p:sp>
      <p:sp>
        <p:nvSpPr>
          <p:cNvPr id="10" name="{{reja_3_matni}}">
            <a:extLst xmlns:a="http://schemas.openxmlformats.org/drawingml/2006/main">
              <a:ext uri="{FF2B5EF4-FFF2-40B4-BE49-F238E27FC236}">
                <a16:creationId xmlns:a16="http://schemas.microsoft.com/office/drawing/2014/main" id="{6D2FC4BE-B334-4A50-B9BB-0DB193BE7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657600"/>
            <a:ext cx="7086600" cy="4983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181818"/>
                </a:solidFill>
                <a:latin typeface="Alef"/>
                <a:ea typeface="Alef"/>
                <a:cs typeface="Alef"/>
              </a:defRPr>
            </a:pPr>
            <a:r>
              <a:rPr sz="2700" b="0">
                <a:solidFill>
                  <a:srgbClr val="181818"/>
                </a:solidFill>
                <a:latin typeface="Alef"/>
                <a:ea typeface="Alef"/>
                <a:cs typeface="Alef"/>
              </a:rPr>
              <a:t>{{reja_3_matni}}</a:t>
            </a:r>
          </a:p>
        </p:txBody>
      </p:sp>
      <p:sp>
        <p:nvSpPr>
          <p:cNvPr id="11" name="static_10 / 20">
            <a:extLst xmlns:a="http://schemas.openxmlformats.org/drawingml/2006/main">
              <a:ext uri="{FF2B5EF4-FFF2-40B4-BE49-F238E27FC236}">
                <a16:creationId xmlns:a16="http://schemas.microsoft.com/office/drawing/2014/main" id="{D3531B63-3E30-4F84-846B-9FE92C4B4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9120" y="9646920"/>
            <a:ext cx="146304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286"/>
          </a:bodyPr>
          <a:lstStyle xmlns:a="http://schemas.openxmlformats.org/drawingml/2006/main"/>
          <a:p xmlns:a="http://schemas.openxmlformats.org/drawingml/2006/main">
            <a:pPr algn="r">
              <a:defRPr sz="1400" b="0">
                <a:solidFill>
                  <a:srgbClr val="111111"/>
                </a:solidFill>
                <a:latin typeface="Alef"/>
                <a:ea typeface="Alef"/>
                <a:cs typeface="Alef"/>
              </a:defRPr>
            </a:pPr>
            <a:r>
              <a:rPr sz="1400" b="0">
                <a:solidFill>
                  <a:srgbClr val="111111"/>
                </a:solidFill>
                <a:latin typeface="Alef"/>
                <a:ea typeface="Alef"/>
                <a:cs typeface="Alef"/>
              </a:rPr>
              <a:t>10 / 20</a:t>
            </a:r>
          </a:p>
        </p:txBody>
      </p:sp>
    </p:spTree>
    <p:extLst>
      <p:ext uri="{BB962C8B-B14F-4D97-AF65-F5344CB8AC3E}">
        <p14:creationId xmlns:p14="http://schemas.microsoft.com/office/powerpoint/2010/main" val="313074624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4E97ACD0-AC83-42B8-8736-691F392BF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882a3f2c97c64f35"/>
            <a:stretch>
              <a:fillRect l="0" t="-38888" r="0" b="-38888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60AD9DB9-9944-495E-A1FE-032819CA8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8700" y="765147"/>
            <a:ext cx="8732177" cy="8756706"/>
          </a:xfrm>
          <a:custGeom xmlns:a="http://schemas.openxmlformats.org/drawingml/2006/main">
            <a:rect l="l" t="t" r="r" b="b"/>
            <a:pathLst>
              <a:path w="8732177" h="8756706">
                <a:moveTo>
                  <a:pt x="0" y="0"/>
                </a:moveTo>
                <a:lnTo>
                  <a:pt x="8732177" y="0"/>
                </a:lnTo>
                <a:lnTo>
                  <a:pt x="8732177" y="8756706"/>
                </a:lnTo>
                <a:lnTo>
                  <a:pt x="0" y="8756706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620ec4635a54912"/>
            <a:stretch>
              <a:fillRect l="0" t="0" r="0" b="0"/>
            </a:stretch>
          </a:blipFill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837AF46E-8720-437D-8281-2E5BAD1AC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125182" y="825715"/>
            <a:ext cx="7134118" cy="8635570"/>
          </a:xfrm>
          <a:custGeom xmlns:a="http://schemas.openxmlformats.org/drawingml/2006/main">
            <a:rect l="l" t="t" r="r" b="b"/>
            <a:pathLst>
              <a:path w="7134118" h="8635570">
                <a:moveTo>
                  <a:pt x="0" y="0"/>
                </a:moveTo>
                <a:lnTo>
                  <a:pt x="7134118" y="0"/>
                </a:lnTo>
                <a:lnTo>
                  <a:pt x="7134118" y="8635570"/>
                </a:lnTo>
                <a:lnTo>
                  <a:pt x="0" y="863557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ac0905d820c64477"/>
            <a:stretch>
              <a:fillRect l="0" t="0" r="0" b="0"/>
            </a:stretch>
          </a:blipFill>
        </p:spPr>
      </p:sp>
      <p:sp>
        <p:nvSpPr>
          <p:cNvPr id="6" name="{{image_11}}" descr="{{image_11}}">
            <a:extLst xmlns:a="http://schemas.openxmlformats.org/drawingml/2006/main">
              <a:ext uri="{FF2B5EF4-FFF2-40B4-BE49-F238E27FC236}">
                <a16:creationId xmlns:a16="http://schemas.microsoft.com/office/drawing/2014/main" id="{F0A0318D-960D-4847-9A2D-D8A64D56F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572448" y="1231685"/>
            <a:ext cx="6355444" cy="8026615"/>
          </a:xfrm>
          <a:custGeom xmlns:a="http://schemas.openxmlformats.org/drawingml/2006/main">
            <a:rect l="l" t="t" r="r" b="b"/>
            <a:pathLst>
              <a:path w="984625" h="1243533">
                <a:moveTo>
                  <a:pt x="0" y="0"/>
                </a:moveTo>
                <a:lnTo>
                  <a:pt x="984625" y="0"/>
                </a:lnTo>
                <a:lnTo>
                  <a:pt x="984625" y="1243533"/>
                </a:lnTo>
                <a:lnTo>
                  <a:pt x="0" y="1243533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6928c6bb134445c"/>
            <a:stretch>
              <a:fillRect l="-44635" t="0" r="-44635" b="0"/>
            </a:stretch>
          </a:blipFill>
          <a:ln xmlns:a="http://schemas.openxmlformats.org/drawingml/2006/main" cap="sq">
            <a:noFill/>
            <a:prstDash val="solid"/>
            <a:miter/>
          </a:ln>
        </p:spPr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83251503-AE3B-430C-A38A-47F7CC265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5336392" y="-1587891"/>
            <a:ext cx="8422504" cy="5233183"/>
          </a:xfrm>
          <a:custGeom xmlns:a="http://schemas.openxmlformats.org/drawingml/2006/main">
            <a:rect l="l" t="t" r="r" b="b"/>
            <a:pathLst>
              <a:path w="8422504" h="5233183">
                <a:moveTo>
                  <a:pt x="0" y="0"/>
                </a:moveTo>
                <a:lnTo>
                  <a:pt x="8422504" y="0"/>
                </a:lnTo>
                <a:lnTo>
                  <a:pt x="8422504" y="5233182"/>
                </a:lnTo>
                <a:lnTo>
                  <a:pt x="0" y="5233182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0564a1f2e5942ee"/>
            <a:stretch>
              <a:fillRect l="0" t="0" r="0" b="0"/>
            </a:stretch>
          </a:blipFill>
        </p:spPr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A71DA963-693F-4B86-9866-0C5E1C03C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058909" y="7041079"/>
            <a:ext cx="3754629" cy="3855845"/>
          </a:xfrm>
          <a:custGeom xmlns:a="http://schemas.openxmlformats.org/drawingml/2006/main">
            <a:rect l="l" t="t" r="r" b="b"/>
            <a:pathLst>
              <a:path w="3754629" h="3855845">
                <a:moveTo>
                  <a:pt x="0" y="0"/>
                </a:moveTo>
                <a:lnTo>
                  <a:pt x="3754629" y="0"/>
                </a:lnTo>
                <a:lnTo>
                  <a:pt x="3754629" y="3855845"/>
                </a:lnTo>
                <a:lnTo>
                  <a:pt x="0" y="3855845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2846cc51c744c0e"/>
            <a:stretch>
              <a:fillRect l="0" t="0" r="0" b="0"/>
            </a:stretch>
          </a:blipFill>
        </p:spPr>
      </p:sp>
      <p:sp>
        <p:nvSpPr>
          <p:cNvPr id="9" name="{{reja_4}}">
            <a:extLst xmlns:a="http://schemas.openxmlformats.org/drawingml/2006/main">
              <a:ext uri="{FF2B5EF4-FFF2-40B4-BE49-F238E27FC236}">
                <a16:creationId xmlns:a16="http://schemas.microsoft.com/office/drawing/2014/main" id="{7B5DCDD7-41FA-49CD-AB76-17C9FED86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7360" y="1737360"/>
            <a:ext cx="7178040" cy="1508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000" b="1">
                <a:solidFill>
                  <a:srgbClr val="111111"/>
                </a:solidFill>
                <a:latin typeface="Caladea Bold"/>
                <a:ea typeface="Caladea Bold"/>
                <a:cs typeface="Caladea Bold"/>
              </a:defRPr>
            </a:pPr>
            <a:r>
              <a:rPr sz="5000" b="1">
                <a:solidFill>
                  <a:srgbClr val="111111"/>
                </a:solidFill>
                <a:latin typeface="Caladea Bold"/>
                <a:ea typeface="Caladea Bold"/>
                <a:cs typeface="Caladea Bold"/>
              </a:rPr>
              <a:t>{{reja_4}}</a:t>
            </a:r>
          </a:p>
        </p:txBody>
      </p:sp>
      <p:sp>
        <p:nvSpPr>
          <p:cNvPr id="10" name="{{reja_4_matni}}">
            <a:extLst xmlns:a="http://schemas.openxmlformats.org/drawingml/2006/main">
              <a:ext uri="{FF2B5EF4-FFF2-40B4-BE49-F238E27FC236}">
                <a16:creationId xmlns:a16="http://schemas.microsoft.com/office/drawing/2014/main" id="{D9E0469C-0266-4AFC-A7B8-14D19C0C1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7360" y="3657600"/>
            <a:ext cx="7086600" cy="4983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181818"/>
                </a:solidFill>
                <a:latin typeface="Alef"/>
                <a:ea typeface="Alef"/>
                <a:cs typeface="Alef"/>
              </a:defRPr>
            </a:pPr>
            <a:r>
              <a:rPr sz="2700" b="0">
                <a:solidFill>
                  <a:srgbClr val="181818"/>
                </a:solidFill>
                <a:latin typeface="Alef"/>
                <a:ea typeface="Alef"/>
                <a:cs typeface="Alef"/>
              </a:rPr>
              <a:t>{{reja_4_matni}}</a:t>
            </a:r>
          </a:p>
        </p:txBody>
      </p:sp>
      <p:sp>
        <p:nvSpPr>
          <p:cNvPr id="11" name="static_11 / 20">
            <a:extLst xmlns:a="http://schemas.openxmlformats.org/drawingml/2006/main">
              <a:ext uri="{FF2B5EF4-FFF2-40B4-BE49-F238E27FC236}">
                <a16:creationId xmlns:a16="http://schemas.microsoft.com/office/drawing/2014/main" id="{E3588A83-7D17-4B56-8AE7-B5239996C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9120" y="9646920"/>
            <a:ext cx="146304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286"/>
          </a:bodyPr>
          <a:lstStyle xmlns:a="http://schemas.openxmlformats.org/drawingml/2006/main"/>
          <a:p xmlns:a="http://schemas.openxmlformats.org/drawingml/2006/main">
            <a:pPr algn="r">
              <a:defRPr sz="1400" b="0">
                <a:solidFill>
                  <a:srgbClr val="111111"/>
                </a:solidFill>
                <a:latin typeface="Alef"/>
                <a:ea typeface="Alef"/>
                <a:cs typeface="Alef"/>
              </a:defRPr>
            </a:pPr>
            <a:r>
              <a:rPr sz="1400" b="0">
                <a:solidFill>
                  <a:srgbClr val="111111"/>
                </a:solidFill>
                <a:latin typeface="Alef"/>
                <a:ea typeface="Alef"/>
                <a:cs typeface="Alef"/>
              </a:rPr>
              <a:t>11 / 20</a:t>
            </a:r>
          </a:p>
        </p:txBody>
      </p:sp>
    </p:spTree>
    <p:extLst>
      <p:ext uri="{BB962C8B-B14F-4D97-AF65-F5344CB8AC3E}">
        <p14:creationId xmlns:p14="http://schemas.microsoft.com/office/powerpoint/2010/main" val="834007517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F230347F-D0BA-4F15-A48B-4DF09B4B6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38ce979e6593436a"/>
            <a:stretch>
              <a:fillRect l="0" t="-38888" r="0" b="-38888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6F77F2E0-D258-4763-BDE1-3F19B72CF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50314" y="675120"/>
            <a:ext cx="15587373" cy="8936760"/>
          </a:xfrm>
          <a:custGeom xmlns:a="http://schemas.openxmlformats.org/drawingml/2006/main">
            <a:rect l="l" t="t" r="r" b="b"/>
            <a:pathLst>
              <a:path w="15587373" h="8936760">
                <a:moveTo>
                  <a:pt x="0" y="0"/>
                </a:moveTo>
                <a:lnTo>
                  <a:pt x="15587372" y="0"/>
                </a:lnTo>
                <a:lnTo>
                  <a:pt x="15587372" y="8936760"/>
                </a:lnTo>
                <a:lnTo>
                  <a:pt x="0" y="893676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4e9bbac0e2b4cf7"/>
            <a:stretch>
              <a:fillRect l="0" t="0" r="0" b="0"/>
            </a:stretch>
          </a:blipFill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A3348F73-AA70-49C8-A556-F172BCE07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672763" y="-4773846"/>
            <a:ext cx="8888857" cy="8229600"/>
          </a:xfrm>
          <a:custGeom xmlns:a="http://schemas.openxmlformats.org/drawingml/2006/main">
            <a:rect l="l" t="t" r="r" b="b"/>
            <a:pathLst>
              <a:path w="8888857" h="8229600">
                <a:moveTo>
                  <a:pt x="0" y="0"/>
                </a:moveTo>
                <a:lnTo>
                  <a:pt x="8888857" y="0"/>
                </a:lnTo>
                <a:lnTo>
                  <a:pt x="888885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2e985f19dc440d7"/>
            <a:stretch>
              <a:fillRect l="0" t="0" r="0" b="0"/>
            </a:stretch>
          </a:blipFill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1028A3AB-4935-4CA8-90E5-B3AAEDD32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69145" y="6216792"/>
            <a:ext cx="4023881" cy="4391685"/>
          </a:xfrm>
          <a:custGeom xmlns:a="http://schemas.openxmlformats.org/drawingml/2006/main">
            <a:rect l="l" t="t" r="r" b="b"/>
            <a:pathLst>
              <a:path w="4023881" h="4391685">
                <a:moveTo>
                  <a:pt x="0" y="0"/>
                </a:moveTo>
                <a:lnTo>
                  <a:pt x="4023882" y="0"/>
                </a:lnTo>
                <a:lnTo>
                  <a:pt x="4023882" y="4391685"/>
                </a:lnTo>
                <a:lnTo>
                  <a:pt x="0" y="4391685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4b49be3cbf746e5"/>
            <a:stretch>
              <a:fillRect l="0" t="0" r="0" b="0"/>
            </a:stretch>
          </a:blipFill>
        </p:spPr>
      </p:sp>
      <p:sp>
        <p:nvSpPr>
          <p:cNvPr id="6" name="{{analiz}}">
            <a:extLst xmlns:a="http://schemas.openxmlformats.org/drawingml/2006/main">
              <a:ext uri="{FF2B5EF4-FFF2-40B4-BE49-F238E27FC236}">
                <a16:creationId xmlns:a16="http://schemas.microsoft.com/office/drawing/2014/main" id="{5FC6C84F-CA04-4F6D-BD26-0B32C0DF2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234440"/>
            <a:ext cx="13716000" cy="1463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0" b="1">
                <a:solidFill>
                  <a:srgbClr val="111111"/>
                </a:solidFill>
                <a:latin typeface="Caladea Bold"/>
                <a:ea typeface="Caladea Bold"/>
                <a:cs typeface="Caladea Bold"/>
              </a:defRPr>
            </a:pPr>
            <a:r>
              <a:rPr sz="6000" b="1">
                <a:solidFill>
                  <a:srgbClr val="111111"/>
                </a:solidFill>
                <a:latin typeface="Caladea Bold"/>
                <a:ea typeface="Caladea Bold"/>
                <a:cs typeface="Caladea Bold"/>
              </a:rPr>
              <a:t>{{analiz}}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2377440" y="3017520"/>
          <a:ext xmlns:a="http://schemas.openxmlformats.org/drawingml/2006/main" cx="13533120" cy="5486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97280"/>
                <a:gridCol w="12435840"/>
              </a:tblGrid>
              <a:tr h="1097280">
                <a:tc>
                  <a:txBody>
                    <a:bodyPr/>
                    <a:lstStyle/>
                    <a:p>
                      <a:r>
                        <a:rPr sz="2800" b="1">
                          <a:solidFill>
                            <a:srgbClr val="18211C"/>
                          </a:solidFill>
                          <a:latin typeface="Alef"/>
                          <a:ea typeface="Alef"/>
                          <a:cs typeface="Alef"/>
                        </a:rPr>
                        <a:t>№</a:t>
                      </a:r>
                    </a:p>
                  </a:txBody>
                  <a:tcPr marL="91440" marR="91440" marT="45720" marB="45720">
                    <a:solidFill>
                      <a:srgbClr val="8C93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800" b="1">
                          <a:solidFill>
                            <a:srgbClr val="18211C"/>
                          </a:solidFill>
                          <a:latin typeface="Alef"/>
                          <a:ea typeface="Alef"/>
                          <a:cs typeface="Alef"/>
                        </a:rPr>
                        <a:t>{{analiz_ustun_nomi}}</a:t>
                      </a:r>
                    </a:p>
                  </a:txBody>
                  <a:tcPr marL="91440" marR="91440" marT="45720" marB="45720">
                    <a:solidFill>
                      <a:srgbClr val="8C9396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r>
                        <a:rPr sz="2800" b="0">
                          <a:solidFill>
                            <a:srgbClr val="181818"/>
                          </a:solidFill>
                          <a:latin typeface="Alef"/>
                          <a:ea typeface="Alef"/>
                          <a:cs typeface="Alef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800" b="0">
                          <a:solidFill>
                            <a:srgbClr val="181818"/>
                          </a:solidFill>
                          <a:latin typeface="Alef"/>
                          <a:ea typeface="Alef"/>
                          <a:cs typeface="Alef"/>
                        </a:rPr>
                        <a:t>{{analiz_ustunlari_1}}</a:t>
                      </a:r>
                    </a:p>
                  </a:txBody>
                  <a:tcPr marL="91440" marR="91440" marT="45720" marB="45720">
                    <a:solidFill>
                      <a:srgbClr val="EEEEEE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r>
                        <a:rPr sz="2800" b="0">
                          <a:solidFill>
                            <a:srgbClr val="181818"/>
                          </a:solidFill>
                          <a:latin typeface="Alef"/>
                          <a:ea typeface="Alef"/>
                          <a:cs typeface="Alef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800" b="0">
                          <a:solidFill>
                            <a:srgbClr val="181818"/>
                          </a:solidFill>
                          <a:latin typeface="Alef"/>
                          <a:ea typeface="Alef"/>
                          <a:cs typeface="Alef"/>
                        </a:rPr>
                        <a:t>{{analiz_ustunlari_2}}</a:t>
                      </a:r>
                    </a:p>
                  </a:txBody>
                  <a:tcPr marL="91440" marR="91440" marT="45720" marB="45720">
                    <a:solidFill>
                      <a:srgbClr val="EEEEEE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r>
                        <a:rPr sz="2800" b="0">
                          <a:solidFill>
                            <a:srgbClr val="181818"/>
                          </a:solidFill>
                          <a:latin typeface="Alef"/>
                          <a:ea typeface="Alef"/>
                          <a:cs typeface="Alef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800" b="0">
                          <a:solidFill>
                            <a:srgbClr val="181818"/>
                          </a:solidFill>
                          <a:latin typeface="Alef"/>
                          <a:ea typeface="Alef"/>
                          <a:cs typeface="Alef"/>
                        </a:rPr>
                        <a:t>{{analiz_ustunlari_3}}</a:t>
                      </a:r>
                    </a:p>
                  </a:txBody>
                  <a:tcPr marL="91440" marR="91440" marT="45720" marB="45720">
                    <a:solidFill>
                      <a:srgbClr val="EEEEEE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r>
                        <a:rPr sz="2800" b="0">
                          <a:solidFill>
                            <a:srgbClr val="181818"/>
                          </a:solidFill>
                          <a:latin typeface="Alef"/>
                          <a:ea typeface="Alef"/>
                          <a:cs typeface="Alef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800" b="0">
                          <a:solidFill>
                            <a:srgbClr val="181818"/>
                          </a:solidFill>
                          <a:latin typeface="Alef"/>
                          <a:ea typeface="Alef"/>
                          <a:cs typeface="Alef"/>
                        </a:rPr>
                        <a:t>{{analiz_ustunlari_4}}</a:t>
                      </a:r>
                    </a:p>
                  </a:txBody>
                  <a:tcPr marL="91440" marR="91440" marT="45720" marB="45720"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sp>
        <p:nvSpPr>
          <p:cNvPr id="8" name="static_12 / 20">
            <a:extLst xmlns:a="http://schemas.openxmlformats.org/drawingml/2006/main">
              <a:ext uri="{FF2B5EF4-FFF2-40B4-BE49-F238E27FC236}">
                <a16:creationId xmlns:a16="http://schemas.microsoft.com/office/drawing/2014/main" id="{BEA76591-5C85-492D-8952-A7ADA25A3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9120" y="9646920"/>
            <a:ext cx="146304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286"/>
          </a:bodyPr>
          <a:lstStyle xmlns:a="http://schemas.openxmlformats.org/drawingml/2006/main"/>
          <a:p xmlns:a="http://schemas.openxmlformats.org/drawingml/2006/main">
            <a:pPr algn="r">
              <a:defRPr sz="1400" b="0">
                <a:solidFill>
                  <a:srgbClr val="111111"/>
                </a:solidFill>
                <a:latin typeface="Alef"/>
                <a:ea typeface="Alef"/>
                <a:cs typeface="Alef"/>
              </a:defRPr>
            </a:pPr>
            <a:r>
              <a:rPr sz="1400" b="0">
                <a:solidFill>
                  <a:srgbClr val="111111"/>
                </a:solidFill>
                <a:latin typeface="Alef"/>
                <a:ea typeface="Alef"/>
                <a:cs typeface="Alef"/>
              </a:rPr>
              <a:t>12 / 20</a:t>
            </a:r>
          </a:p>
        </p:txBody>
      </p:sp>
    </p:spTree>
    <p:extLst>
      <p:ext uri="{BB962C8B-B14F-4D97-AF65-F5344CB8AC3E}">
        <p14:creationId xmlns:p14="http://schemas.microsoft.com/office/powerpoint/2010/main" val="264888927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C327EF22-4053-448B-B9FD-F51B77781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a67e5e262d50408e"/>
            <a:stretch>
              <a:fillRect l="0" t="-38888" r="0" b="-38888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EBBBD5EB-F9AC-4571-B2DE-2555A5711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50314" y="675120"/>
            <a:ext cx="15587373" cy="8936760"/>
          </a:xfrm>
          <a:custGeom xmlns:a="http://schemas.openxmlformats.org/drawingml/2006/main">
            <a:rect l="l" t="t" r="r" b="b"/>
            <a:pathLst>
              <a:path w="15587373" h="8936760">
                <a:moveTo>
                  <a:pt x="0" y="0"/>
                </a:moveTo>
                <a:lnTo>
                  <a:pt x="15587372" y="0"/>
                </a:lnTo>
                <a:lnTo>
                  <a:pt x="15587372" y="8936760"/>
                </a:lnTo>
                <a:lnTo>
                  <a:pt x="0" y="893676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d6a149d84d64b5e"/>
            <a:stretch>
              <a:fillRect l="0" t="0" r="0" b="0"/>
            </a:stretch>
          </a:blipFill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2BA9135B-68D1-45E6-AE4C-789A30A19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702382" y="-2637590"/>
            <a:ext cx="6917743" cy="5082235"/>
          </a:xfrm>
          <a:custGeom xmlns:a="http://schemas.openxmlformats.org/drawingml/2006/main">
            <a:rect l="l" t="t" r="r" b="b"/>
            <a:pathLst>
              <a:path w="6917743" h="5082235">
                <a:moveTo>
                  <a:pt x="0" y="0"/>
                </a:moveTo>
                <a:lnTo>
                  <a:pt x="6917743" y="0"/>
                </a:lnTo>
                <a:lnTo>
                  <a:pt x="6917743" y="5082235"/>
                </a:lnTo>
                <a:lnTo>
                  <a:pt x="0" y="5082235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8dc96ce07204ef4"/>
            <a:stretch>
              <a:fillRect l="0" t="0" r="0" b="0"/>
            </a:stretch>
          </a:blipFill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791D55F9-F096-47AE-A234-A23EE9C3E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00807" y="6769692"/>
            <a:ext cx="4023881" cy="4391685"/>
          </a:xfrm>
          <a:custGeom xmlns:a="http://schemas.openxmlformats.org/drawingml/2006/main">
            <a:rect l="l" t="t" r="r" b="b"/>
            <a:pathLst>
              <a:path w="4023881" h="4391685">
                <a:moveTo>
                  <a:pt x="0" y="0"/>
                </a:moveTo>
                <a:lnTo>
                  <a:pt x="4023881" y="0"/>
                </a:lnTo>
                <a:lnTo>
                  <a:pt x="4023881" y="4391685"/>
                </a:lnTo>
                <a:lnTo>
                  <a:pt x="0" y="4391685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97c215bcb704c65"/>
            <a:stretch>
              <a:fillRect l="0" t="0" r="0" b="0"/>
            </a:stretch>
          </a:blipFill>
        </p:spPr>
      </p:sp>
      <p:sp>
        <p:nvSpPr>
          <p:cNvPr id="6" name="{{line_graph_topic}}">
            <a:extLst xmlns:a="http://schemas.openxmlformats.org/drawingml/2006/main">
              <a:ext uri="{FF2B5EF4-FFF2-40B4-BE49-F238E27FC236}">
                <a16:creationId xmlns:a16="http://schemas.microsoft.com/office/drawing/2014/main" id="{65F7AD55-C1C3-4109-93B9-300010742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120" y="1143000"/>
            <a:ext cx="14081760" cy="164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200" b="1">
                <a:solidFill>
                  <a:srgbClr val="111111"/>
                </a:solidFill>
                <a:latin typeface="Caladea Bold"/>
                <a:ea typeface="Caladea Bold"/>
                <a:cs typeface="Caladea Bold"/>
              </a:defRPr>
            </a:pPr>
            <a:r>
              <a:rPr sz="5200" b="1">
                <a:solidFill>
                  <a:srgbClr val="111111"/>
                </a:solidFill>
                <a:latin typeface="Caladea Bold"/>
                <a:ea typeface="Caladea Bold"/>
                <a:cs typeface="Caladea Bold"/>
              </a:rPr>
              <a:t>{{line_graph_topic}}</a:t>
            </a:r>
          </a:p>
        </p:txBody>
      </p:sp>
      <p:sp>
        <p:nvSpPr>
          <p:cNvPr id="7" name="{{birinchi_liniya}}">
            <a:extLst xmlns:a="http://schemas.openxmlformats.org/drawingml/2006/main">
              <a:ext uri="{FF2B5EF4-FFF2-40B4-BE49-F238E27FC236}">
                <a16:creationId xmlns:a16="http://schemas.microsoft.com/office/drawing/2014/main" id="{44B1947F-4480-4D9C-8E00-F45637D0B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337560"/>
            <a:ext cx="4251960" cy="1325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Caladea Bold"/>
                <a:ea typeface="Caladea Bold"/>
                <a:cs typeface="Caladea Bold"/>
              </a:defRPr>
            </a:pPr>
            <a:r>
              <a:rPr sz="3000" b="1">
                <a:solidFill>
                  <a:srgbClr val="111111"/>
                </a:solidFill>
                <a:latin typeface="Caladea Bold"/>
                <a:ea typeface="Caladea Bold"/>
                <a:cs typeface="Caladea Bold"/>
              </a:rPr>
              <a:t>{{birinchi_liniya}}</a:t>
            </a:r>
          </a:p>
        </p:txBody>
      </p:sp>
      <p:sp>
        <p:nvSpPr>
          <p:cNvPr id="8" name="{{birinchi_liniya_sharxi}}">
            <a:extLst xmlns:a="http://schemas.openxmlformats.org/drawingml/2006/main">
              <a:ext uri="{FF2B5EF4-FFF2-40B4-BE49-F238E27FC236}">
                <a16:creationId xmlns:a16="http://schemas.microsoft.com/office/drawing/2014/main" id="{7DE89ADB-0BEC-4189-B59C-90D4595BF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00600"/>
            <a:ext cx="4251960" cy="3749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00" b="0">
                <a:solidFill>
                  <a:srgbClr val="181818"/>
                </a:solidFill>
                <a:latin typeface="Alef"/>
                <a:ea typeface="Alef"/>
                <a:cs typeface="Alef"/>
              </a:defRPr>
            </a:pPr>
            <a:r>
              <a:rPr sz="2300" b="0">
                <a:solidFill>
                  <a:srgbClr val="181818"/>
                </a:solidFill>
                <a:latin typeface="Alef"/>
                <a:ea typeface="Alef"/>
                <a:cs typeface="Alef"/>
              </a:rPr>
              <a:t>{{birinchi_liniya_sharxi}}</a:t>
            </a:r>
          </a:p>
        </p:txBody>
      </p:sp>
      <p:sp>
        <p:nvSpPr>
          <p:cNvPr id="9" name="{{ikkinchi_liniya}}">
            <a:extLst xmlns:a="http://schemas.openxmlformats.org/drawingml/2006/main">
              <a:ext uri="{FF2B5EF4-FFF2-40B4-BE49-F238E27FC236}">
                <a16:creationId xmlns:a16="http://schemas.microsoft.com/office/drawing/2014/main" id="{98D27BAC-4C40-4A76-82FE-697DFD071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3337560"/>
            <a:ext cx="4251960" cy="1325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Caladea Bold"/>
                <a:ea typeface="Caladea Bold"/>
                <a:cs typeface="Caladea Bold"/>
              </a:defRPr>
            </a:pPr>
            <a:r>
              <a:rPr sz="3000" b="1">
                <a:solidFill>
                  <a:srgbClr val="111111"/>
                </a:solidFill>
                <a:latin typeface="Caladea Bold"/>
                <a:ea typeface="Caladea Bold"/>
                <a:cs typeface="Caladea Bold"/>
              </a:rPr>
              <a:t>{{ikkinchi_liniya}}</a:t>
            </a:r>
          </a:p>
        </p:txBody>
      </p:sp>
      <p:sp>
        <p:nvSpPr>
          <p:cNvPr id="10" name="{{ikkinchi_liniya_sharxi}}">
            <a:extLst xmlns:a="http://schemas.openxmlformats.org/drawingml/2006/main">
              <a:ext uri="{FF2B5EF4-FFF2-40B4-BE49-F238E27FC236}">
                <a16:creationId xmlns:a16="http://schemas.microsoft.com/office/drawing/2014/main" id="{54334A61-A523-4D98-95BA-D7D448FF2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4800600"/>
            <a:ext cx="4251960" cy="3749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00" b="0">
                <a:solidFill>
                  <a:srgbClr val="181818"/>
                </a:solidFill>
                <a:latin typeface="Alef"/>
                <a:ea typeface="Alef"/>
                <a:cs typeface="Alef"/>
              </a:defRPr>
            </a:pPr>
            <a:r>
              <a:rPr sz="2300" b="0">
                <a:solidFill>
                  <a:srgbClr val="181818"/>
                </a:solidFill>
                <a:latin typeface="Alef"/>
                <a:ea typeface="Alef"/>
                <a:cs typeface="Alef"/>
              </a:rPr>
              <a:t>{{ikkinchi_liniya_sharxi}}</a:t>
            </a:r>
          </a:p>
        </p:txBody>
      </p:sp>
      <p:sp>
        <p:nvSpPr>
          <p:cNvPr id="11" name="{{uchinchi_liniya}}">
            <a:extLst xmlns:a="http://schemas.openxmlformats.org/drawingml/2006/main">
              <a:ext uri="{FF2B5EF4-FFF2-40B4-BE49-F238E27FC236}">
                <a16:creationId xmlns:a16="http://schemas.microsoft.com/office/drawing/2014/main" id="{B0F34002-9EC5-4FD5-B0CB-E35984498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12880" y="3337560"/>
            <a:ext cx="4251960" cy="1325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Caladea Bold"/>
                <a:ea typeface="Caladea Bold"/>
                <a:cs typeface="Caladea Bold"/>
              </a:defRPr>
            </a:pPr>
            <a:r>
              <a:rPr sz="3000" b="1">
                <a:solidFill>
                  <a:srgbClr val="111111"/>
                </a:solidFill>
                <a:latin typeface="Caladea Bold"/>
                <a:ea typeface="Caladea Bold"/>
                <a:cs typeface="Caladea Bold"/>
              </a:rPr>
              <a:t>{{uchinchi_liniya}}</a:t>
            </a:r>
          </a:p>
        </p:txBody>
      </p:sp>
      <p:sp>
        <p:nvSpPr>
          <p:cNvPr id="12" name="{{uchinchi_liniya_sharxi}}">
            <a:extLst xmlns:a="http://schemas.openxmlformats.org/drawingml/2006/main">
              <a:ext uri="{FF2B5EF4-FFF2-40B4-BE49-F238E27FC236}">
                <a16:creationId xmlns:a16="http://schemas.microsoft.com/office/drawing/2014/main" id="{AE7C7E09-1FCF-494A-898C-4A2FF76D7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12880" y="4800600"/>
            <a:ext cx="4251960" cy="3749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00" b="0">
                <a:solidFill>
                  <a:srgbClr val="181818"/>
                </a:solidFill>
                <a:latin typeface="Alef"/>
                <a:ea typeface="Alef"/>
                <a:cs typeface="Alef"/>
              </a:defRPr>
            </a:pPr>
            <a:r>
              <a:rPr sz="2300" b="0">
                <a:solidFill>
                  <a:srgbClr val="181818"/>
                </a:solidFill>
                <a:latin typeface="Alef"/>
                <a:ea typeface="Alef"/>
                <a:cs typeface="Alef"/>
              </a:rPr>
              <a:t>{{uchinchi_liniya_sharxi}}</a:t>
            </a:r>
          </a:p>
        </p:txBody>
      </p:sp>
      <p:sp>
        <p:nvSpPr>
          <p:cNvPr id="13" name="static_13 / 20">
            <a:extLst xmlns:a="http://schemas.openxmlformats.org/drawingml/2006/main">
              <a:ext uri="{FF2B5EF4-FFF2-40B4-BE49-F238E27FC236}">
                <a16:creationId xmlns:a16="http://schemas.microsoft.com/office/drawing/2014/main" id="{BA800F9E-CD0E-44D9-B0B9-DB3962308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9120" y="9646920"/>
            <a:ext cx="146304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286"/>
          </a:bodyPr>
          <a:lstStyle xmlns:a="http://schemas.openxmlformats.org/drawingml/2006/main"/>
          <a:p xmlns:a="http://schemas.openxmlformats.org/drawingml/2006/main">
            <a:pPr algn="r">
              <a:defRPr sz="1400" b="0">
                <a:solidFill>
                  <a:srgbClr val="111111"/>
                </a:solidFill>
                <a:latin typeface="Alef"/>
                <a:ea typeface="Alef"/>
                <a:cs typeface="Alef"/>
              </a:defRPr>
            </a:pPr>
            <a:r>
              <a:rPr sz="1400" b="0">
                <a:solidFill>
                  <a:srgbClr val="111111"/>
                </a:solidFill>
                <a:latin typeface="Alef"/>
                <a:ea typeface="Alef"/>
                <a:cs typeface="Alef"/>
              </a:rPr>
              <a:t>13 / 20</a:t>
            </a:r>
          </a:p>
        </p:txBody>
      </p:sp>
    </p:spTree>
    <p:extLst>
      <p:ext uri="{BB962C8B-B14F-4D97-AF65-F5344CB8AC3E}">
        <p14:creationId xmlns:p14="http://schemas.microsoft.com/office/powerpoint/2010/main" val="2009978043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4E97ACD0-AC83-42B8-8736-691F392BF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dcc041b670d4775"/>
            <a:stretch>
              <a:fillRect l="0" t="-38888" r="0" b="-38888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60AD9DB9-9944-495E-A1FE-032819CA8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8700" y="765147"/>
            <a:ext cx="8732177" cy="8756706"/>
          </a:xfrm>
          <a:custGeom xmlns:a="http://schemas.openxmlformats.org/drawingml/2006/main">
            <a:rect l="l" t="t" r="r" b="b"/>
            <a:pathLst>
              <a:path w="8732177" h="8756706">
                <a:moveTo>
                  <a:pt x="0" y="0"/>
                </a:moveTo>
                <a:lnTo>
                  <a:pt x="8732177" y="0"/>
                </a:lnTo>
                <a:lnTo>
                  <a:pt x="8732177" y="8756706"/>
                </a:lnTo>
                <a:lnTo>
                  <a:pt x="0" y="8756706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b08224be0aa4e35"/>
            <a:stretch>
              <a:fillRect l="0" t="0" r="0" b="0"/>
            </a:stretch>
          </a:blipFill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837AF46E-8720-437D-8281-2E5BAD1AC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125182" y="825715"/>
            <a:ext cx="7134118" cy="8635570"/>
          </a:xfrm>
          <a:custGeom xmlns:a="http://schemas.openxmlformats.org/drawingml/2006/main">
            <a:rect l="l" t="t" r="r" b="b"/>
            <a:pathLst>
              <a:path w="7134118" h="8635570">
                <a:moveTo>
                  <a:pt x="0" y="0"/>
                </a:moveTo>
                <a:lnTo>
                  <a:pt x="7134118" y="0"/>
                </a:lnTo>
                <a:lnTo>
                  <a:pt x="7134118" y="8635570"/>
                </a:lnTo>
                <a:lnTo>
                  <a:pt x="0" y="863557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e9908c9ffbe4eca"/>
            <a:stretch>
              <a:fillRect l="0" t="0" r="0" b="0"/>
            </a:stretch>
          </a:blipFill>
        </p:spPr>
      </p:sp>
      <p:sp>
        <p:nvSpPr>
          <p:cNvPr id="6" name="{{image_12}}" descr="{{image_12}}">
            <a:extLst xmlns:a="http://schemas.openxmlformats.org/drawingml/2006/main">
              <a:ext uri="{FF2B5EF4-FFF2-40B4-BE49-F238E27FC236}">
                <a16:creationId xmlns:a16="http://schemas.microsoft.com/office/drawing/2014/main" id="{F0A0318D-960D-4847-9A2D-D8A64D56F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572448" y="1231685"/>
            <a:ext cx="6355444" cy="8026615"/>
          </a:xfrm>
          <a:custGeom xmlns:a="http://schemas.openxmlformats.org/drawingml/2006/main">
            <a:rect l="l" t="t" r="r" b="b"/>
            <a:pathLst>
              <a:path w="984625" h="1243533">
                <a:moveTo>
                  <a:pt x="0" y="0"/>
                </a:moveTo>
                <a:lnTo>
                  <a:pt x="984625" y="0"/>
                </a:lnTo>
                <a:lnTo>
                  <a:pt x="984625" y="1243533"/>
                </a:lnTo>
                <a:lnTo>
                  <a:pt x="0" y="1243533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7f5318e84f9433b"/>
            <a:stretch>
              <a:fillRect l="-44635" t="0" r="-44635" b="0"/>
            </a:stretch>
          </a:blipFill>
          <a:ln xmlns:a="http://schemas.openxmlformats.org/drawingml/2006/main" cap="sq">
            <a:noFill/>
            <a:prstDash val="solid"/>
            <a:miter/>
          </a:ln>
        </p:spPr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83251503-AE3B-430C-A38A-47F7CC265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5336392" y="-1587891"/>
            <a:ext cx="8422504" cy="5233183"/>
          </a:xfrm>
          <a:custGeom xmlns:a="http://schemas.openxmlformats.org/drawingml/2006/main">
            <a:rect l="l" t="t" r="r" b="b"/>
            <a:pathLst>
              <a:path w="8422504" h="5233183">
                <a:moveTo>
                  <a:pt x="0" y="0"/>
                </a:moveTo>
                <a:lnTo>
                  <a:pt x="8422504" y="0"/>
                </a:lnTo>
                <a:lnTo>
                  <a:pt x="8422504" y="5233182"/>
                </a:lnTo>
                <a:lnTo>
                  <a:pt x="0" y="5233182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508ac9cba774741"/>
            <a:stretch>
              <a:fillRect l="0" t="0" r="0" b="0"/>
            </a:stretch>
          </a:blipFill>
        </p:spPr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A71DA963-693F-4B86-9866-0C5E1C03C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058909" y="7041079"/>
            <a:ext cx="3754629" cy="3855845"/>
          </a:xfrm>
          <a:custGeom xmlns:a="http://schemas.openxmlformats.org/drawingml/2006/main">
            <a:rect l="l" t="t" r="r" b="b"/>
            <a:pathLst>
              <a:path w="3754629" h="3855845">
                <a:moveTo>
                  <a:pt x="0" y="0"/>
                </a:moveTo>
                <a:lnTo>
                  <a:pt x="3754629" y="0"/>
                </a:lnTo>
                <a:lnTo>
                  <a:pt x="3754629" y="3855845"/>
                </a:lnTo>
                <a:lnTo>
                  <a:pt x="0" y="3855845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09f1500cc0a4623"/>
            <a:stretch>
              <a:fillRect l="0" t="0" r="0" b="0"/>
            </a:stretch>
          </a:blipFill>
        </p:spPr>
      </p:sp>
      <p:sp>
        <p:nvSpPr>
          <p:cNvPr id="9" name="{{gorizantal}}">
            <a:extLst xmlns:a="http://schemas.openxmlformats.org/drawingml/2006/main">
              <a:ext uri="{FF2B5EF4-FFF2-40B4-BE49-F238E27FC236}">
                <a16:creationId xmlns:a16="http://schemas.microsoft.com/office/drawing/2014/main" id="{941E44E8-E8BB-4D6A-B2F6-0DD031E27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7360" y="1737360"/>
            <a:ext cx="7178040" cy="1508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000" b="1">
                <a:solidFill>
                  <a:srgbClr val="111111"/>
                </a:solidFill>
                <a:latin typeface="Caladea Bold"/>
                <a:ea typeface="Caladea Bold"/>
                <a:cs typeface="Caladea Bold"/>
              </a:defRPr>
            </a:pPr>
            <a:r>
              <a:rPr sz="5000" b="1">
                <a:solidFill>
                  <a:srgbClr val="111111"/>
                </a:solidFill>
                <a:latin typeface="Caladea Bold"/>
                <a:ea typeface="Caladea Bold"/>
                <a:cs typeface="Caladea Bold"/>
              </a:rPr>
              <a:t>{{gorizantal}}</a:t>
            </a:r>
          </a:p>
        </p:txBody>
      </p:sp>
      <p:sp>
        <p:nvSpPr>
          <p:cNvPr id="10" name="{{gorizantal_fakt}}">
            <a:extLst xmlns:a="http://schemas.openxmlformats.org/drawingml/2006/main">
              <a:ext uri="{FF2B5EF4-FFF2-40B4-BE49-F238E27FC236}">
                <a16:creationId xmlns:a16="http://schemas.microsoft.com/office/drawing/2014/main" id="{6C255BDF-EFF4-4E52-AD4A-824069A79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7360" y="3657600"/>
            <a:ext cx="7086600" cy="1005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111111"/>
                </a:solidFill>
                <a:latin typeface="Caladea Bold"/>
                <a:ea typeface="Caladea Bold"/>
                <a:cs typeface="Caladea Bold"/>
              </a:defRPr>
            </a:pPr>
            <a:r>
              <a:rPr sz="2500" b="1">
                <a:solidFill>
                  <a:srgbClr val="111111"/>
                </a:solidFill>
                <a:latin typeface="Caladea Bold"/>
                <a:ea typeface="Caladea Bold"/>
                <a:cs typeface="Caladea Bold"/>
              </a:rPr>
              <a:t>{{gorizantal_fakt}}</a:t>
            </a:r>
          </a:p>
        </p:txBody>
      </p:sp>
      <p:sp>
        <p:nvSpPr>
          <p:cNvPr id="11" name="{{gorizantal_reason}}">
            <a:extLst xmlns:a="http://schemas.openxmlformats.org/drawingml/2006/main">
              <a:ext uri="{FF2B5EF4-FFF2-40B4-BE49-F238E27FC236}">
                <a16:creationId xmlns:a16="http://schemas.microsoft.com/office/drawing/2014/main" id="{5CC7B84D-44CB-4867-85A1-D76104B18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7360" y="4983480"/>
            <a:ext cx="7086600" cy="365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181818"/>
                </a:solidFill>
                <a:latin typeface="Alef"/>
                <a:ea typeface="Alef"/>
                <a:cs typeface="Alef"/>
              </a:defRPr>
            </a:pPr>
            <a:r>
              <a:rPr sz="2700" b="0">
                <a:solidFill>
                  <a:srgbClr val="181818"/>
                </a:solidFill>
                <a:latin typeface="Alef"/>
                <a:ea typeface="Alef"/>
                <a:cs typeface="Alef"/>
              </a:rPr>
              <a:t>{{gorizantal_reason}}</a:t>
            </a:r>
          </a:p>
        </p:txBody>
      </p:sp>
      <p:sp>
        <p:nvSpPr>
          <p:cNvPr id="12" name="static_14 / 20">
            <a:extLst xmlns:a="http://schemas.openxmlformats.org/drawingml/2006/main">
              <a:ext uri="{FF2B5EF4-FFF2-40B4-BE49-F238E27FC236}">
                <a16:creationId xmlns:a16="http://schemas.microsoft.com/office/drawing/2014/main" id="{8BA9ADFC-03DF-452A-868C-218053094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9120" y="9646920"/>
            <a:ext cx="146304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286"/>
          </a:bodyPr>
          <a:lstStyle xmlns:a="http://schemas.openxmlformats.org/drawingml/2006/main"/>
          <a:p xmlns:a="http://schemas.openxmlformats.org/drawingml/2006/main">
            <a:pPr algn="r">
              <a:defRPr sz="1400" b="0">
                <a:solidFill>
                  <a:srgbClr val="111111"/>
                </a:solidFill>
                <a:latin typeface="Alef"/>
                <a:ea typeface="Alef"/>
                <a:cs typeface="Alef"/>
              </a:defRPr>
            </a:pPr>
            <a:r>
              <a:rPr sz="1400" b="0">
                <a:solidFill>
                  <a:srgbClr val="111111"/>
                </a:solidFill>
                <a:latin typeface="Alef"/>
                <a:ea typeface="Alef"/>
                <a:cs typeface="Alef"/>
              </a:rPr>
              <a:t>14 / 20</a:t>
            </a:r>
          </a:p>
        </p:txBody>
      </p:sp>
    </p:spTree>
    <p:extLst>
      <p:ext uri="{BB962C8B-B14F-4D97-AF65-F5344CB8AC3E}">
        <p14:creationId xmlns:p14="http://schemas.microsoft.com/office/powerpoint/2010/main" val="834007517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B3566EDE-8828-4575-93E1-822CA3D43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af3540ca43141a9"/>
            <a:stretch>
              <a:fillRect l="0" t="-38888" r="0" b="-38888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D5643F51-EBEF-4DE6-8D27-24A7DCDA1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27123" y="765147"/>
            <a:ext cx="8732177" cy="8756706"/>
          </a:xfrm>
          <a:custGeom xmlns:a="http://schemas.openxmlformats.org/drawingml/2006/main">
            <a:rect l="l" t="t" r="r" b="b"/>
            <a:pathLst>
              <a:path w="8732177" h="8756706">
                <a:moveTo>
                  <a:pt x="0" y="0"/>
                </a:moveTo>
                <a:lnTo>
                  <a:pt x="8732177" y="0"/>
                </a:lnTo>
                <a:lnTo>
                  <a:pt x="8732177" y="8756706"/>
                </a:lnTo>
                <a:lnTo>
                  <a:pt x="0" y="8756706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aff560ccd15d4efc"/>
            <a:stretch>
              <a:fillRect l="0" t="0" r="0" b="0"/>
            </a:stretch>
          </a:blipFill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2737C602-9F5B-4C58-AF84-AADAA40E8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8910" y="825715"/>
            <a:ext cx="7134118" cy="8635570"/>
          </a:xfrm>
          <a:custGeom xmlns:a="http://schemas.openxmlformats.org/drawingml/2006/main">
            <a:rect l="l" t="t" r="r" b="b"/>
            <a:pathLst>
              <a:path w="7134118" h="8635570">
                <a:moveTo>
                  <a:pt x="0" y="0"/>
                </a:moveTo>
                <a:lnTo>
                  <a:pt x="7134118" y="0"/>
                </a:lnTo>
                <a:lnTo>
                  <a:pt x="7134118" y="8635570"/>
                </a:lnTo>
                <a:lnTo>
                  <a:pt x="0" y="863557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35ddbacc57a4b11"/>
            <a:stretch>
              <a:fillRect l="0" t="0" r="0" b="0"/>
            </a:stretch>
          </a:blipFill>
        </p:spPr>
      </p:sp>
      <p:sp>
        <p:nvSpPr>
          <p:cNvPr id="6" name="{{image_7}}" descr="{{image_7}}">
            <a:extLst xmlns:a="http://schemas.openxmlformats.org/drawingml/2006/main">
              <a:ext uri="{FF2B5EF4-FFF2-40B4-BE49-F238E27FC236}">
                <a16:creationId xmlns:a16="http://schemas.microsoft.com/office/drawing/2014/main" id="{20EC6E80-0B38-40AD-89BE-D4C96A2CD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56176" y="1231685"/>
            <a:ext cx="6355444" cy="8026615"/>
          </a:xfrm>
          <a:custGeom xmlns:a="http://schemas.openxmlformats.org/drawingml/2006/main">
            <a:rect l="l" t="t" r="r" b="b"/>
            <a:pathLst>
              <a:path w="984625" h="1243533">
                <a:moveTo>
                  <a:pt x="0" y="0"/>
                </a:moveTo>
                <a:lnTo>
                  <a:pt x="984625" y="0"/>
                </a:lnTo>
                <a:lnTo>
                  <a:pt x="984625" y="1243533"/>
                </a:lnTo>
                <a:lnTo>
                  <a:pt x="0" y="1243533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efb0f4b91124ff7"/>
            <a:stretch>
              <a:fillRect l="-44635" t="0" r="-44635" b="0"/>
            </a:stretch>
          </a:blipFill>
          <a:ln xmlns:a="http://schemas.openxmlformats.org/drawingml/2006/main" cap="sq">
            <a:noFill/>
            <a:prstDash val="solid"/>
            <a:miter/>
          </a:ln>
        </p:spPr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9C6D3C00-1848-4F04-B82B-204BB7DDF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800708" flipH="0" flipV="0">
            <a:off x="-5505605" y="-4234037"/>
            <a:ext cx="11890690" cy="7388082"/>
          </a:xfrm>
          <a:custGeom xmlns:a="http://schemas.openxmlformats.org/drawingml/2006/main">
            <a:rect l="l" t="t" r="r" b="b"/>
            <a:pathLst>
              <a:path w="11890690" h="7388082">
                <a:moveTo>
                  <a:pt x="0" y="0"/>
                </a:moveTo>
                <a:lnTo>
                  <a:pt x="11890689" y="0"/>
                </a:lnTo>
                <a:lnTo>
                  <a:pt x="11890689" y="7388082"/>
                </a:lnTo>
                <a:lnTo>
                  <a:pt x="0" y="7388082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e70b0f145ad4ff5"/>
            <a:stretch>
              <a:fillRect l="0" t="0" r="0" b="0"/>
            </a:stretch>
          </a:blipFill>
        </p:spPr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92A14E51-D32C-4B54-AEF2-274E04DAC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381986" y="7533363"/>
            <a:ext cx="3754629" cy="3855845"/>
          </a:xfrm>
          <a:custGeom xmlns:a="http://schemas.openxmlformats.org/drawingml/2006/main">
            <a:rect l="l" t="t" r="r" b="b"/>
            <a:pathLst>
              <a:path w="3754629" h="3855845">
                <a:moveTo>
                  <a:pt x="0" y="0"/>
                </a:moveTo>
                <a:lnTo>
                  <a:pt x="3754628" y="0"/>
                </a:lnTo>
                <a:lnTo>
                  <a:pt x="3754628" y="3855844"/>
                </a:lnTo>
                <a:lnTo>
                  <a:pt x="0" y="385584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949682650a14d11"/>
            <a:stretch>
              <a:fillRect l="0" t="0" r="0" b="0"/>
            </a:stretch>
          </a:blipFill>
        </p:spPr>
      </p:sp>
      <p:sp>
        <p:nvSpPr>
          <p:cNvPr id="9" name="{{vertikal}}">
            <a:extLst xmlns:a="http://schemas.openxmlformats.org/drawingml/2006/main">
              <a:ext uri="{FF2B5EF4-FFF2-40B4-BE49-F238E27FC236}">
                <a16:creationId xmlns:a16="http://schemas.microsoft.com/office/drawing/2014/main" id="{84E47007-B761-4508-9BAB-527154433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737360"/>
            <a:ext cx="7178040" cy="1508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000" b="1">
                <a:solidFill>
                  <a:srgbClr val="111111"/>
                </a:solidFill>
                <a:latin typeface="Caladea Bold"/>
                <a:ea typeface="Caladea Bold"/>
                <a:cs typeface="Caladea Bold"/>
              </a:defRPr>
            </a:pPr>
            <a:r>
              <a:rPr sz="5000" b="1">
                <a:solidFill>
                  <a:srgbClr val="111111"/>
                </a:solidFill>
                <a:latin typeface="Caladea Bold"/>
                <a:ea typeface="Caladea Bold"/>
                <a:cs typeface="Caladea Bold"/>
              </a:rPr>
              <a:t>{{vertikal}}</a:t>
            </a:r>
          </a:p>
        </p:txBody>
      </p:sp>
      <p:sp>
        <p:nvSpPr>
          <p:cNvPr id="10" name="{{vertikal_fakt}}">
            <a:extLst xmlns:a="http://schemas.openxmlformats.org/drawingml/2006/main">
              <a:ext uri="{FF2B5EF4-FFF2-40B4-BE49-F238E27FC236}">
                <a16:creationId xmlns:a16="http://schemas.microsoft.com/office/drawing/2014/main" id="{53CC2A59-C0D5-4516-B780-09C8DC2CE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657600"/>
            <a:ext cx="7086600" cy="1005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111111"/>
                </a:solidFill>
                <a:latin typeface="Caladea Bold"/>
                <a:ea typeface="Caladea Bold"/>
                <a:cs typeface="Caladea Bold"/>
              </a:defRPr>
            </a:pPr>
            <a:r>
              <a:rPr sz="2500" b="1">
                <a:solidFill>
                  <a:srgbClr val="111111"/>
                </a:solidFill>
                <a:latin typeface="Caladea Bold"/>
                <a:ea typeface="Caladea Bold"/>
                <a:cs typeface="Caladea Bold"/>
              </a:rPr>
              <a:t>{{vertikal_fakt}}</a:t>
            </a:r>
          </a:p>
        </p:txBody>
      </p:sp>
      <p:sp>
        <p:nvSpPr>
          <p:cNvPr id="11" name="{{vertikal_reason}}">
            <a:extLst xmlns:a="http://schemas.openxmlformats.org/drawingml/2006/main">
              <a:ext uri="{FF2B5EF4-FFF2-40B4-BE49-F238E27FC236}">
                <a16:creationId xmlns:a16="http://schemas.microsoft.com/office/drawing/2014/main" id="{EE8F3CAC-745E-4B07-A6AF-A2B97C237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983480"/>
            <a:ext cx="7086600" cy="365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181818"/>
                </a:solidFill>
                <a:latin typeface="Alef"/>
                <a:ea typeface="Alef"/>
                <a:cs typeface="Alef"/>
              </a:defRPr>
            </a:pPr>
            <a:r>
              <a:rPr sz="2700" b="0">
                <a:solidFill>
                  <a:srgbClr val="181818"/>
                </a:solidFill>
                <a:latin typeface="Alef"/>
                <a:ea typeface="Alef"/>
                <a:cs typeface="Alef"/>
              </a:rPr>
              <a:t>{{vertikal_reason}}</a:t>
            </a:r>
          </a:p>
        </p:txBody>
      </p:sp>
      <p:sp>
        <p:nvSpPr>
          <p:cNvPr id="12" name="static_15 / 20">
            <a:extLst xmlns:a="http://schemas.openxmlformats.org/drawingml/2006/main">
              <a:ext uri="{FF2B5EF4-FFF2-40B4-BE49-F238E27FC236}">
                <a16:creationId xmlns:a16="http://schemas.microsoft.com/office/drawing/2014/main" id="{7000C203-6F19-4B6F-8F85-670C2D10A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9120" y="9646920"/>
            <a:ext cx="146304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286"/>
          </a:bodyPr>
          <a:lstStyle xmlns:a="http://schemas.openxmlformats.org/drawingml/2006/main"/>
          <a:p xmlns:a="http://schemas.openxmlformats.org/drawingml/2006/main">
            <a:pPr algn="r">
              <a:defRPr sz="1400" b="0">
                <a:solidFill>
                  <a:srgbClr val="111111"/>
                </a:solidFill>
                <a:latin typeface="Alef"/>
                <a:ea typeface="Alef"/>
                <a:cs typeface="Alef"/>
              </a:defRPr>
            </a:pPr>
            <a:r>
              <a:rPr sz="1400" b="0">
                <a:solidFill>
                  <a:srgbClr val="111111"/>
                </a:solidFill>
                <a:latin typeface="Alef"/>
                <a:ea typeface="Alef"/>
                <a:cs typeface="Alef"/>
              </a:rPr>
              <a:t>15 / 20</a:t>
            </a:r>
          </a:p>
        </p:txBody>
      </p:sp>
    </p:spTree>
    <p:extLst>
      <p:ext uri="{BB962C8B-B14F-4D97-AF65-F5344CB8AC3E}">
        <p14:creationId xmlns:p14="http://schemas.microsoft.com/office/powerpoint/2010/main" val="313074624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AD6C07C7-BD71-49B0-9686-FA21BEA73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55a1b0ea1c14c86"/>
            <a:stretch>
              <a:fillRect l="0" t="-38888" r="0" b="-38888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51CB7DEE-DA0D-456C-97FC-B589E2BF0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1">
            <a:off x="2393060" y="3108612"/>
            <a:ext cx="6132462" cy="6149688"/>
          </a:xfrm>
          <a:custGeom xmlns:a="http://schemas.openxmlformats.org/drawingml/2006/main">
            <a:rect l="l" t="t" r="r" b="b"/>
            <a:pathLst>
              <a:path w="6132462" h="6149688">
                <a:moveTo>
                  <a:pt x="6132462" y="6149688"/>
                </a:moveTo>
                <a:lnTo>
                  <a:pt x="0" y="6149688"/>
                </a:lnTo>
                <a:lnTo>
                  <a:pt x="0" y="0"/>
                </a:lnTo>
                <a:lnTo>
                  <a:pt x="6132462" y="0"/>
                </a:lnTo>
                <a:lnTo>
                  <a:pt x="6132462" y="6149688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d91cad4c5cf40bf"/>
            <a:stretch>
              <a:fillRect l="0" t="0" r="0" b="0"/>
            </a:stretch>
          </a:blipFill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532D0C2F-B756-4836-9B56-432B945FC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1">
            <a:off x="9762478" y="3108612"/>
            <a:ext cx="6132462" cy="6149688"/>
          </a:xfrm>
          <a:custGeom xmlns:a="http://schemas.openxmlformats.org/drawingml/2006/main">
            <a:rect l="l" t="t" r="r" b="b"/>
            <a:pathLst>
              <a:path w="6132462" h="6149688">
                <a:moveTo>
                  <a:pt x="0" y="6149688"/>
                </a:moveTo>
                <a:lnTo>
                  <a:pt x="6132462" y="6149688"/>
                </a:lnTo>
                <a:lnTo>
                  <a:pt x="6132462" y="0"/>
                </a:lnTo>
                <a:lnTo>
                  <a:pt x="0" y="0"/>
                </a:lnTo>
                <a:lnTo>
                  <a:pt x="0" y="6149688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d91cad4c5cf40bf"/>
            <a:stretch>
              <a:fillRect l="0" t="0" r="0" b="0"/>
            </a:stretch>
          </a:blipFill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D2D5C506-6EC0-46FC-882C-46E7B201A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905022" flipH="1" flipV="1">
            <a:off x="15436693" y="5304260"/>
            <a:ext cx="8888857" cy="8229600"/>
          </a:xfrm>
          <a:custGeom xmlns:a="http://schemas.openxmlformats.org/drawingml/2006/main">
            <a:rect l="l" t="t" r="r" b="b"/>
            <a:pathLst>
              <a:path w="8888857" h="8229600">
                <a:moveTo>
                  <a:pt x="8888857" y="8229600"/>
                </a:moveTo>
                <a:lnTo>
                  <a:pt x="0" y="8229600"/>
                </a:lnTo>
                <a:lnTo>
                  <a:pt x="0" y="0"/>
                </a:lnTo>
                <a:lnTo>
                  <a:pt x="8888857" y="0"/>
                </a:lnTo>
                <a:lnTo>
                  <a:pt x="8888857" y="82296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71c559bcabc430a"/>
            <a:stretch>
              <a:fillRect l="0" t="0" r="0" b="0"/>
            </a:stretch>
          </a:blipFill>
        </p:spPr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842D345B-A758-4EAB-84CB-2A1914D6E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74698" y="-1011762"/>
            <a:ext cx="3754629" cy="3855845"/>
          </a:xfrm>
          <a:custGeom xmlns:a="http://schemas.openxmlformats.org/drawingml/2006/main">
            <a:rect l="l" t="t" r="r" b="b"/>
            <a:pathLst>
              <a:path w="3754629" h="3855845">
                <a:moveTo>
                  <a:pt x="0" y="0"/>
                </a:moveTo>
                <a:lnTo>
                  <a:pt x="3754629" y="0"/>
                </a:lnTo>
                <a:lnTo>
                  <a:pt x="3754629" y="3855845"/>
                </a:lnTo>
                <a:lnTo>
                  <a:pt x="0" y="3855845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6f3767b575d4708"/>
            <a:stretch>
              <a:fillRect l="0" t="0" r="0" b="0"/>
            </a:stretch>
          </a:blipFill>
        </p:spPr>
      </p:sp>
      <p:sp>
        <p:nvSpPr>
          <p:cNvPr id="7" name="{{positiv_title}}">
            <a:extLst xmlns:a="http://schemas.openxmlformats.org/drawingml/2006/main">
              <a:ext uri="{FF2B5EF4-FFF2-40B4-BE49-F238E27FC236}">
                <a16:creationId xmlns:a16="http://schemas.microsoft.com/office/drawing/2014/main" id="{2712D6D5-FA08-4E21-8FDF-21D471395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566160"/>
            <a:ext cx="498348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Caladea Bold"/>
                <a:ea typeface="Caladea Bold"/>
                <a:cs typeface="Caladea Bold"/>
              </a:defRPr>
            </a:pPr>
            <a:r>
              <a:rPr sz="3000" b="1">
                <a:solidFill>
                  <a:srgbClr val="111111"/>
                </a:solidFill>
                <a:latin typeface="Caladea Bold"/>
                <a:ea typeface="Caladea Bold"/>
                <a:cs typeface="Caladea Bold"/>
              </a:rPr>
              <a:t>{{positiv_title}}</a:t>
            </a:r>
          </a:p>
        </p:txBody>
      </p:sp>
      <p:sp>
        <p:nvSpPr>
          <p:cNvPr id="8" name="{{positiv}}">
            <a:extLst xmlns:a="http://schemas.openxmlformats.org/drawingml/2006/main">
              <a:ext uri="{FF2B5EF4-FFF2-40B4-BE49-F238E27FC236}">
                <a16:creationId xmlns:a16="http://schemas.microsoft.com/office/drawing/2014/main" id="{CC8D8259-31B8-46DA-97EC-DFD2E58F2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709160"/>
            <a:ext cx="4983480" cy="3794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00" b="0">
                <a:solidFill>
                  <a:srgbClr val="181818"/>
                </a:solidFill>
                <a:latin typeface="Alef"/>
                <a:ea typeface="Alef"/>
                <a:cs typeface="Alef"/>
              </a:defRPr>
            </a:pPr>
            <a:r>
              <a:rPr sz="2600" b="0">
                <a:solidFill>
                  <a:srgbClr val="181818"/>
                </a:solidFill>
                <a:latin typeface="Alef"/>
                <a:ea typeface="Alef"/>
                <a:cs typeface="Alef"/>
              </a:rPr>
              <a:t>{{positiv}}</a:t>
            </a:r>
          </a:p>
        </p:txBody>
      </p:sp>
      <p:sp>
        <p:nvSpPr>
          <p:cNvPr id="9" name="{{negative_title}}">
            <a:extLst xmlns:a="http://schemas.openxmlformats.org/drawingml/2006/main">
              <a:ext uri="{FF2B5EF4-FFF2-40B4-BE49-F238E27FC236}">
                <a16:creationId xmlns:a16="http://schemas.microsoft.com/office/drawing/2014/main" id="{B9EE7EEF-E66E-4C1B-9A78-4B7952A5F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0" y="3566160"/>
            <a:ext cx="498348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Caladea Bold"/>
                <a:ea typeface="Caladea Bold"/>
                <a:cs typeface="Caladea Bold"/>
              </a:defRPr>
            </a:pPr>
            <a:r>
              <a:rPr sz="3000" b="1">
                <a:solidFill>
                  <a:srgbClr val="111111"/>
                </a:solidFill>
                <a:latin typeface="Caladea Bold"/>
                <a:ea typeface="Caladea Bold"/>
                <a:cs typeface="Caladea Bold"/>
              </a:rPr>
              <a:t>{{negative_title}}</a:t>
            </a:r>
          </a:p>
        </p:txBody>
      </p:sp>
      <p:sp>
        <p:nvSpPr>
          <p:cNvPr id="10" name="{{negative}}">
            <a:extLst xmlns:a="http://schemas.openxmlformats.org/drawingml/2006/main">
              <a:ext uri="{FF2B5EF4-FFF2-40B4-BE49-F238E27FC236}">
                <a16:creationId xmlns:a16="http://schemas.microsoft.com/office/drawing/2014/main" id="{FA9F4EEB-0E57-4F98-9C9B-1DE42B9A7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0" y="4709160"/>
            <a:ext cx="4983480" cy="3794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00" b="0">
                <a:solidFill>
                  <a:srgbClr val="181818"/>
                </a:solidFill>
                <a:latin typeface="Alef"/>
                <a:ea typeface="Alef"/>
                <a:cs typeface="Alef"/>
              </a:defRPr>
            </a:pPr>
            <a:r>
              <a:rPr sz="2600" b="0">
                <a:solidFill>
                  <a:srgbClr val="181818"/>
                </a:solidFill>
                <a:latin typeface="Alef"/>
                <a:ea typeface="Alef"/>
                <a:cs typeface="Alef"/>
              </a:rPr>
              <a:t>{{negative}}</a:t>
            </a:r>
          </a:p>
        </p:txBody>
      </p:sp>
      <p:sp>
        <p:nvSpPr>
          <p:cNvPr id="11" name="static_16 / 20">
            <a:extLst xmlns:a="http://schemas.openxmlformats.org/drawingml/2006/main">
              <a:ext uri="{FF2B5EF4-FFF2-40B4-BE49-F238E27FC236}">
                <a16:creationId xmlns:a16="http://schemas.microsoft.com/office/drawing/2014/main" id="{79C7A62D-586B-49AF-A116-406B3A3B4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9120" y="9646920"/>
            <a:ext cx="146304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286"/>
          </a:bodyPr>
          <a:lstStyle xmlns:a="http://schemas.openxmlformats.org/drawingml/2006/main"/>
          <a:p xmlns:a="http://schemas.openxmlformats.org/drawingml/2006/main">
            <a:pPr algn="r">
              <a:defRPr sz="1400" b="0">
                <a:solidFill>
                  <a:srgbClr val="111111"/>
                </a:solidFill>
                <a:latin typeface="Alef"/>
                <a:ea typeface="Alef"/>
                <a:cs typeface="Alef"/>
              </a:defRPr>
            </a:pPr>
            <a:r>
              <a:rPr sz="1400" b="0">
                <a:solidFill>
                  <a:srgbClr val="111111"/>
                </a:solidFill>
                <a:latin typeface="Alef"/>
                <a:ea typeface="Alef"/>
                <a:cs typeface="Alef"/>
              </a:rPr>
              <a:t>16 / 20</a:t>
            </a:r>
          </a:p>
        </p:txBody>
      </p:sp>
    </p:spTree>
    <p:extLst>
      <p:ext uri="{BB962C8B-B14F-4D97-AF65-F5344CB8AC3E}">
        <p14:creationId xmlns:p14="http://schemas.microsoft.com/office/powerpoint/2010/main" val="679560822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443E6E42-EDCF-4A85-BA24-FCCC348C9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a6f7be0a3d540a4"/>
            <a:stretch>
              <a:fillRect l="0" t="-38888" r="0" b="-38888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8A40708F-5B92-45AF-BF2F-1BCDB4DFE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0" y="-3640875"/>
            <a:ext cx="18288000" cy="5265420"/>
          </a:xfrm>
          <a:custGeom xmlns:a="http://schemas.openxmlformats.org/drawingml/2006/main">
            <a:rect l="l" t="t" r="r" b="b"/>
            <a:pathLst>
              <a:path w="18288000" h="5265420">
                <a:moveTo>
                  <a:pt x="18288000" y="0"/>
                </a:moveTo>
                <a:lnTo>
                  <a:pt x="0" y="0"/>
                </a:lnTo>
                <a:lnTo>
                  <a:pt x="0" y="5265420"/>
                </a:lnTo>
                <a:lnTo>
                  <a:pt x="18288000" y="5265420"/>
                </a:lnTo>
                <a:lnTo>
                  <a:pt x="1828800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a582a128bf574ba3"/>
            <a:stretch>
              <a:fillRect l="0" t="0" r="0" b="0"/>
            </a:stretch>
          </a:blipFill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D9728057-DB5A-49D3-920E-6B5B22CDE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46247" flipH="0" flipV="0">
            <a:off x="-2145883" y="-2475324"/>
            <a:ext cx="12493625" cy="7388082"/>
          </a:xfrm>
          <a:custGeom xmlns:a="http://schemas.openxmlformats.org/drawingml/2006/main">
            <a:rect l="l" t="t" r="r" b="b"/>
            <a:pathLst>
              <a:path w="12493625" h="7388082">
                <a:moveTo>
                  <a:pt x="0" y="0"/>
                </a:moveTo>
                <a:lnTo>
                  <a:pt x="12493625" y="0"/>
                </a:lnTo>
                <a:lnTo>
                  <a:pt x="12493625" y="7388081"/>
                </a:lnTo>
                <a:lnTo>
                  <a:pt x="0" y="7388081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ce5a46227894daa"/>
            <a:stretch>
              <a:fillRect l="0" t="0" r="0" b="-5070"/>
            </a:stretch>
          </a:blipFill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14C00EBF-5C59-4752-9DCD-6CF2731BD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0" y="8485836"/>
            <a:ext cx="18288000" cy="5265420"/>
          </a:xfrm>
          <a:custGeom xmlns:a="http://schemas.openxmlformats.org/drawingml/2006/main">
            <a:rect l="l" t="t" r="r" b="b"/>
            <a:pathLst>
              <a:path w="18288000" h="5265420">
                <a:moveTo>
                  <a:pt x="18288000" y="0"/>
                </a:moveTo>
                <a:lnTo>
                  <a:pt x="0" y="0"/>
                </a:lnTo>
                <a:lnTo>
                  <a:pt x="0" y="5265420"/>
                </a:lnTo>
                <a:lnTo>
                  <a:pt x="18288000" y="5265420"/>
                </a:lnTo>
                <a:lnTo>
                  <a:pt x="1828800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a582a128bf574ba3"/>
            <a:stretch>
              <a:fillRect l="0" t="0" r="0" b="0"/>
            </a:stretch>
          </a:blipFill>
        </p:spPr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7BBC36D9-8BF0-4D5F-8A60-51835D480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580003" flipH="1" flipV="0">
            <a:off x="-4916645" y="6142931"/>
            <a:ext cx="11890690" cy="7388082"/>
          </a:xfrm>
          <a:custGeom xmlns:a="http://schemas.openxmlformats.org/drawingml/2006/main">
            <a:rect l="l" t="t" r="r" b="b"/>
            <a:pathLst>
              <a:path w="11890690" h="7388082">
                <a:moveTo>
                  <a:pt x="11890690" y="0"/>
                </a:moveTo>
                <a:lnTo>
                  <a:pt x="0" y="0"/>
                </a:lnTo>
                <a:lnTo>
                  <a:pt x="0" y="7388082"/>
                </a:lnTo>
                <a:lnTo>
                  <a:pt x="11890690" y="7388082"/>
                </a:lnTo>
                <a:lnTo>
                  <a:pt x="1189069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ce5a46227894daa"/>
            <a:stretch>
              <a:fillRect l="0" t="0" r="0" b="0"/>
            </a:stretch>
          </a:blipFill>
        </p:spPr>
      </p:sp>
      <p:sp>
        <p:nvSpPr>
          <p:cNvPr id="7" name="{{xulosa}}">
            <a:extLst xmlns:a="http://schemas.openxmlformats.org/drawingml/2006/main">
              <a:ext uri="{FF2B5EF4-FFF2-40B4-BE49-F238E27FC236}">
                <a16:creationId xmlns:a16="http://schemas.microsoft.com/office/drawing/2014/main" id="{E9F4AFB5-3A62-4352-9053-375D2A613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3200400"/>
            <a:ext cx="7498080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600" b="1">
                <a:solidFill>
                  <a:srgbClr val="111111"/>
                </a:solidFill>
                <a:latin typeface="Caladea Bold"/>
                <a:ea typeface="Caladea Bold"/>
                <a:cs typeface="Caladea Bold"/>
              </a:defRPr>
            </a:pPr>
            <a:r>
              <a:rPr sz="7600" b="1">
                <a:solidFill>
                  <a:srgbClr val="111111"/>
                </a:solidFill>
                <a:latin typeface="Caladea Bold"/>
                <a:ea typeface="Caladea Bold"/>
                <a:cs typeface="Caladea Bold"/>
              </a:rPr>
              <a:t>{{xulosa}}</a:t>
            </a:r>
          </a:p>
        </p:txBody>
      </p:sp>
      <p:sp>
        <p:nvSpPr>
          <p:cNvPr id="8" name="static_17 / 20">
            <a:extLst xmlns:a="http://schemas.openxmlformats.org/drawingml/2006/main">
              <a:ext uri="{FF2B5EF4-FFF2-40B4-BE49-F238E27FC236}">
                <a16:creationId xmlns:a16="http://schemas.microsoft.com/office/drawing/2014/main" id="{76786583-45EE-4893-8A4B-44C4E56E2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9120" y="9646920"/>
            <a:ext cx="146304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286"/>
          </a:bodyPr>
          <a:lstStyle xmlns:a="http://schemas.openxmlformats.org/drawingml/2006/main"/>
          <a:p xmlns:a="http://schemas.openxmlformats.org/drawingml/2006/main">
            <a:pPr algn="r">
              <a:defRPr sz="1400" b="0">
                <a:solidFill>
                  <a:srgbClr val="111111"/>
                </a:solidFill>
                <a:latin typeface="Alef"/>
                <a:ea typeface="Alef"/>
                <a:cs typeface="Alef"/>
              </a:defRPr>
            </a:pPr>
            <a:r>
              <a:rPr sz="1400" b="0">
                <a:solidFill>
                  <a:srgbClr val="111111"/>
                </a:solidFill>
                <a:latin typeface="Alef"/>
                <a:ea typeface="Alef"/>
                <a:cs typeface="Alef"/>
              </a:rPr>
              <a:t>17 / 20</a:t>
            </a:r>
          </a:p>
        </p:txBody>
      </p:sp>
    </p:spTree>
    <p:extLst>
      <p:ext uri="{BB962C8B-B14F-4D97-AF65-F5344CB8AC3E}">
        <p14:creationId xmlns:p14="http://schemas.microsoft.com/office/powerpoint/2010/main" val="1241561847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4E97ACD0-AC83-42B8-8736-691F392BF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18f4e63d16e4dfe"/>
            <a:stretch>
              <a:fillRect l="0" t="-38888" r="0" b="-38888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60AD9DB9-9944-495E-A1FE-032819CA8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8700" y="765147"/>
            <a:ext cx="8732177" cy="8756706"/>
          </a:xfrm>
          <a:custGeom xmlns:a="http://schemas.openxmlformats.org/drawingml/2006/main">
            <a:rect l="l" t="t" r="r" b="b"/>
            <a:pathLst>
              <a:path w="8732177" h="8756706">
                <a:moveTo>
                  <a:pt x="0" y="0"/>
                </a:moveTo>
                <a:lnTo>
                  <a:pt x="8732177" y="0"/>
                </a:lnTo>
                <a:lnTo>
                  <a:pt x="8732177" y="8756706"/>
                </a:lnTo>
                <a:lnTo>
                  <a:pt x="0" y="8756706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ba3899f012b943b2"/>
            <a:stretch>
              <a:fillRect l="0" t="0" r="0" b="0"/>
            </a:stretch>
          </a:blipFill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837AF46E-8720-437D-8281-2E5BAD1AC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125182" y="825715"/>
            <a:ext cx="7134118" cy="8635570"/>
          </a:xfrm>
          <a:custGeom xmlns:a="http://schemas.openxmlformats.org/drawingml/2006/main">
            <a:rect l="l" t="t" r="r" b="b"/>
            <a:pathLst>
              <a:path w="7134118" h="8635570">
                <a:moveTo>
                  <a:pt x="0" y="0"/>
                </a:moveTo>
                <a:lnTo>
                  <a:pt x="7134118" y="0"/>
                </a:lnTo>
                <a:lnTo>
                  <a:pt x="7134118" y="8635570"/>
                </a:lnTo>
                <a:lnTo>
                  <a:pt x="0" y="863557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31af5c44ce14a9a"/>
            <a:stretch>
              <a:fillRect l="0" t="0" r="0" b="0"/>
            </a:stretch>
          </a:blipFill>
        </p:spPr>
      </p:sp>
      <p:sp>
        <p:nvSpPr>
          <p:cNvPr id="6" name="{{image_13}}" descr="{{image_13}}">
            <a:extLst xmlns:a="http://schemas.openxmlformats.org/drawingml/2006/main">
              <a:ext uri="{FF2B5EF4-FFF2-40B4-BE49-F238E27FC236}">
                <a16:creationId xmlns:a16="http://schemas.microsoft.com/office/drawing/2014/main" id="{F0A0318D-960D-4847-9A2D-D8A64D56F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572448" y="1231685"/>
            <a:ext cx="6355444" cy="8026615"/>
          </a:xfrm>
          <a:custGeom xmlns:a="http://schemas.openxmlformats.org/drawingml/2006/main">
            <a:rect l="l" t="t" r="r" b="b"/>
            <a:pathLst>
              <a:path w="984625" h="1243533">
                <a:moveTo>
                  <a:pt x="0" y="0"/>
                </a:moveTo>
                <a:lnTo>
                  <a:pt x="984625" y="0"/>
                </a:lnTo>
                <a:lnTo>
                  <a:pt x="984625" y="1243533"/>
                </a:lnTo>
                <a:lnTo>
                  <a:pt x="0" y="1243533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ae1583c9061f4318"/>
            <a:stretch>
              <a:fillRect l="-44635" t="0" r="-44635" b="0"/>
            </a:stretch>
          </a:blipFill>
          <a:ln xmlns:a="http://schemas.openxmlformats.org/drawingml/2006/main" cap="sq">
            <a:noFill/>
            <a:prstDash val="solid"/>
            <a:miter/>
          </a:ln>
        </p:spPr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83251503-AE3B-430C-A38A-47F7CC265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5336392" y="-1587891"/>
            <a:ext cx="8422504" cy="5233183"/>
          </a:xfrm>
          <a:custGeom xmlns:a="http://schemas.openxmlformats.org/drawingml/2006/main">
            <a:rect l="l" t="t" r="r" b="b"/>
            <a:pathLst>
              <a:path w="8422504" h="5233183">
                <a:moveTo>
                  <a:pt x="0" y="0"/>
                </a:moveTo>
                <a:lnTo>
                  <a:pt x="8422504" y="0"/>
                </a:lnTo>
                <a:lnTo>
                  <a:pt x="8422504" y="5233182"/>
                </a:lnTo>
                <a:lnTo>
                  <a:pt x="0" y="5233182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b16402b3be547be"/>
            <a:stretch>
              <a:fillRect l="0" t="0" r="0" b="0"/>
            </a:stretch>
          </a:blipFill>
        </p:spPr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A71DA963-693F-4B86-9866-0C5E1C03C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058909" y="7041079"/>
            <a:ext cx="3754629" cy="3855845"/>
          </a:xfrm>
          <a:custGeom xmlns:a="http://schemas.openxmlformats.org/drawingml/2006/main">
            <a:rect l="l" t="t" r="r" b="b"/>
            <a:pathLst>
              <a:path w="3754629" h="3855845">
                <a:moveTo>
                  <a:pt x="0" y="0"/>
                </a:moveTo>
                <a:lnTo>
                  <a:pt x="3754629" y="0"/>
                </a:lnTo>
                <a:lnTo>
                  <a:pt x="3754629" y="3855845"/>
                </a:lnTo>
                <a:lnTo>
                  <a:pt x="0" y="3855845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9738a27b2b840ef"/>
            <a:stretch>
              <a:fillRect l="0" t="0" r="0" b="0"/>
            </a:stretch>
          </a:blipFill>
        </p:spPr>
      </p:sp>
      <p:sp>
        <p:nvSpPr>
          <p:cNvPr id="9" name="{{xulosa}}">
            <a:extLst xmlns:a="http://schemas.openxmlformats.org/drawingml/2006/main">
              <a:ext uri="{FF2B5EF4-FFF2-40B4-BE49-F238E27FC236}">
                <a16:creationId xmlns:a16="http://schemas.microsoft.com/office/drawing/2014/main" id="{1CC501DB-4DA7-46B1-909C-043EFBA90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7360" y="1737360"/>
            <a:ext cx="7178040" cy="1508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000" b="1">
                <a:solidFill>
                  <a:srgbClr val="111111"/>
                </a:solidFill>
                <a:latin typeface="Caladea Bold"/>
                <a:ea typeface="Caladea Bold"/>
                <a:cs typeface="Caladea Bold"/>
              </a:defRPr>
            </a:pPr>
            <a:r>
              <a:rPr sz="5000" b="1">
                <a:solidFill>
                  <a:srgbClr val="111111"/>
                </a:solidFill>
                <a:latin typeface="Caladea Bold"/>
                <a:ea typeface="Caladea Bold"/>
                <a:cs typeface="Caladea Bold"/>
              </a:rPr>
              <a:t>{{xulosa}}</a:t>
            </a:r>
          </a:p>
        </p:txBody>
      </p:sp>
      <p:sp>
        <p:nvSpPr>
          <p:cNvPr id="10" name="{{xulosa_matni}}">
            <a:extLst xmlns:a="http://schemas.openxmlformats.org/drawingml/2006/main">
              <a:ext uri="{FF2B5EF4-FFF2-40B4-BE49-F238E27FC236}">
                <a16:creationId xmlns:a16="http://schemas.microsoft.com/office/drawing/2014/main" id="{35C3D08A-62E5-4838-B3A2-662F43119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7360" y="3657600"/>
            <a:ext cx="7086600" cy="4983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181818"/>
                </a:solidFill>
                <a:latin typeface="Alef"/>
                <a:ea typeface="Alef"/>
                <a:cs typeface="Alef"/>
              </a:defRPr>
            </a:pPr>
            <a:r>
              <a:rPr sz="2700" b="0">
                <a:solidFill>
                  <a:srgbClr val="181818"/>
                </a:solidFill>
                <a:latin typeface="Alef"/>
                <a:ea typeface="Alef"/>
                <a:cs typeface="Alef"/>
              </a:rPr>
              <a:t>{{xulosa_matni}}</a:t>
            </a:r>
          </a:p>
        </p:txBody>
      </p:sp>
      <p:sp>
        <p:nvSpPr>
          <p:cNvPr id="11" name="static_18 / 20">
            <a:extLst xmlns:a="http://schemas.openxmlformats.org/drawingml/2006/main">
              <a:ext uri="{FF2B5EF4-FFF2-40B4-BE49-F238E27FC236}">
                <a16:creationId xmlns:a16="http://schemas.microsoft.com/office/drawing/2014/main" id="{466FB94A-E0E0-40C1-A36E-10988FADB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9120" y="9646920"/>
            <a:ext cx="146304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286"/>
          </a:bodyPr>
          <a:lstStyle xmlns:a="http://schemas.openxmlformats.org/drawingml/2006/main"/>
          <a:p xmlns:a="http://schemas.openxmlformats.org/drawingml/2006/main">
            <a:pPr algn="r">
              <a:defRPr sz="1400" b="0">
                <a:solidFill>
                  <a:srgbClr val="111111"/>
                </a:solidFill>
                <a:latin typeface="Alef"/>
                <a:ea typeface="Alef"/>
                <a:cs typeface="Alef"/>
              </a:defRPr>
            </a:pPr>
            <a:r>
              <a:rPr sz="1400" b="0">
                <a:solidFill>
                  <a:srgbClr val="111111"/>
                </a:solidFill>
                <a:latin typeface="Alef"/>
                <a:ea typeface="Alef"/>
                <a:cs typeface="Alef"/>
              </a:rPr>
              <a:t>18 / 20</a:t>
            </a:r>
          </a:p>
        </p:txBody>
      </p:sp>
    </p:spTree>
    <p:extLst>
      <p:ext uri="{BB962C8B-B14F-4D97-AF65-F5344CB8AC3E}">
        <p14:creationId xmlns:p14="http://schemas.microsoft.com/office/powerpoint/2010/main" val="834007517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C327EF22-4053-448B-B9FD-F51B77781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a6e0d480fe754165"/>
            <a:stretch>
              <a:fillRect l="0" t="-38888" r="0" b="-38888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EBBBD5EB-F9AC-4571-B2DE-2555A5711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50314" y="675120"/>
            <a:ext cx="15587373" cy="8936760"/>
          </a:xfrm>
          <a:custGeom xmlns:a="http://schemas.openxmlformats.org/drawingml/2006/main">
            <a:rect l="l" t="t" r="r" b="b"/>
            <a:pathLst>
              <a:path w="15587373" h="8936760">
                <a:moveTo>
                  <a:pt x="0" y="0"/>
                </a:moveTo>
                <a:lnTo>
                  <a:pt x="15587372" y="0"/>
                </a:lnTo>
                <a:lnTo>
                  <a:pt x="15587372" y="8936760"/>
                </a:lnTo>
                <a:lnTo>
                  <a:pt x="0" y="893676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e2dad6198cd453a"/>
            <a:stretch>
              <a:fillRect l="0" t="0" r="0" b="0"/>
            </a:stretch>
          </a:blipFill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2BA9135B-68D1-45E6-AE4C-789A30A19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702382" y="-2637590"/>
            <a:ext cx="6917743" cy="5082235"/>
          </a:xfrm>
          <a:custGeom xmlns:a="http://schemas.openxmlformats.org/drawingml/2006/main">
            <a:rect l="l" t="t" r="r" b="b"/>
            <a:pathLst>
              <a:path w="6917743" h="5082235">
                <a:moveTo>
                  <a:pt x="0" y="0"/>
                </a:moveTo>
                <a:lnTo>
                  <a:pt x="6917743" y="0"/>
                </a:lnTo>
                <a:lnTo>
                  <a:pt x="6917743" y="5082235"/>
                </a:lnTo>
                <a:lnTo>
                  <a:pt x="0" y="5082235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8bcac32a9334d08"/>
            <a:stretch>
              <a:fillRect l="0" t="0" r="0" b="0"/>
            </a:stretch>
          </a:blipFill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791D55F9-F096-47AE-A234-A23EE9C3E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00807" y="6769692"/>
            <a:ext cx="4023881" cy="4391685"/>
          </a:xfrm>
          <a:custGeom xmlns:a="http://schemas.openxmlformats.org/drawingml/2006/main">
            <a:rect l="l" t="t" r="r" b="b"/>
            <a:pathLst>
              <a:path w="4023881" h="4391685">
                <a:moveTo>
                  <a:pt x="0" y="0"/>
                </a:moveTo>
                <a:lnTo>
                  <a:pt x="4023881" y="0"/>
                </a:lnTo>
                <a:lnTo>
                  <a:pt x="4023881" y="4391685"/>
                </a:lnTo>
                <a:lnTo>
                  <a:pt x="0" y="4391685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cd1f8c545a94062"/>
            <a:stretch>
              <a:fillRect l="0" t="0" r="0" b="0"/>
            </a:stretch>
          </a:blipFill>
        </p:spPr>
      </p:sp>
      <p:sp>
        <p:nvSpPr>
          <p:cNvPr id="6" name="{{adabiyotlar}}">
            <a:extLst xmlns:a="http://schemas.openxmlformats.org/drawingml/2006/main">
              <a:ext uri="{FF2B5EF4-FFF2-40B4-BE49-F238E27FC236}">
                <a16:creationId xmlns:a16="http://schemas.microsoft.com/office/drawing/2014/main" id="{0E2F8037-977A-4C84-AD0E-0DBE7E31C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280160"/>
            <a:ext cx="13716000" cy="1508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0" b="1">
                <a:solidFill>
                  <a:srgbClr val="111111"/>
                </a:solidFill>
                <a:latin typeface="Caladea Bold"/>
                <a:ea typeface="Caladea Bold"/>
                <a:cs typeface="Caladea Bold"/>
              </a:defRPr>
            </a:pPr>
            <a:r>
              <a:rPr sz="6000" b="1">
                <a:solidFill>
                  <a:srgbClr val="111111"/>
                </a:solidFill>
                <a:latin typeface="Caladea Bold"/>
                <a:ea typeface="Caladea Bold"/>
                <a:cs typeface="Caladea Bold"/>
              </a:rPr>
              <a:t>{{adabiyotlar}}</a:t>
            </a:r>
          </a:p>
        </p:txBody>
      </p:sp>
      <p:sp>
        <p:nvSpPr>
          <p:cNvPr id="7" name="{{adabiyotlar_ro_yxati}}">
            <a:extLst xmlns:a="http://schemas.openxmlformats.org/drawingml/2006/main">
              <a:ext uri="{FF2B5EF4-FFF2-40B4-BE49-F238E27FC236}">
                <a16:creationId xmlns:a16="http://schemas.microsoft.com/office/drawing/2014/main" id="{779F60C4-69AF-49AF-B791-62DE7EA58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0" y="3291840"/>
            <a:ext cx="13441680" cy="5120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181818"/>
                </a:solidFill>
                <a:latin typeface="Alef"/>
                <a:ea typeface="Alef"/>
                <a:cs typeface="Alef"/>
              </a:defRPr>
            </a:pPr>
            <a:r>
              <a:rPr sz="2700" b="0">
                <a:solidFill>
                  <a:srgbClr val="181818"/>
                </a:solidFill>
                <a:latin typeface="Alef"/>
                <a:ea typeface="Alef"/>
                <a:cs typeface="Alef"/>
              </a:rPr>
              <a:t>{{adabiyotlar_ro_yxati}}</a:t>
            </a:r>
          </a:p>
        </p:txBody>
      </p:sp>
      <p:sp>
        <p:nvSpPr>
          <p:cNvPr id="8" name="static_19 / 20">
            <a:extLst xmlns:a="http://schemas.openxmlformats.org/drawingml/2006/main">
              <a:ext uri="{FF2B5EF4-FFF2-40B4-BE49-F238E27FC236}">
                <a16:creationId xmlns:a16="http://schemas.microsoft.com/office/drawing/2014/main" id="{7EEEEC3D-BA98-4E53-A55E-C7DFF07F0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9120" y="9646920"/>
            <a:ext cx="146304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286"/>
          </a:bodyPr>
          <a:lstStyle xmlns:a="http://schemas.openxmlformats.org/drawingml/2006/main"/>
          <a:p xmlns:a="http://schemas.openxmlformats.org/drawingml/2006/main">
            <a:pPr algn="r">
              <a:defRPr sz="1400" b="0">
                <a:solidFill>
                  <a:srgbClr val="111111"/>
                </a:solidFill>
                <a:latin typeface="Alef"/>
                <a:ea typeface="Alef"/>
                <a:cs typeface="Alef"/>
              </a:defRPr>
            </a:pPr>
            <a:r>
              <a:rPr sz="1400" b="0">
                <a:solidFill>
                  <a:srgbClr val="111111"/>
                </a:solidFill>
                <a:latin typeface="Alef"/>
                <a:ea typeface="Alef"/>
                <a:cs typeface="Alef"/>
              </a:rPr>
              <a:t>19 / 20</a:t>
            </a:r>
          </a:p>
        </p:txBody>
      </p:sp>
    </p:spTree>
    <p:extLst>
      <p:ext uri="{BB962C8B-B14F-4D97-AF65-F5344CB8AC3E}">
        <p14:creationId xmlns:p14="http://schemas.microsoft.com/office/powerpoint/2010/main" val="2009978043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{{image_1}}" descr="{{image_1}}">
            <a:extLst xmlns:a="http://schemas.openxmlformats.org/drawingml/2006/main">
              <a:ext uri="{FF2B5EF4-FFF2-40B4-BE49-F238E27FC236}">
                <a16:creationId xmlns:a16="http://schemas.microsoft.com/office/drawing/2014/main" id="{443E6E42-EDCF-4A85-BA24-FCCC348C9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d2f2864ee4d44b8"/>
            <a:stretch>
              <a:fillRect l="0" t="-38888" r="0" b="-38888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8A40708F-5B92-45AF-BF2F-1BCDB4DFE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0" y="-3640875"/>
            <a:ext cx="18288000" cy="5265420"/>
          </a:xfrm>
          <a:custGeom xmlns:a="http://schemas.openxmlformats.org/drawingml/2006/main">
            <a:rect l="l" t="t" r="r" b="b"/>
            <a:pathLst>
              <a:path w="18288000" h="5265420">
                <a:moveTo>
                  <a:pt x="18288000" y="0"/>
                </a:moveTo>
                <a:lnTo>
                  <a:pt x="0" y="0"/>
                </a:lnTo>
                <a:lnTo>
                  <a:pt x="0" y="5265420"/>
                </a:lnTo>
                <a:lnTo>
                  <a:pt x="18288000" y="5265420"/>
                </a:lnTo>
                <a:lnTo>
                  <a:pt x="1828800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ba41b2304044a8e"/>
            <a:stretch>
              <a:fillRect l="0" t="0" r="0" b="0"/>
            </a:stretch>
          </a:blipFill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D9728057-DB5A-49D3-920E-6B5B22CDE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46247" flipH="0" flipV="0">
            <a:off x="-2145883" y="-2475324"/>
            <a:ext cx="12493625" cy="7388082"/>
          </a:xfrm>
          <a:custGeom xmlns:a="http://schemas.openxmlformats.org/drawingml/2006/main">
            <a:rect l="l" t="t" r="r" b="b"/>
            <a:pathLst>
              <a:path w="12493625" h="7388082">
                <a:moveTo>
                  <a:pt x="0" y="0"/>
                </a:moveTo>
                <a:lnTo>
                  <a:pt x="12493625" y="0"/>
                </a:lnTo>
                <a:lnTo>
                  <a:pt x="12493625" y="7388081"/>
                </a:lnTo>
                <a:lnTo>
                  <a:pt x="0" y="7388081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1113ddaa8dd4eb3"/>
            <a:stretch>
              <a:fillRect l="0" t="0" r="0" b="-5070"/>
            </a:stretch>
          </a:blipFill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14C00EBF-5C59-4752-9DCD-6CF2731BD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0" y="8485836"/>
            <a:ext cx="18288000" cy="5265420"/>
          </a:xfrm>
          <a:custGeom xmlns:a="http://schemas.openxmlformats.org/drawingml/2006/main">
            <a:rect l="l" t="t" r="r" b="b"/>
            <a:pathLst>
              <a:path w="18288000" h="5265420">
                <a:moveTo>
                  <a:pt x="18288000" y="0"/>
                </a:moveTo>
                <a:lnTo>
                  <a:pt x="0" y="0"/>
                </a:lnTo>
                <a:lnTo>
                  <a:pt x="0" y="5265420"/>
                </a:lnTo>
                <a:lnTo>
                  <a:pt x="18288000" y="5265420"/>
                </a:lnTo>
                <a:lnTo>
                  <a:pt x="1828800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ba41b2304044a8e"/>
            <a:stretch>
              <a:fillRect l="0" t="0" r="0" b="0"/>
            </a:stretch>
          </a:blipFill>
        </p:spPr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7BBC36D9-8BF0-4D5F-8A60-51835D480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580003" flipH="1" flipV="0">
            <a:off x="-4916645" y="6142931"/>
            <a:ext cx="11890690" cy="7388082"/>
          </a:xfrm>
          <a:custGeom xmlns:a="http://schemas.openxmlformats.org/drawingml/2006/main">
            <a:rect l="l" t="t" r="r" b="b"/>
            <a:pathLst>
              <a:path w="11890690" h="7388082">
                <a:moveTo>
                  <a:pt x="11890690" y="0"/>
                </a:moveTo>
                <a:lnTo>
                  <a:pt x="0" y="0"/>
                </a:lnTo>
                <a:lnTo>
                  <a:pt x="0" y="7388082"/>
                </a:lnTo>
                <a:lnTo>
                  <a:pt x="11890690" y="7388082"/>
                </a:lnTo>
                <a:lnTo>
                  <a:pt x="1189069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1113ddaa8dd4eb3"/>
            <a:stretch>
              <a:fillRect l="0" t="0" r="0" b="0"/>
            </a:stretch>
          </a:blipFill>
        </p:spPr>
      </p:sp>
      <p:sp>
        <p:nvSpPr>
          <p:cNvPr id="7" name="{{yakun}}">
            <a:extLst xmlns:a="http://schemas.openxmlformats.org/drawingml/2006/main">
              <a:ext uri="{FF2B5EF4-FFF2-40B4-BE49-F238E27FC236}">
                <a16:creationId xmlns:a16="http://schemas.microsoft.com/office/drawing/2014/main" id="{3A5CED9C-3552-495B-9928-10D3A13D1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3017520"/>
            <a:ext cx="7589520" cy="411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00" b="1">
                <a:solidFill>
                  <a:srgbClr val="111111"/>
                </a:solidFill>
                <a:latin typeface="Caladea Bold"/>
                <a:ea typeface="Caladea Bold"/>
                <a:cs typeface="Caladea Bold"/>
              </a:defRPr>
            </a:pPr>
            <a:r>
              <a:rPr sz="6600" b="1">
                <a:solidFill>
                  <a:srgbClr val="111111"/>
                </a:solidFill>
                <a:latin typeface="Caladea Bold"/>
                <a:ea typeface="Caladea Bold"/>
                <a:cs typeface="Caladea Bold"/>
              </a:rPr>
              <a:t>{{yakun}}</a:t>
            </a:r>
          </a:p>
        </p:txBody>
      </p:sp>
      <p:sp>
        <p:nvSpPr>
          <p:cNvPr id="8" name="static_20 / 20">
            <a:extLst xmlns:a="http://schemas.openxmlformats.org/drawingml/2006/main">
              <a:ext uri="{FF2B5EF4-FFF2-40B4-BE49-F238E27FC236}">
                <a16:creationId xmlns:a16="http://schemas.microsoft.com/office/drawing/2014/main" id="{ED8D61DF-F2B1-4ACE-9E85-99E0C658C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9120" y="9646920"/>
            <a:ext cx="146304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286"/>
          </a:bodyPr>
          <a:lstStyle xmlns:a="http://schemas.openxmlformats.org/drawingml/2006/main"/>
          <a:p xmlns:a="http://schemas.openxmlformats.org/drawingml/2006/main">
            <a:pPr algn="r">
              <a:defRPr sz="1400" b="0">
                <a:solidFill>
                  <a:srgbClr val="111111"/>
                </a:solidFill>
                <a:latin typeface="Alef"/>
                <a:ea typeface="Alef"/>
                <a:cs typeface="Alef"/>
              </a:defRPr>
            </a:pPr>
            <a:r>
              <a:rPr sz="1400" b="0">
                <a:solidFill>
                  <a:srgbClr val="111111"/>
                </a:solidFill>
                <a:latin typeface="Alef"/>
                <a:ea typeface="Alef"/>
                <a:cs typeface="Alef"/>
              </a:rPr>
              <a:t>20 / 20</a:t>
            </a:r>
          </a:p>
        </p:txBody>
      </p:sp>
    </p:spTree>
    <p:extLst>
      <p:ext uri="{BB962C8B-B14F-4D97-AF65-F5344CB8AC3E}">
        <p14:creationId xmlns:p14="http://schemas.microsoft.com/office/powerpoint/2010/main" val="1241561847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2026-10-07T14:06:13.3490000Z</dcterms:created>
  <dcterms:modified xsi:type="dcterms:W3CDTF">2026-10-07T14:06:13.3490000Z</dcterms:modified>
</coreProperties>
</file>