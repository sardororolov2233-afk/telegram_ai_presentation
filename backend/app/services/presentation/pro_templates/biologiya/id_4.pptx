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d559d84ea34d448d"/><Relationship Type="http://schemas.openxmlformats.org/officeDocument/2006/relationships/extended-properties" Target="/docProps/app.xml" Id="R7e4642b4cbea4401"/><Relationship Type="http://schemas.openxmlformats.org/officeDocument/2006/relationships/officeDocument" Target="/ppt/presentation.xml" Id="R29d3d1ea7c934783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f9a95c6e66d4eae"/>
  </p:sldMasterIdLst>
  <p:notesMasterIdLst>
    <p:notesMasterId xmlns:r="http://schemas.openxmlformats.org/officeDocument/2006/relationships" r:id="R1e1bb2cbaae64106"/>
  </p:notesMasterIdLst>
  <p:sldIdLst>
    <p:sldId xmlns:r="http://schemas.openxmlformats.org/officeDocument/2006/relationships" id="256" r:id="R085a365a5dee40de"/>
    <p:sldId xmlns:r="http://schemas.openxmlformats.org/officeDocument/2006/relationships" id="267" r:id="Rea23a91adcf44da9"/>
    <p:sldId xmlns:r="http://schemas.openxmlformats.org/officeDocument/2006/relationships" id="266" r:id="R9605ffb5345542f7"/>
    <p:sldId xmlns:r="http://schemas.openxmlformats.org/officeDocument/2006/relationships" id="261" r:id="Rd76f2899aad34dfd"/>
    <p:sldId xmlns:r="http://schemas.openxmlformats.org/officeDocument/2006/relationships" id="273" r:id="R0342c806d433446e"/>
    <p:sldId xmlns:r="http://schemas.openxmlformats.org/officeDocument/2006/relationships" id="260" r:id="R0143550cb1a04692"/>
    <p:sldId xmlns:r="http://schemas.openxmlformats.org/officeDocument/2006/relationships" id="272" r:id="R64921dba2d144c34"/>
    <p:sldId xmlns:r="http://schemas.openxmlformats.org/officeDocument/2006/relationships" id="259" r:id="R255575c626cd4e6b"/>
    <p:sldId xmlns:r="http://schemas.openxmlformats.org/officeDocument/2006/relationships" id="271" r:id="R25bb70a7b7c54386"/>
    <p:sldId xmlns:r="http://schemas.openxmlformats.org/officeDocument/2006/relationships" id="258" r:id="R8822ccdaee3a4b0b"/>
    <p:sldId xmlns:r="http://schemas.openxmlformats.org/officeDocument/2006/relationships" id="270" r:id="R3136a38cd4a64ee9"/>
    <p:sldId xmlns:r="http://schemas.openxmlformats.org/officeDocument/2006/relationships" id="265" r:id="R41b6ecd92bef4be6"/>
    <p:sldId xmlns:r="http://schemas.openxmlformats.org/officeDocument/2006/relationships" id="264" r:id="R35e84f40cd134f6c"/>
    <p:sldId xmlns:r="http://schemas.openxmlformats.org/officeDocument/2006/relationships" id="269" r:id="R3cf62367f2fd4416"/>
    <p:sldId xmlns:r="http://schemas.openxmlformats.org/officeDocument/2006/relationships" id="257" r:id="Rbaea982a9d994567"/>
    <p:sldId xmlns:r="http://schemas.openxmlformats.org/officeDocument/2006/relationships" id="263" r:id="R07cdac109c3544db"/>
    <p:sldId xmlns:r="http://schemas.openxmlformats.org/officeDocument/2006/relationships" id="275" r:id="Re21038eff2f84d9d"/>
    <p:sldId xmlns:r="http://schemas.openxmlformats.org/officeDocument/2006/relationships" id="268" r:id="R6f005ba94a864640"/>
    <p:sldId xmlns:r="http://schemas.openxmlformats.org/officeDocument/2006/relationships" id="262" r:id="Rd22b3d64629548f0"/>
    <p:sldId xmlns:r="http://schemas.openxmlformats.org/officeDocument/2006/relationships" id="274" r:id="R329496caf0394d7a"/>
  </p:sldIdLst>
  <p:sldSz cx="18288000" cy="10287000"/>
  <p:notesSz cx="6858000" cy="9144000"/>
  <p:embeddedFontLst>
    <p:embeddedFont>
      <p:font typeface="Inter Bold"/>
      <p:regular xmlns:r="http://schemas.openxmlformats.org/officeDocument/2006/relationships" r:id="R504a5108ac604933"/>
    </p:embeddedFont>
    <p:embeddedFont>
      <p:font typeface="Inter"/>
      <p:regular xmlns:r="http://schemas.openxmlformats.org/officeDocument/2006/relationships" r:id="R391a833df20b4935"/>
    </p:embeddedFont>
    <p:embeddedFont>
      <p:font typeface="Open Sauce"/>
      <p:regular xmlns:r="http://schemas.openxmlformats.org/officeDocument/2006/relationships" r:id="R137c3b3b18ca45c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9384e59c574b456a"/><Relationship Type="http://schemas.openxmlformats.org/officeDocument/2006/relationships/slideMaster" Target="/ppt/slideMasters/slideMaster1.xml" Id="Rdf9a95c6e66d4eae"/><Relationship Type="http://schemas.openxmlformats.org/officeDocument/2006/relationships/notesMaster" Target="/ppt/notesMasters/notesMaster1.xml" Id="R1e1bb2cbaae64106"/><Relationship Type="http://schemas.openxmlformats.org/officeDocument/2006/relationships/presProps" Target="/ppt/presProps.xml" Id="R77728eeb7e6b4676"/><Relationship Type="http://schemas.openxmlformats.org/officeDocument/2006/relationships/viewProps" Target="/ppt/viewProps.xml" Id="R91e8a3d9a51a424a"/><Relationship Type="http://schemas.openxmlformats.org/officeDocument/2006/relationships/tableStyles" Target="/ppt/tableStyles.xml" Id="R8cb65c4dee674e37"/><Relationship Type="http://schemas.openxmlformats.org/officeDocument/2006/relationships/font" Target="/ppt/fonts/font.dat" Id="R504a5108ac604933"/><Relationship Type="http://schemas.openxmlformats.org/officeDocument/2006/relationships/font" Target="/ppt/fonts/font2.dat" Id="R391a833df20b4935"/><Relationship Type="http://schemas.openxmlformats.org/officeDocument/2006/relationships/font" Target="/ppt/fonts/font3.dat" Id="R137c3b3b18ca45cd"/><Relationship Type="http://schemas.openxmlformats.org/officeDocument/2006/relationships/slide" Target="/ppt/slides/slide1.xml" Id="R085a365a5dee40de"/><Relationship Type="http://schemas.openxmlformats.org/officeDocument/2006/relationships/slide" Target="/ppt/slides/slide15.xml" Id="Rbaea982a9d994567"/><Relationship Type="http://schemas.openxmlformats.org/officeDocument/2006/relationships/slide" Target="/ppt/slides/slide10.xml" Id="R8822ccdaee3a4b0b"/><Relationship Type="http://schemas.openxmlformats.org/officeDocument/2006/relationships/slide" Target="/ppt/slides/slide8.xml" Id="R255575c626cd4e6b"/><Relationship Type="http://schemas.openxmlformats.org/officeDocument/2006/relationships/slide" Target="/ppt/slides/slide6.xml" Id="R0143550cb1a04692"/><Relationship Type="http://schemas.openxmlformats.org/officeDocument/2006/relationships/slide" Target="/ppt/slides/slide4.xml" Id="Rd76f2899aad34dfd"/><Relationship Type="http://schemas.openxmlformats.org/officeDocument/2006/relationships/slide" Target="/ppt/slides/slide19.xml" Id="Rd22b3d64629548f0"/><Relationship Type="http://schemas.openxmlformats.org/officeDocument/2006/relationships/slide" Target="/ppt/slides/slide16.xml" Id="R07cdac109c3544db"/><Relationship Type="http://schemas.openxmlformats.org/officeDocument/2006/relationships/slide" Target="/ppt/slides/slide13.xml" Id="R35e84f40cd134f6c"/><Relationship Type="http://schemas.openxmlformats.org/officeDocument/2006/relationships/slide" Target="/ppt/slides/slide12.xml" Id="R41b6ecd92bef4be6"/><Relationship Type="http://schemas.openxmlformats.org/officeDocument/2006/relationships/slide" Target="/ppt/slides/slide3.xml" Id="R9605ffb5345542f7"/><Relationship Type="http://schemas.openxmlformats.org/officeDocument/2006/relationships/slide" Target="/ppt/slides/slide2.xml" Id="Rea23a91adcf44da9"/><Relationship Type="http://schemas.openxmlformats.org/officeDocument/2006/relationships/slide" Target="/ppt/slides/slide18.xml" Id="R6f005ba94a864640"/><Relationship Type="http://schemas.openxmlformats.org/officeDocument/2006/relationships/slide" Target="/ppt/slides/slide14.xml" Id="R3cf62367f2fd4416"/><Relationship Type="http://schemas.openxmlformats.org/officeDocument/2006/relationships/slide" Target="/ppt/slides/slide11.xml" Id="R3136a38cd4a64ee9"/><Relationship Type="http://schemas.openxmlformats.org/officeDocument/2006/relationships/slide" Target="/ppt/slides/slide9.xml" Id="R25bb70a7b7c54386"/><Relationship Type="http://schemas.openxmlformats.org/officeDocument/2006/relationships/slide" Target="/ppt/slides/slide7.xml" Id="R64921dba2d144c34"/><Relationship Type="http://schemas.openxmlformats.org/officeDocument/2006/relationships/slide" Target="/ppt/slides/slide5.xml" Id="R0342c806d433446e"/><Relationship Type="http://schemas.openxmlformats.org/officeDocument/2006/relationships/slide" Target="/ppt/slides/slide20.xml" Id="R329496caf0394d7a"/><Relationship Type="http://schemas.openxmlformats.org/officeDocument/2006/relationships/slide" Target="/ppt/slides/slide17.xml" Id="Re21038eff2f84d9d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ad3bd59a1e854e93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d869808e032d42ba"/><Relationship Type="http://schemas.openxmlformats.org/officeDocument/2006/relationships/notesMaster" Target="/ppt/notesMasters/notesMaster1.xml" Id="Recfbacc5e88349c3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ade05eb4cd1c42a7"/><Relationship Type="http://schemas.openxmlformats.org/officeDocument/2006/relationships/notesMaster" Target="/ppt/notesMasters/notesMaster1.xml" Id="Rbd85a5d7368b47df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75827650b48d445b"/><Relationship Type="http://schemas.openxmlformats.org/officeDocument/2006/relationships/notesMaster" Target="/ppt/notesMasters/notesMaster1.xml" Id="Raf0ee93bfcc34bfd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ed7105718e344ebc"/><Relationship Type="http://schemas.openxmlformats.org/officeDocument/2006/relationships/notesMaster" Target="/ppt/notesMasters/notesMaster1.xml" Id="R949f984d529b41ac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c30c2a52a3d24e84"/><Relationship Type="http://schemas.openxmlformats.org/officeDocument/2006/relationships/notesMaster" Target="/ppt/notesMasters/notesMaster1.xml" Id="Rd0a511fe67cb4ed2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d0e76b37a1ef491a"/><Relationship Type="http://schemas.openxmlformats.org/officeDocument/2006/relationships/notesMaster" Target="/ppt/notesMasters/notesMaster1.xml" Id="R7d99a62bf5a84089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c079c823451042da"/><Relationship Type="http://schemas.openxmlformats.org/officeDocument/2006/relationships/notesMaster" Target="/ppt/notesMasters/notesMaster1.xml" Id="Rb9498cdff5e349ab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1ccfa4fbe451438a"/><Relationship Type="http://schemas.openxmlformats.org/officeDocument/2006/relationships/notesMaster" Target="/ppt/notesMasters/notesMaster1.xml" Id="R6483004aae894bc0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512de151c27d483d"/><Relationship Type="http://schemas.openxmlformats.org/officeDocument/2006/relationships/notesMaster" Target="/ppt/notesMasters/notesMaster1.xml" Id="R5bf923ceccf1440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26a19f5bd51e400b"/><Relationship Type="http://schemas.openxmlformats.org/officeDocument/2006/relationships/notesMaster" Target="/ppt/notesMasters/notesMaster1.xml" Id="R18a3e9582358485f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ac10184744564bbc"/><Relationship Type="http://schemas.openxmlformats.org/officeDocument/2006/relationships/notesMaster" Target="/ppt/notesMasters/notesMaster1.xml" Id="Rfb48780ad2b34866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b822824ce65a406b"/><Relationship Type="http://schemas.openxmlformats.org/officeDocument/2006/relationships/notesMaster" Target="/ppt/notesMasters/notesMaster1.xml" Id="Rad72ce28d44047d0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dfe47ebd6783402d"/><Relationship Type="http://schemas.openxmlformats.org/officeDocument/2006/relationships/notesMaster" Target="/ppt/notesMasters/notesMaster1.xml" Id="R8159ad33097f42c7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0ee62ff6b04a4b4b"/><Relationship Type="http://schemas.openxmlformats.org/officeDocument/2006/relationships/notesMaster" Target="/ppt/notesMasters/notesMaster1.xml" Id="R9bc4cbc2693849a1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545105faa21d40a7"/><Relationship Type="http://schemas.openxmlformats.org/officeDocument/2006/relationships/notesMaster" Target="/ppt/notesMasters/notesMaster1.xml" Id="Re98d0c07195f4f22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4961a3b348d4936"/><Relationship Type="http://schemas.openxmlformats.org/officeDocument/2006/relationships/notesMaster" Target="/ppt/notesMasters/notesMaster1.xml" Id="R32a0d0431f1f44bb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f35a94aa0cc64130"/><Relationship Type="http://schemas.openxmlformats.org/officeDocument/2006/relationships/notesMaster" Target="/ppt/notesMasters/notesMaster1.xml" Id="R7fb3939000984ba8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5d90f880f11f488f"/><Relationship Type="http://schemas.openxmlformats.org/officeDocument/2006/relationships/notesMaster" Target="/ppt/notesMasters/notesMaster1.xml" Id="R22ca9a84300344bc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cd338d07e4904d39"/><Relationship Type="http://schemas.openxmlformats.org/officeDocument/2006/relationships/notesMaster" Target="/ppt/notesMasters/notesMaster1.xml" Id="R229bb16762054e01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85c63f5926dd4c6d"/><Relationship Type="http://schemas.openxmlformats.org/officeDocument/2006/relationships/notesMaster" Target="/ppt/notesMasters/notesMaster1.xml" Id="R92669686e0fd4415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b2b85e68cee4342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9871c39923f4462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49db1588ed14f76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f48d370859844a3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4601322da144557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9bcbcfff7df4bc2"/></Relationships>
</file>

<file path=ppt/slideLayouts/_rels/slideLayout7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000dad44d994bd5"/></Relationships>
</file>

<file path=ppt/slideLayouts/_rels/slideLayout8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040c61a8fe24461"/></Relationships>
</file>

<file path=ppt/slideLayouts/_rels/slideLayout9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c047809235642bd"/></Relationships>
</file>

<file path=ppt/slideLayouts/_rels/slideLayout10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a5448bdb30140e3"/></Relationships>
</file>

<file path=ppt/slideLayouts/_rels/slideLayout1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ec551ba84194ff4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247668-BA7A-4347-8DCC-0B01CDD3519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D1207B-CEBE-4960-9BA1-477A0B1ADA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C14571-98AF-4ED9-922D-B2828512BB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BDB8D-BF46-4977-B371-587BC432EF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D7B403-8233-4C4F-BFD0-0E42F06130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F7B7CB-87B5-4344-85B1-1A5F85B2A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F61DC5-A460-4A82-AEE3-FA3F604EB7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D3A408-BADF-4797-8C42-5163B6B378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C0EB08-2602-4C1D-97A6-EE5063320D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003AAB-DC01-437C-BEA7-4442A38900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093018-C42E-4857-8EE1-F5C747D8A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2B28BC-AAC6-4F34-ADCF-73317B408F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0D5953-253D-46C5-9ED1-CBB1192E6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422757-B3FE-4C9A-97FB-9BC792332D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31BEFA-9819-4983-B514-D390B7FBAA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9FD3AA-AB82-45E8-8A04-E76664CA8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0243EE-D640-4D7E-99E6-03FA9209C6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2AB8DEA-A350-45FC-B10D-0287848C3E8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992A9E-F7FC-4D6F-82EE-D7B034DD3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434CF6-A34A-4A43-9C0C-44B0B1B882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85CD15-9410-466E-A2D3-55B9F936D3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37A666-382D-4D54-9A08-FF1B8CE7F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F519FA-1065-4F03-AA42-BAA7928CA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22AAABB-3045-4B79-904F-D9F0387139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F0F4D1E-2CBF-4DD3-B659-8F0893DF1A7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3F11A9-06C6-4257-B427-A8F141C29E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DD4F28F-0B95-4BCE-900D-6EE9FCC1B7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4C0CBD4-6B68-48AE-808D-4C3ACE3CE2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BE323F2-5D38-4C5D-A79A-8CB19D7FE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373E76-3381-4E16-A805-811BF6E37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3DB5974-D1C2-4EFD-81DE-94C02A9D62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53EB631-C8EE-452B-BAFD-8ABD2FBAD4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EE95730-868E-4F36-AD4A-88311B791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40FF191-63F2-49F7-8E15-6F5CFBE592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B5BCF72-6D08-44E9-88FD-222FA8F101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76D930-EF1D-484D-9DA7-83202242CC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80C80C-CEB3-43F9-A75D-0D43059CE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92F23A-83B3-4793-9324-966A916A33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F9CEE13-37A4-4F94-B9A8-9CCCD3AF17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FEF778-9D88-4DAB-861F-430D27E785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A4A3DD-091C-4110-BB6B-8744806688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CD100B-F2DA-4C06-B7BC-60429AFD0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67A303-37BC-4C36-81DD-17842693C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E328F60-F030-45F8-A1F0-8DA9D90E90B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EC819C1-65A8-4E25-B538-9B34C7E9F5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3E1ABF0-77A7-4FB9-A86E-D1FE026885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A92E530-FFD2-4532-915E-37EAC6A5BF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A759DA-CB75-42AE-AC04-DA70CF62E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64F810-42E3-4D24-A553-115B0E028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96FC6D-B581-4158-87BC-82E2A14BC0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A652F1-BB79-4DFB-BB48-BA6D0E474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F6DACB-EF86-4B9B-84B9-4CD61CCE3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C9727-6ED6-4DC8-B534-40AC3D2859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ACD1824-D04D-4D4D-A769-1D96323FE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F8DA68-B78E-49DD-83FA-320A520F9A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870F3E-26BC-4DBC-A7F7-56DAFAE0DC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B5C898-7CD2-43DD-8D3F-460E9F0756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DE188-6CAA-4740-8502-3E1D844426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a05365d26ba843db"/><Relationship Type="http://schemas.openxmlformats.org/officeDocument/2006/relationships/slideLayout" Target="/ppt/slideLayouts/slideLayout1.xml" Id="R36e6be172cc248fe"/><Relationship Type="http://schemas.openxmlformats.org/officeDocument/2006/relationships/slideLayout" Target="/ppt/slideLayouts/slideLayout2.xml" Id="Ra32ca2bd7c03408d"/><Relationship Type="http://schemas.openxmlformats.org/officeDocument/2006/relationships/slideLayout" Target="/ppt/slideLayouts/slideLayout3.xml" Id="R1bdc3f0ef019460e"/><Relationship Type="http://schemas.openxmlformats.org/officeDocument/2006/relationships/slideLayout" Target="/ppt/slideLayouts/slideLayout4.xml" Id="Rd8951e1667e8415a"/><Relationship Type="http://schemas.openxmlformats.org/officeDocument/2006/relationships/slideLayout" Target="/ppt/slideLayouts/slideLayout5.xml" Id="R4fcf774c66d6428a"/><Relationship Type="http://schemas.openxmlformats.org/officeDocument/2006/relationships/slideLayout" Target="/ppt/slideLayouts/slideLayout6.xml" Id="R32a8b269d6544dce"/><Relationship Type="http://schemas.openxmlformats.org/officeDocument/2006/relationships/slideLayout" Target="/ppt/slideLayouts/slideLayout7.xml" Id="R3c88357d993d4de3"/><Relationship Type="http://schemas.openxmlformats.org/officeDocument/2006/relationships/slideLayout" Target="/ppt/slideLayouts/slideLayout8.xml" Id="Rfb0312fd57864cf2"/><Relationship Type="http://schemas.openxmlformats.org/officeDocument/2006/relationships/slideLayout" Target="/ppt/slideLayouts/slideLayout9.xml" Id="R7ae4ed69c43546a1"/><Relationship Type="http://schemas.openxmlformats.org/officeDocument/2006/relationships/slideLayout" Target="/ppt/slideLayouts/slideLayout10.xml" Id="R2d8ab0d4b2f94360"/><Relationship Type="http://schemas.openxmlformats.org/officeDocument/2006/relationships/slideLayout" Target="/ppt/slideLayouts/slideLayout11.xml" Id="Rd8f45a0551aa471e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0CF43DC-0595-4975-85C2-5241D2484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C6AE43-FBA7-463E-A60B-D753CE514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650E3F-B496-478E-91CB-4E17D875E4D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5C8DD8-AF9E-4717-9775-1685969EAD5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930C29-1030-456C-9CCD-39BC2D13EA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6be172cc248fe"/>
    <p:sldLayoutId xmlns:r="http://schemas.openxmlformats.org/officeDocument/2006/relationships" id="2147483650" r:id="Ra32ca2bd7c03408d"/>
    <p:sldLayoutId xmlns:r="http://schemas.openxmlformats.org/officeDocument/2006/relationships" id="2147483651" r:id="R1bdc3f0ef019460e"/>
    <p:sldLayoutId xmlns:r="http://schemas.openxmlformats.org/officeDocument/2006/relationships" id="2147483652" r:id="Rd8951e1667e8415a"/>
    <p:sldLayoutId xmlns:r="http://schemas.openxmlformats.org/officeDocument/2006/relationships" id="2147483653" r:id="R4fcf774c66d6428a"/>
    <p:sldLayoutId xmlns:r="http://schemas.openxmlformats.org/officeDocument/2006/relationships" id="2147483654" r:id="R32a8b269d6544dce"/>
    <p:sldLayoutId xmlns:r="http://schemas.openxmlformats.org/officeDocument/2006/relationships" id="2147483655" r:id="R3c88357d993d4de3"/>
    <p:sldLayoutId xmlns:r="http://schemas.openxmlformats.org/officeDocument/2006/relationships" id="2147483656" r:id="Rfb0312fd57864cf2"/>
    <p:sldLayoutId xmlns:r="http://schemas.openxmlformats.org/officeDocument/2006/relationships" id="2147483657" r:id="R7ae4ed69c43546a1"/>
    <p:sldLayoutId xmlns:r="http://schemas.openxmlformats.org/officeDocument/2006/relationships" id="2147483658" r:id="R2d8ab0d4b2f94360"/>
    <p:sldLayoutId xmlns:r="http://schemas.openxmlformats.org/officeDocument/2006/relationships" id="2147483659" r:id="Rd8f45a0551aa471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825d289c1c224709"/><Relationship Type="http://schemas.openxmlformats.org/officeDocument/2006/relationships/image" Target="/ppt/media/image.jpeg" Id="R91c47bc6d87d4598"/><Relationship Type="http://schemas.openxmlformats.org/officeDocument/2006/relationships/image" Target="/ppt/media/image.png" Id="Rf4d4473be9fc4e5f"/><Relationship Type="http://schemas.openxmlformats.org/officeDocument/2006/relationships/image" Target="/ppt/media/image2.png" Id="R1fb000f0bbb24466"/><Relationship Type="http://schemas.openxmlformats.org/officeDocument/2006/relationships/image" Target="/ppt/media/image3.png" Id="Rdb703054c7f0420f"/><Relationship Type="http://schemas.openxmlformats.org/officeDocument/2006/relationships/image" Target="/ppt/media/image.svg" Id="Ra8866abf2b614079"/><Relationship Type="http://schemas.openxmlformats.org/officeDocument/2006/relationships/notesSlide" Target="/ppt/notesSlides/notesSlide1.xml" Id="Rbfa1c7f26910437e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dfe9033941d0447d"/><Relationship Type="http://schemas.openxmlformats.org/officeDocument/2006/relationships/image" Target="/ppt/media/image.jpeg" Id="R4deefd23af0644a5"/><Relationship Type="http://schemas.openxmlformats.org/officeDocument/2006/relationships/image" Target="/ppt/media/image3.png" Id="R9348fb2d05a24486"/><Relationship Type="http://schemas.openxmlformats.org/officeDocument/2006/relationships/image" Target="/ppt/media/image.svg" Id="R79f4437a18ed4ecf"/><Relationship Type="http://schemas.openxmlformats.org/officeDocument/2006/relationships/notesSlide" Target="/ppt/notesSlides/notesSlide12.xml" Id="Rfcf905b2aa3b46e2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321707e46784aac"/><Relationship Type="http://schemas.openxmlformats.org/officeDocument/2006/relationships/image" Target="/ppt/media/image.jpeg" Id="Reacb6c0766e642ea"/><Relationship Type="http://schemas.openxmlformats.org/officeDocument/2006/relationships/image" Target="/ppt/media/image3.png" Id="R83f5ef131ea4434c"/><Relationship Type="http://schemas.openxmlformats.org/officeDocument/2006/relationships/image" Target="/ppt/media/image.svg" Id="R3ee099cd797c4a19"/><Relationship Type="http://schemas.openxmlformats.org/officeDocument/2006/relationships/notesSlide" Target="/ppt/notesSlides/notesSlide11.xml" Id="R530523ed22cf4e11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2b25b5034c6f4c20"/><Relationship Type="http://schemas.openxmlformats.org/officeDocument/2006/relationships/image" Target="/ppt/media/image.jpeg" Id="R970af1045ea44b69"/><Relationship Type="http://schemas.openxmlformats.org/officeDocument/2006/relationships/image" Target="/ppt/media/image2.jpeg" Id="R934b672e98b949b7"/><Relationship Type="http://schemas.openxmlformats.org/officeDocument/2006/relationships/image" Target="/ppt/media/image3.png" Id="Rae55dbc78ab04f03"/><Relationship Type="http://schemas.openxmlformats.org/officeDocument/2006/relationships/image" Target="/ppt/media/image.svg" Id="Re24522097f6a46d2"/><Relationship Type="http://schemas.openxmlformats.org/officeDocument/2006/relationships/notesSlide" Target="/ppt/notesSlides/notesSlide6.xml" Id="R042f39157ddb4a3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b4ff27f2b3142c2"/><Relationship Type="http://schemas.openxmlformats.org/officeDocument/2006/relationships/image" Target="/ppt/media/image.jpeg" Id="R97b467b0fbfa42eb"/><Relationship Type="http://schemas.openxmlformats.org/officeDocument/2006/relationships/image" Target="/ppt/media/image3.jpeg" Id="R9f62a34e181e4598"/><Relationship Type="http://schemas.openxmlformats.org/officeDocument/2006/relationships/image" Target="/ppt/media/image3.png" Id="R7825c381049b4f39"/><Relationship Type="http://schemas.openxmlformats.org/officeDocument/2006/relationships/image" Target="/ppt/media/image.svg" Id="R505dd43092af4377"/><Relationship Type="http://schemas.openxmlformats.org/officeDocument/2006/relationships/notesSlide" Target="/ppt/notesSlides/notesSlide18.xml" Id="R8d2c5c9e04b2472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f75adc8beef48c3"/><Relationship Type="http://schemas.openxmlformats.org/officeDocument/2006/relationships/image" Target="/ppt/media/image.jpeg" Id="R523ccc59e390415a"/><Relationship Type="http://schemas.openxmlformats.org/officeDocument/2006/relationships/image" Target="/ppt/media/image2.jpeg" Id="R13a1330a8fe84490"/><Relationship Type="http://schemas.openxmlformats.org/officeDocument/2006/relationships/image" Target="/ppt/media/image3.png" Id="Raab76b4d1f5744a5"/><Relationship Type="http://schemas.openxmlformats.org/officeDocument/2006/relationships/image" Target="/ppt/media/image.svg" Id="Rf697353adee447e9"/><Relationship Type="http://schemas.openxmlformats.org/officeDocument/2006/relationships/notesSlide" Target="/ppt/notesSlides/notesSlide5.xml" Id="R0ef48009fa094eee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54b49fd817b4918"/><Relationship Type="http://schemas.openxmlformats.org/officeDocument/2006/relationships/image" Target="/ppt/media/image.jpeg" Id="R2bfae7666cca4ccb"/><Relationship Type="http://schemas.openxmlformats.org/officeDocument/2006/relationships/image" Target="/ppt/media/image3.jpeg" Id="R8319e62d3f6248c2"/><Relationship Type="http://schemas.openxmlformats.org/officeDocument/2006/relationships/image" Target="/ppt/media/image3.png" Id="R35d9a1ac9aa64a82"/><Relationship Type="http://schemas.openxmlformats.org/officeDocument/2006/relationships/image" Target="/ppt/media/image.svg" Id="Re0a36b6068a74232"/><Relationship Type="http://schemas.openxmlformats.org/officeDocument/2006/relationships/notesSlide" Target="/ppt/notesSlides/notesSlide17.xml" Id="Rff7a3f9d01a54ccd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345892a389014989"/><Relationship Type="http://schemas.openxmlformats.org/officeDocument/2006/relationships/image" Target="/ppt/media/image.jpeg" Id="R4e47c11efae84b30"/><Relationship Type="http://schemas.openxmlformats.org/officeDocument/2006/relationships/image" Target="/ppt/media/image2.jpeg" Id="Rde82aac48cf34240"/><Relationship Type="http://schemas.openxmlformats.org/officeDocument/2006/relationships/image" Target="/ppt/media/image3.png" Id="Rd4d61c7ae4374e52"/><Relationship Type="http://schemas.openxmlformats.org/officeDocument/2006/relationships/image" Target="/ppt/media/image.svg" Id="R962d873ee7754463"/><Relationship Type="http://schemas.openxmlformats.org/officeDocument/2006/relationships/notesSlide" Target="/ppt/notesSlides/notesSlide4.xml" Id="Rd50365b7be65415d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dad737c68b34cb6"/><Relationship Type="http://schemas.openxmlformats.org/officeDocument/2006/relationships/image" Target="/ppt/media/image.jpeg" Id="R22d27f39eabf4903"/><Relationship Type="http://schemas.openxmlformats.org/officeDocument/2006/relationships/image" Target="/ppt/media/image3.jpeg" Id="R425bb48040d549f7"/><Relationship Type="http://schemas.openxmlformats.org/officeDocument/2006/relationships/image" Target="/ppt/media/image3.png" Id="Rab94976cdda743b0"/><Relationship Type="http://schemas.openxmlformats.org/officeDocument/2006/relationships/image" Target="/ppt/media/image.svg" Id="R7da43fde6eec46a9"/><Relationship Type="http://schemas.openxmlformats.org/officeDocument/2006/relationships/notesSlide" Target="/ppt/notesSlides/notesSlide16.xml" Id="R8e72c6cc2aa44a6c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e171f48ef72f4521"/><Relationship Type="http://schemas.openxmlformats.org/officeDocument/2006/relationships/image" Target="/ppt/media/image.jpeg" Id="R9f971dd1a6424d96"/><Relationship Type="http://schemas.openxmlformats.org/officeDocument/2006/relationships/image" Target="/ppt/media/image2.jpeg" Id="Rd9b91c34486c4956"/><Relationship Type="http://schemas.openxmlformats.org/officeDocument/2006/relationships/image" Target="/ppt/media/image3.png" Id="R52398f6a1b444e23"/><Relationship Type="http://schemas.openxmlformats.org/officeDocument/2006/relationships/image" Target="/ppt/media/image.svg" Id="R59d291d3ce4b4a5a"/><Relationship Type="http://schemas.openxmlformats.org/officeDocument/2006/relationships/notesSlide" Target="/ppt/notesSlides/notesSlide3.xml" Id="R3574675d88bc460c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ed98b79a6274d24"/><Relationship Type="http://schemas.openxmlformats.org/officeDocument/2006/relationships/image" Target="/ppt/media/image.jpeg" Id="Rd3faae0f262c423c"/><Relationship Type="http://schemas.openxmlformats.org/officeDocument/2006/relationships/image" Target="/ppt/media/image3.jpeg" Id="Rb891e5a586eb4f14"/><Relationship Type="http://schemas.openxmlformats.org/officeDocument/2006/relationships/image" Target="/ppt/media/image3.png" Id="R4b4a262124e742e9"/><Relationship Type="http://schemas.openxmlformats.org/officeDocument/2006/relationships/image" Target="/ppt/media/image.svg" Id="R59c108297bc74a68"/><Relationship Type="http://schemas.openxmlformats.org/officeDocument/2006/relationships/notesSlide" Target="/ppt/notesSlides/notesSlide15.xml" Id="R65152ee27abd4f29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28207934ddc144a9"/><Relationship Type="http://schemas.openxmlformats.org/officeDocument/2006/relationships/image" Target="/ppt/media/image.jpeg" Id="Rf68ff3e96ad6456f"/><Relationship Type="http://schemas.openxmlformats.org/officeDocument/2006/relationships/image" Target="/ppt/media/image3.png" Id="Rd11a18d9cf154775"/><Relationship Type="http://schemas.openxmlformats.org/officeDocument/2006/relationships/image" Target="/ppt/media/image.svg" Id="R1af768dcdbfb4442"/><Relationship Type="http://schemas.openxmlformats.org/officeDocument/2006/relationships/notesSlide" Target="/ppt/notesSlides/notesSlide10.xml" Id="R27103f86c2264586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9d19ce033994756"/><Relationship Type="http://schemas.openxmlformats.org/officeDocument/2006/relationships/image" Target="/ppt/media/image.jpeg" Id="Rb8b2d4521ac24d54"/><Relationship Type="http://schemas.openxmlformats.org/officeDocument/2006/relationships/image" Target="/ppt/media/image3.png" Id="Rfe17936a153140a8"/><Relationship Type="http://schemas.openxmlformats.org/officeDocument/2006/relationships/image" Target="/ppt/media/image.svg" Id="R3bec4fa2cc1948ad"/><Relationship Type="http://schemas.openxmlformats.org/officeDocument/2006/relationships/notesSlide" Target="/ppt/notesSlides/notesSlide9.xml" Id="R1fdfc8b68900456a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cb76e7eee3d44cc"/><Relationship Type="http://schemas.openxmlformats.org/officeDocument/2006/relationships/image" Target="/ppt/media/image.jpeg" Id="R3946584aa10348f3"/><Relationship Type="http://schemas.openxmlformats.org/officeDocument/2006/relationships/image" Target="/ppt/media/image3.jpeg" Id="Ra20c0475c99046f1"/><Relationship Type="http://schemas.openxmlformats.org/officeDocument/2006/relationships/image" Target="/ppt/media/image3.png" Id="Rc178651631ba440c"/><Relationship Type="http://schemas.openxmlformats.org/officeDocument/2006/relationships/image" Target="/ppt/media/image.svg" Id="Rfd22f4aed54043dd"/><Relationship Type="http://schemas.openxmlformats.org/officeDocument/2006/relationships/notesSlide" Target="/ppt/notesSlides/notesSlide14.xml" Id="Rfad914cd4f6d42fe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8ba1bd5160454bd4"/><Relationship Type="http://schemas.openxmlformats.org/officeDocument/2006/relationships/image" Target="/ppt/media/image.jpeg" Id="Ra656f37de0124ee3"/><Relationship Type="http://schemas.openxmlformats.org/officeDocument/2006/relationships/image" Target="/ppt/media/image2.jpeg" Id="Rc4cc8bb2e9934fa2"/><Relationship Type="http://schemas.openxmlformats.org/officeDocument/2006/relationships/image" Target="/ppt/media/image3.png" Id="R91dd0488d1ab4a13"/><Relationship Type="http://schemas.openxmlformats.org/officeDocument/2006/relationships/image" Target="/ppt/media/image.svg" Id="R87151c1bfb514970"/><Relationship Type="http://schemas.openxmlformats.org/officeDocument/2006/relationships/notesSlide" Target="/ppt/notesSlides/notesSlide2.xml" Id="Rc01936384eff427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926ad3c53f249d4"/><Relationship Type="http://schemas.openxmlformats.org/officeDocument/2006/relationships/image" Target="/ppt/media/image.jpeg" Id="R9f093dc04c3740ab"/><Relationship Type="http://schemas.openxmlformats.org/officeDocument/2006/relationships/image" Target="/ppt/media/image3.png" Id="Rdf33e90cd3ed40fa"/><Relationship Type="http://schemas.openxmlformats.org/officeDocument/2006/relationships/image" Target="/ppt/media/image.svg" Id="R59ad4552ccee429e"/><Relationship Type="http://schemas.openxmlformats.org/officeDocument/2006/relationships/notesSlide" Target="/ppt/notesSlides/notesSlide8.xml" Id="R09bcb751591f418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f8780ad98e04fe3"/><Relationship Type="http://schemas.openxmlformats.org/officeDocument/2006/relationships/image" Target="/ppt/media/image.jpeg" Id="R57b7b73882c247a0"/><Relationship Type="http://schemas.openxmlformats.org/officeDocument/2006/relationships/image" Target="/ppt/media/image4.png" Id="R6f16476930504434"/><Relationship Type="http://schemas.openxmlformats.org/officeDocument/2006/relationships/image" Target="/ppt/media/image5.png" Id="Rfde0b549e4e2426d"/><Relationship Type="http://schemas.openxmlformats.org/officeDocument/2006/relationships/image" Target="/ppt/media/image6.png" Id="R4e1d4fdce1764d3e"/><Relationship Type="http://schemas.openxmlformats.org/officeDocument/2006/relationships/image" Target="/ppt/media/image2.svg" Id="Rff25a27465bd4d42"/><Relationship Type="http://schemas.openxmlformats.org/officeDocument/2006/relationships/image" Target="/ppt/media/image7.png" Id="Ra55a19197b854854"/><Relationship Type="http://schemas.openxmlformats.org/officeDocument/2006/relationships/image" Target="/ppt/media/image3.svg" Id="Rdcbef394df4d4f42"/><Relationship Type="http://schemas.openxmlformats.org/officeDocument/2006/relationships/notesSlide" Target="/ppt/notesSlides/notesSlide20.xml" Id="Ree0afe413d8c44a4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e48f867f9bf04e7e"/><Relationship Type="http://schemas.openxmlformats.org/officeDocument/2006/relationships/image" Target="/ppt/media/image.jpeg" Id="Reee5d2393ff440e6"/><Relationship Type="http://schemas.openxmlformats.org/officeDocument/2006/relationships/image" Target="/ppt/media/image3.jpeg" Id="R81696c0f1b304b45"/><Relationship Type="http://schemas.openxmlformats.org/officeDocument/2006/relationships/image" Target="/ppt/media/image3.png" Id="Rd8921dc3aae7462a"/><Relationship Type="http://schemas.openxmlformats.org/officeDocument/2006/relationships/image" Target="/ppt/media/image.svg" Id="R3dfe6e9827ef45e9"/><Relationship Type="http://schemas.openxmlformats.org/officeDocument/2006/relationships/notesSlide" Target="/ppt/notesSlides/notesSlide13.xml" Id="R757e8a5839224a63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fa3a3a620dd8434c"/><Relationship Type="http://schemas.openxmlformats.org/officeDocument/2006/relationships/image" Target="/ppt/media/image.jpeg" Id="Re140db64dfc94a1f"/><Relationship Type="http://schemas.openxmlformats.org/officeDocument/2006/relationships/image" Target="/ppt/media/image3.png" Id="R6ec187b71713426e"/><Relationship Type="http://schemas.openxmlformats.org/officeDocument/2006/relationships/image" Target="/ppt/media/image.svg" Id="R5a1d2603884543f0"/><Relationship Type="http://schemas.openxmlformats.org/officeDocument/2006/relationships/notesSlide" Target="/ppt/notesSlides/notesSlide7.xml" Id="R59b94154c8c14dc8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221bf3b450454f9e"/><Relationship Type="http://schemas.openxmlformats.org/officeDocument/2006/relationships/image" Target="/ppt/media/image.jpeg" Id="Rdc48f2214661408c"/><Relationship Type="http://schemas.openxmlformats.org/officeDocument/2006/relationships/image" Target="/ppt/media/image4.png" Id="R1a410dde43834f73"/><Relationship Type="http://schemas.openxmlformats.org/officeDocument/2006/relationships/image" Target="/ppt/media/image5.png" Id="Rb703dffa1326462c"/><Relationship Type="http://schemas.openxmlformats.org/officeDocument/2006/relationships/image" Target="/ppt/media/image6.png" Id="Re298f037509b4a54"/><Relationship Type="http://schemas.openxmlformats.org/officeDocument/2006/relationships/image" Target="/ppt/media/image2.svg" Id="Re7213c4ac9f24270"/><Relationship Type="http://schemas.openxmlformats.org/officeDocument/2006/relationships/image" Target="/ppt/media/image7.png" Id="R4d86ee1cff824adb"/><Relationship Type="http://schemas.openxmlformats.org/officeDocument/2006/relationships/image" Target="/ppt/media/image3.svg" Id="R2ac8420a453841c7"/><Relationship Type="http://schemas.openxmlformats.org/officeDocument/2006/relationships/notesSlide" Target="/ppt/notesSlides/notesSlide19.xml" Id="R7685082630f046c5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BD5A1DF6-65BF-4708-9D33-05998E91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c47bc6d87d4598"/>
            <a:stretch>
              <a:fillRect l="0" t="-9797" r="0" b="-9797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DBA7614-216A-43CA-B613-E050E25C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5636" flipH="0" flipV="0">
            <a:off x="11569687" y="2299541"/>
            <a:ext cx="5669345" cy="3869328"/>
          </a:xfrm>
          <a:custGeom xmlns:a="http://schemas.openxmlformats.org/drawingml/2006/main">
            <a:rect l="l" t="t" r="r" b="b"/>
            <a:pathLst>
              <a:path w="5669345" h="3869328">
                <a:moveTo>
                  <a:pt x="0" y="0"/>
                </a:moveTo>
                <a:lnTo>
                  <a:pt x="5669345" y="0"/>
                </a:lnTo>
                <a:lnTo>
                  <a:pt x="5669345" y="3869327"/>
                </a:lnTo>
                <a:lnTo>
                  <a:pt x="0" y="386932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d4473be9fc4e5f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484EB94-E84E-4D4B-B314-3230B579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753296" y="1121917"/>
            <a:ext cx="7008382" cy="10363596"/>
          </a:xfrm>
          <a:custGeom xmlns:a="http://schemas.openxmlformats.org/drawingml/2006/main">
            <a:rect l="l" t="t" r="r" b="b"/>
            <a:pathLst>
              <a:path w="7008382" h="10363596">
                <a:moveTo>
                  <a:pt x="7008382" y="0"/>
                </a:moveTo>
                <a:lnTo>
                  <a:pt x="0" y="0"/>
                </a:lnTo>
                <a:lnTo>
                  <a:pt x="0" y="10363596"/>
                </a:lnTo>
                <a:lnTo>
                  <a:pt x="7008382" y="10363596"/>
                </a:lnTo>
                <a:lnTo>
                  <a:pt x="700838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b000f0bbb24466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C9C9140-D138-4506-8589-6EC55013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703054c7f0420f">
              <a:extLst>
                <a:ext uri="{96DAC541-7B7A-43D3-8B79-37D633B846F1}">
                  <asvg:svgBlip xmlns:asvg="http://schemas.microsoft.com/office/drawing/2016/SVG/main" r:embed="Ra8866abf2b6140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{{topic}}">
            <a:extLst xmlns:a="http://schemas.openxmlformats.org/drawingml/2006/main">
              <a:ext uri="{FF2B5EF4-FFF2-40B4-BE49-F238E27FC236}">
                <a16:creationId xmlns:a16="http://schemas.microsoft.com/office/drawing/2014/main" id="{E91F6339-9C1A-4438-BDDA-7E3F25A3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0400"/>
            <a:ext cx="11430000" cy="402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72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{{topic}}</a:t>
            </a:r>
          </a:p>
        </p:txBody>
      </p:sp>
      <p:sp>
        <p:nvSpPr>
          <p:cNvPr id="8" name="{{muallif}}">
            <a:extLst xmlns:a="http://schemas.openxmlformats.org/drawingml/2006/main">
              <a:ext uri="{FF2B5EF4-FFF2-40B4-BE49-F238E27FC236}">
                <a16:creationId xmlns:a16="http://schemas.microsoft.com/office/drawing/2014/main" id="{96AF8E37-B3D2-44A7-8D10-02D8E227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795528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{{muallif}}</a:t>
            </a:r>
          </a:p>
        </p:txBody>
      </p:sp>
      <p:sp>
        <p:nvSpPr>
          <p:cNvPr id="9" name="static_01 / 20">
            <a:extLst xmlns:a="http://schemas.openxmlformats.org/drawingml/2006/main">
              <a:ext uri="{FF2B5EF4-FFF2-40B4-BE49-F238E27FC236}">
                <a16:creationId xmlns:a16="http://schemas.microsoft.com/office/drawing/2014/main" id="{B00C98C1-1EF9-44A1-A5E8-19ECE132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6270913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2}}" descr="{{image_2}}">
            <a:extLst xmlns:a="http://schemas.openxmlformats.org/drawingml/2006/main">
              <a:ext uri="{FF2B5EF4-FFF2-40B4-BE49-F238E27FC236}">
                <a16:creationId xmlns:a16="http://schemas.microsoft.com/office/drawing/2014/main" id="{6ADD0DDC-2B60-451E-ADE0-D58F6A6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deefd23af0644a5"/>
            <a:stretch>
              <a:fillRect l="0" t="-9797" r="0" b="-9797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426D-9FE8-4FBD-9B1C-7F0F089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48fb2d05a24486">
              <a:extLst>
                <a:ext uri="{96DAC541-7B7A-43D3-8B79-37D633B846F1}">
                  <asvg:svgBlip xmlns:asvg="http://schemas.microsoft.com/office/drawing/2016/SVG/main" r:embed="R79f4437a18ed4ec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reja}}">
            <a:extLst xmlns:a="http://schemas.openxmlformats.org/drawingml/2006/main">
              <a:ext uri="{FF2B5EF4-FFF2-40B4-BE49-F238E27FC236}">
                <a16:creationId xmlns:a16="http://schemas.microsoft.com/office/drawing/2014/main" id="{C410851C-0DBC-45E3-83F3-7F1950FD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97280"/>
            <a:ext cx="14630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{{reja}}</a:t>
            </a:r>
          </a:p>
        </p:txBody>
      </p:sp>
      <p:sp>
        <p:nvSpPr>
          <p:cNvPr id="9" name="static_01">
            <a:extLst xmlns:a="http://schemas.openxmlformats.org/drawingml/2006/main">
              <a:ext uri="{FF2B5EF4-FFF2-40B4-BE49-F238E27FC236}">
                <a16:creationId xmlns:a16="http://schemas.microsoft.com/office/drawing/2014/main" id="{EE9AEB79-7159-4AD0-84F9-FDD24F96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10" name="{{reja_1}}">
            <a:extLst xmlns:a="http://schemas.openxmlformats.org/drawingml/2006/main">
              <a:ext uri="{FF2B5EF4-FFF2-40B4-BE49-F238E27FC236}">
                <a16:creationId xmlns:a16="http://schemas.microsoft.com/office/drawing/2014/main" id="{927FB7CC-01B5-495D-8F6B-3BB9F8F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184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{{reja_1}}</a:t>
            </a:r>
          </a:p>
        </p:txBody>
      </p:sp>
      <p:sp>
        <p:nvSpPr>
          <p:cNvPr id="11" name="static_02">
            <a:extLst xmlns:a="http://schemas.openxmlformats.org/drawingml/2006/main">
              <a:ext uri="{FF2B5EF4-FFF2-40B4-BE49-F238E27FC236}">
                <a16:creationId xmlns:a16="http://schemas.microsoft.com/office/drawing/2014/main" id="{56620428-F75F-4B7F-A442-6DCB20D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9432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rPr>
              <a:t>02</a:t>
            </a:r>
          </a:p>
        </p:txBody>
      </p:sp>
      <p:sp>
        <p:nvSpPr>
          <p:cNvPr id="12" name="{{reja_2}}">
            <a:extLst xmlns:a="http://schemas.openxmlformats.org/drawingml/2006/main">
              <a:ext uri="{FF2B5EF4-FFF2-40B4-BE49-F238E27FC236}">
                <a16:creationId xmlns:a16="http://schemas.microsoft.com/office/drawing/2014/main" id="{707E4E56-32A7-434D-9173-053E557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943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{{reja_2}}</a:t>
            </a:r>
          </a:p>
        </p:txBody>
      </p:sp>
      <p:sp>
        <p:nvSpPr>
          <p:cNvPr id="13" name="static_03">
            <a:extLst xmlns:a="http://schemas.openxmlformats.org/drawingml/2006/main">
              <a:ext uri="{FF2B5EF4-FFF2-40B4-BE49-F238E27FC236}">
                <a16:creationId xmlns:a16="http://schemas.microsoft.com/office/drawing/2014/main" id="{13528DC8-4E4A-4857-A74E-EA40C450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07024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rPr>
              <a:t>03</a:t>
            </a:r>
          </a:p>
        </p:txBody>
      </p:sp>
      <p:sp>
        <p:nvSpPr>
          <p:cNvPr id="14" name="{{reja_3}}">
            <a:extLst xmlns:a="http://schemas.openxmlformats.org/drawingml/2006/main">
              <a:ext uri="{FF2B5EF4-FFF2-40B4-BE49-F238E27FC236}">
                <a16:creationId xmlns:a16="http://schemas.microsoft.com/office/drawing/2014/main" id="{F5590764-1D0A-48E9-B7D3-BAE7404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07024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{{reja_3}}</a:t>
            </a:r>
          </a:p>
        </p:txBody>
      </p:sp>
      <p:sp>
        <p:nvSpPr>
          <p:cNvPr id="15" name="static_04">
            <a:extLst xmlns:a="http://schemas.openxmlformats.org/drawingml/2006/main">
              <a:ext uri="{FF2B5EF4-FFF2-40B4-BE49-F238E27FC236}">
                <a16:creationId xmlns:a16="http://schemas.microsoft.com/office/drawing/2014/main" id="{7AAFC186-0B54-426E-8F30-240C5107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14616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E2BA0C"/>
                </a:solidFill>
                <a:latin typeface="Inter Bold"/>
                <a:ea typeface="Inter Bold"/>
                <a:cs typeface="Inter Bold"/>
              </a:rPr>
              <a:t>04</a:t>
            </a:r>
          </a:p>
        </p:txBody>
      </p:sp>
      <p:sp>
        <p:nvSpPr>
          <p:cNvPr id="16" name="{{reja_4}}">
            <a:extLst xmlns:a="http://schemas.openxmlformats.org/drawingml/2006/main">
              <a:ext uri="{FF2B5EF4-FFF2-40B4-BE49-F238E27FC236}">
                <a16:creationId xmlns:a16="http://schemas.microsoft.com/office/drawing/2014/main" id="{4EE73CCE-1A59-4BB4-8D7B-DE0D8F7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214616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{{reja_4}}</a:t>
            </a:r>
          </a:p>
        </p:txBody>
      </p:sp>
      <p:sp>
        <p:nvSpPr>
          <p:cNvPr id="17" name="static_02 / 20">
            <a:extLst xmlns:a="http://schemas.openxmlformats.org/drawingml/2006/main">
              <a:ext uri="{FF2B5EF4-FFF2-40B4-BE49-F238E27FC236}">
                <a16:creationId xmlns:a16="http://schemas.microsoft.com/office/drawing/2014/main" id="{796CDA92-D82A-454C-87E1-BFC3F24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9580836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ADD0DDC-2B60-451E-ADE0-D58F6A6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cb6c0766e642ea"/>
            <a:stretch>
              <a:fillRect l="0" t="-9797" r="0" b="-9797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426D-9FE8-4FBD-9B1C-7F0F089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f5ef131ea4434c">
              <a:extLst>
                <a:ext uri="{96DAC541-7B7A-43D3-8B79-37D633B846F1}">
                  <asvg:svgBlip xmlns:asvg="http://schemas.microsoft.com/office/drawing/2016/SVG/main" r:embed="R3ee099cd797c4a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kirish}}">
            <a:extLst xmlns:a="http://schemas.openxmlformats.org/drawingml/2006/main">
              <a:ext uri="{FF2B5EF4-FFF2-40B4-BE49-F238E27FC236}">
                <a16:creationId xmlns:a16="http://schemas.microsoft.com/office/drawing/2014/main" id="{4278E29D-657C-44C4-9D4E-7516C2E1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54480"/>
            <a:ext cx="133502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{{kirish}}</a:t>
            </a:r>
          </a:p>
        </p:txBody>
      </p:sp>
      <p:sp>
        <p:nvSpPr>
          <p:cNvPr id="9" name="{{fraza}}">
            <a:extLst xmlns:a="http://schemas.openxmlformats.org/drawingml/2006/main">
              <a:ext uri="{FF2B5EF4-FFF2-40B4-BE49-F238E27FC236}">
                <a16:creationId xmlns:a16="http://schemas.microsoft.com/office/drawing/2014/main" id="{B2EE4AF8-FBB6-4A38-8D48-F0DFF1E6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123444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{{fraza}}</a:t>
            </a:r>
          </a:p>
        </p:txBody>
      </p:sp>
      <p:sp>
        <p:nvSpPr>
          <p:cNvPr id="10" name="static_03 / 20">
            <a:extLst xmlns:a="http://schemas.openxmlformats.org/drawingml/2006/main">
              <a:ext uri="{FF2B5EF4-FFF2-40B4-BE49-F238E27FC236}">
                <a16:creationId xmlns:a16="http://schemas.microsoft.com/office/drawing/2014/main" id="{38770601-056C-4989-9F8C-ACDAAC32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19580836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FF7D1B4-3B30-4F07-BC88-CBAC865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0af1045ea44b69"/>
            <a:stretch>
              <a:fillRect l="0" t="-9797" r="0" b="-9797"/>
            </a:stretch>
          </a:blipFill>
        </p:spPr>
      </p:sp>
      <p:sp>
        <p:nvSpPr>
          <p:cNvPr id="4" name="{{image_8}}" descr="{{image_8}}">
            <a:extLst xmlns:a="http://schemas.openxmlformats.org/drawingml/2006/main">
              <a:ext uri="{FF2B5EF4-FFF2-40B4-BE49-F238E27FC236}">
                <a16:creationId xmlns:a16="http://schemas.microsoft.com/office/drawing/2014/main" id="{7DD2272A-BF13-4035-A500-C4026D7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78204"/>
            <a:ext cx="6974970" cy="7880096"/>
          </a:xfrm>
          <a:custGeom xmlns:a="http://schemas.openxmlformats.org/drawingml/2006/main">
            <a:rect l="l" t="t" r="r" b="b"/>
            <a:pathLst>
              <a:path w="1080605" h="1220833">
                <a:moveTo>
                  <a:pt x="37739" y="0"/>
                </a:moveTo>
                <a:lnTo>
                  <a:pt x="1042867" y="0"/>
                </a:lnTo>
                <a:cubicBezTo>
                  <a:pt x="1063709" y="0"/>
                  <a:pt x="1080605" y="16896"/>
                  <a:pt x="1080605" y="37739"/>
                </a:cubicBezTo>
                <a:lnTo>
                  <a:pt x="1080605" y="1183094"/>
                </a:lnTo>
                <a:cubicBezTo>
                  <a:pt x="1080605" y="1203937"/>
                  <a:pt x="1063709" y="1220833"/>
                  <a:pt x="1042867" y="1220833"/>
                </a:cubicBezTo>
                <a:lnTo>
                  <a:pt x="37739" y="1220833"/>
                </a:lnTo>
                <a:cubicBezTo>
                  <a:pt x="16896" y="1220833"/>
                  <a:pt x="0" y="1203937"/>
                  <a:pt x="0" y="1183094"/>
                </a:cubicBezTo>
                <a:lnTo>
                  <a:pt x="0" y="37739"/>
                </a:lnTo>
                <a:cubicBezTo>
                  <a:pt x="0" y="16896"/>
                  <a:pt x="16896" y="0"/>
                  <a:pt x="3773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4b672e98b949b7"/>
            <a:stretch>
              <a:fillRect l="-34886" t="0" r="-34886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E3ED3D5-5B91-49A1-8D8B-657BA2D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55dbc78ab04f03">
              <a:extLst>
                <a:ext uri="{96DAC541-7B7A-43D3-8B79-37D633B846F1}">
                  <asvg:svgBlip xmlns:asvg="http://schemas.microsoft.com/office/drawing/2016/SVG/main" r:embed="Re24522097f6a46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{{kirish}}">
            <a:extLst xmlns:a="http://schemas.openxmlformats.org/drawingml/2006/main">
              <a:ext uri="{FF2B5EF4-FFF2-40B4-BE49-F238E27FC236}">
                <a16:creationId xmlns:a16="http://schemas.microsoft.com/office/drawing/2014/main" id="{DD9A1555-ACE2-4CAD-8B06-81AFA8E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{{kirish}}</a:t>
            </a:r>
          </a:p>
        </p:txBody>
      </p:sp>
      <p:sp>
        <p:nvSpPr>
          <p:cNvPr id="13" name="{{kirish_matni}}">
            <a:extLst xmlns:a="http://schemas.openxmlformats.org/drawingml/2006/main">
              <a:ext uri="{FF2B5EF4-FFF2-40B4-BE49-F238E27FC236}">
                <a16:creationId xmlns:a16="http://schemas.microsoft.com/office/drawing/2014/main" id="{14CDA617-0906-42DE-ADB0-F07570AE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{{kirish_matni}}</a:t>
            </a:r>
          </a:p>
        </p:txBody>
      </p:sp>
      <p:sp>
        <p:nvSpPr>
          <p:cNvPr id="14" name="static_04 / 20">
            <a:extLst xmlns:a="http://schemas.openxmlformats.org/drawingml/2006/main">
              <a:ext uri="{FF2B5EF4-FFF2-40B4-BE49-F238E27FC236}">
                <a16:creationId xmlns:a16="http://schemas.microsoft.com/office/drawing/2014/main" id="{75260F31-41F6-45FB-8FDD-09E2087A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3529305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D19325-CDEE-45C4-917E-3B07A98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b467b0fbfa42eb"/>
            <a:stretch>
              <a:fillRect l="0" t="-9797" r="0" b="-9797"/>
            </a:stretch>
          </a:blipFill>
        </p:spPr>
      </p:sp>
      <p:sp>
        <p:nvSpPr>
          <p:cNvPr id="4" name="{{image_3}}" descr="{{image_3}}">
            <a:extLst xmlns:a="http://schemas.openxmlformats.org/drawingml/2006/main">
              <a:ext uri="{FF2B5EF4-FFF2-40B4-BE49-F238E27FC236}">
                <a16:creationId xmlns:a16="http://schemas.microsoft.com/office/drawing/2014/main" id="{83FFEEB1-9099-4915-832E-30BB5BB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444" y="1582327"/>
            <a:ext cx="8838179" cy="7985357"/>
          </a:xfrm>
          <a:custGeom xmlns:a="http://schemas.openxmlformats.org/drawingml/2006/main">
            <a:rect l="l" t="t" r="r" b="b"/>
            <a:pathLst>
              <a:path w="1369265" h="1237141">
                <a:moveTo>
                  <a:pt x="21899" y="0"/>
                </a:moveTo>
                <a:lnTo>
                  <a:pt x="1347366" y="0"/>
                </a:lnTo>
                <a:cubicBezTo>
                  <a:pt x="1359461" y="0"/>
                  <a:pt x="1369265" y="9805"/>
                  <a:pt x="1369265" y="21899"/>
                </a:cubicBezTo>
                <a:lnTo>
                  <a:pt x="1369265" y="1215242"/>
                </a:lnTo>
                <a:cubicBezTo>
                  <a:pt x="1369265" y="1227336"/>
                  <a:pt x="1359461" y="1237141"/>
                  <a:pt x="1347366" y="1237141"/>
                </a:cubicBezTo>
                <a:lnTo>
                  <a:pt x="21899" y="1237141"/>
                </a:lnTo>
                <a:cubicBezTo>
                  <a:pt x="16091" y="1237141"/>
                  <a:pt x="10521" y="1234834"/>
                  <a:pt x="6414" y="1230727"/>
                </a:cubicBezTo>
                <a:cubicBezTo>
                  <a:pt x="2307" y="1226620"/>
                  <a:pt x="0" y="1221050"/>
                  <a:pt x="0" y="1215242"/>
                </a:cubicBezTo>
                <a:lnTo>
                  <a:pt x="0" y="21899"/>
                </a:lnTo>
                <a:cubicBezTo>
                  <a:pt x="0" y="9805"/>
                  <a:pt x="9805" y="0"/>
                  <a:pt x="2189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62a34e181e4598"/>
            <a:stretch>
              <a:fillRect l="-17701" t="0" r="-17701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F47FA2-078E-4AE1-83B6-F3158D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5c381049b4f39">
              <a:extLst>
                <a:ext uri="{96DAC541-7B7A-43D3-8B79-37D633B846F1}">
                  <asvg:svgBlip xmlns:asvg="http://schemas.microsoft.com/office/drawing/2016/SVG/main" r:embed="R505dd43092af43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fakt_1}}">
            <a:extLst xmlns:a="http://schemas.openxmlformats.org/drawingml/2006/main">
              <a:ext uri="{FF2B5EF4-FFF2-40B4-BE49-F238E27FC236}">
                <a16:creationId xmlns:a16="http://schemas.microsoft.com/office/drawing/2014/main" id="{307D5513-D359-43D1-8648-66D461D8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{{fakt_1}}</a:t>
            </a:r>
          </a:p>
        </p:txBody>
      </p:sp>
      <p:sp>
        <p:nvSpPr>
          <p:cNvPr id="7" name="{{fakt_1_asosi}}">
            <a:extLst xmlns:a="http://schemas.openxmlformats.org/drawingml/2006/main">
              <a:ext uri="{FF2B5EF4-FFF2-40B4-BE49-F238E27FC236}">
                <a16:creationId xmlns:a16="http://schemas.microsoft.com/office/drawing/2014/main" id="{45220A2F-2A1D-4EDE-90B9-B984D587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{{fakt_1_asosi}}</a:t>
            </a:r>
          </a:p>
        </p:txBody>
      </p:sp>
      <p:sp>
        <p:nvSpPr>
          <p:cNvPr id="8" name="static_05 / 20">
            <a:extLst xmlns:a="http://schemas.openxmlformats.org/drawingml/2006/main">
              <a:ext uri="{FF2B5EF4-FFF2-40B4-BE49-F238E27FC236}">
                <a16:creationId xmlns:a16="http://schemas.microsoft.com/office/drawing/2014/main" id="{F95FBD88-9AF9-4A63-9F84-6792FDF6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483685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FF7D1B4-3B30-4F07-BC88-CBAC865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ccc59e390415a"/>
            <a:stretch>
              <a:fillRect l="0" t="-9797" r="0" b="-9797"/>
            </a:stretch>
          </a:blipFill>
        </p:spPr>
      </p:sp>
      <p:sp>
        <p:nvSpPr>
          <p:cNvPr id="4" name="{{image_9}}" descr="{{image_9}}">
            <a:extLst xmlns:a="http://schemas.openxmlformats.org/drawingml/2006/main">
              <a:ext uri="{FF2B5EF4-FFF2-40B4-BE49-F238E27FC236}">
                <a16:creationId xmlns:a16="http://schemas.microsoft.com/office/drawing/2014/main" id="{7DD2272A-BF13-4035-A500-C4026D7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78204"/>
            <a:ext cx="6974970" cy="7880096"/>
          </a:xfrm>
          <a:custGeom xmlns:a="http://schemas.openxmlformats.org/drawingml/2006/main">
            <a:rect l="l" t="t" r="r" b="b"/>
            <a:pathLst>
              <a:path w="1080605" h="1220833">
                <a:moveTo>
                  <a:pt x="37739" y="0"/>
                </a:moveTo>
                <a:lnTo>
                  <a:pt x="1042867" y="0"/>
                </a:lnTo>
                <a:cubicBezTo>
                  <a:pt x="1063709" y="0"/>
                  <a:pt x="1080605" y="16896"/>
                  <a:pt x="1080605" y="37739"/>
                </a:cubicBezTo>
                <a:lnTo>
                  <a:pt x="1080605" y="1183094"/>
                </a:lnTo>
                <a:cubicBezTo>
                  <a:pt x="1080605" y="1203937"/>
                  <a:pt x="1063709" y="1220833"/>
                  <a:pt x="1042867" y="1220833"/>
                </a:cubicBezTo>
                <a:lnTo>
                  <a:pt x="37739" y="1220833"/>
                </a:lnTo>
                <a:cubicBezTo>
                  <a:pt x="16896" y="1220833"/>
                  <a:pt x="0" y="1203937"/>
                  <a:pt x="0" y="1183094"/>
                </a:cubicBezTo>
                <a:lnTo>
                  <a:pt x="0" y="37739"/>
                </a:lnTo>
                <a:cubicBezTo>
                  <a:pt x="0" y="16896"/>
                  <a:pt x="16896" y="0"/>
                  <a:pt x="3773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a1330a8fe84490"/>
            <a:stretch>
              <a:fillRect l="-34886" t="0" r="-34886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E3ED3D5-5B91-49A1-8D8B-657BA2D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b76b4d1f5744a5">
              <a:extLst>
                <a:ext uri="{96DAC541-7B7A-43D3-8B79-37D633B846F1}">
                  <asvg:svgBlip xmlns:asvg="http://schemas.microsoft.com/office/drawing/2016/SVG/main" r:embed="Rf697353adee447e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{{fakt_2}}">
            <a:extLst xmlns:a="http://schemas.openxmlformats.org/drawingml/2006/main">
              <a:ext uri="{FF2B5EF4-FFF2-40B4-BE49-F238E27FC236}">
                <a16:creationId xmlns:a16="http://schemas.microsoft.com/office/drawing/2014/main" id="{0492C418-DF60-4046-8BEA-AAC738C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{{fakt_2}}</a:t>
            </a:r>
          </a:p>
        </p:txBody>
      </p:sp>
      <p:sp>
        <p:nvSpPr>
          <p:cNvPr id="13" name="{{fakt_2_asosi}}">
            <a:extLst xmlns:a="http://schemas.openxmlformats.org/drawingml/2006/main">
              <a:ext uri="{FF2B5EF4-FFF2-40B4-BE49-F238E27FC236}">
                <a16:creationId xmlns:a16="http://schemas.microsoft.com/office/drawing/2014/main" id="{CCF0501A-65E5-4B37-B758-E64EEC27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{{fakt_2_asosi}}</a:t>
            </a:r>
          </a:p>
        </p:txBody>
      </p:sp>
      <p:sp>
        <p:nvSpPr>
          <p:cNvPr id="14" name="static_06 / 20">
            <a:extLst xmlns:a="http://schemas.openxmlformats.org/drawingml/2006/main">
              <a:ext uri="{FF2B5EF4-FFF2-40B4-BE49-F238E27FC236}">
                <a16:creationId xmlns:a16="http://schemas.microsoft.com/office/drawing/2014/main" id="{161AD359-BF0F-4E67-BF2D-C6E4F0D8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352930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D19325-CDEE-45C4-917E-3B07A98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fae7666cca4ccb"/>
            <a:stretch>
              <a:fillRect l="0" t="-9797" r="0" b="-9797"/>
            </a:stretch>
          </a:blipFill>
        </p:spPr>
      </p:sp>
      <p:sp>
        <p:nvSpPr>
          <p:cNvPr id="4" name="{{image_4}}" descr="{{image_4}}">
            <a:extLst xmlns:a="http://schemas.openxmlformats.org/drawingml/2006/main">
              <a:ext uri="{FF2B5EF4-FFF2-40B4-BE49-F238E27FC236}">
                <a16:creationId xmlns:a16="http://schemas.microsoft.com/office/drawing/2014/main" id="{83FFEEB1-9099-4915-832E-30BB5BB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444" y="1582327"/>
            <a:ext cx="8838179" cy="7985357"/>
          </a:xfrm>
          <a:custGeom xmlns:a="http://schemas.openxmlformats.org/drawingml/2006/main">
            <a:rect l="l" t="t" r="r" b="b"/>
            <a:pathLst>
              <a:path w="1369265" h="1237141">
                <a:moveTo>
                  <a:pt x="21899" y="0"/>
                </a:moveTo>
                <a:lnTo>
                  <a:pt x="1347366" y="0"/>
                </a:lnTo>
                <a:cubicBezTo>
                  <a:pt x="1359461" y="0"/>
                  <a:pt x="1369265" y="9805"/>
                  <a:pt x="1369265" y="21899"/>
                </a:cubicBezTo>
                <a:lnTo>
                  <a:pt x="1369265" y="1215242"/>
                </a:lnTo>
                <a:cubicBezTo>
                  <a:pt x="1369265" y="1227336"/>
                  <a:pt x="1359461" y="1237141"/>
                  <a:pt x="1347366" y="1237141"/>
                </a:cubicBezTo>
                <a:lnTo>
                  <a:pt x="21899" y="1237141"/>
                </a:lnTo>
                <a:cubicBezTo>
                  <a:pt x="16091" y="1237141"/>
                  <a:pt x="10521" y="1234834"/>
                  <a:pt x="6414" y="1230727"/>
                </a:cubicBezTo>
                <a:cubicBezTo>
                  <a:pt x="2307" y="1226620"/>
                  <a:pt x="0" y="1221050"/>
                  <a:pt x="0" y="1215242"/>
                </a:cubicBezTo>
                <a:lnTo>
                  <a:pt x="0" y="21899"/>
                </a:lnTo>
                <a:cubicBezTo>
                  <a:pt x="0" y="9805"/>
                  <a:pt x="9805" y="0"/>
                  <a:pt x="2189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19e62d3f6248c2"/>
            <a:stretch>
              <a:fillRect l="-17701" t="0" r="-17701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F47FA2-078E-4AE1-83B6-F3158D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5d9a1ac9aa64a82">
              <a:extLst>
                <a:ext uri="{96DAC541-7B7A-43D3-8B79-37D633B846F1}">
                  <asvg:svgBlip xmlns:asvg="http://schemas.microsoft.com/office/drawing/2016/SVG/main" r:embed="Re0a36b6068a742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fakt_3}}">
            <a:extLst xmlns:a="http://schemas.openxmlformats.org/drawingml/2006/main">
              <a:ext uri="{FF2B5EF4-FFF2-40B4-BE49-F238E27FC236}">
                <a16:creationId xmlns:a16="http://schemas.microsoft.com/office/drawing/2014/main" id="{E36BCDDE-1C82-416F-8FA9-EE68CA26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{{fakt_3}}</a:t>
            </a:r>
          </a:p>
        </p:txBody>
      </p:sp>
      <p:sp>
        <p:nvSpPr>
          <p:cNvPr id="7" name="{{fakt_3_asosi}}">
            <a:extLst xmlns:a="http://schemas.openxmlformats.org/drawingml/2006/main">
              <a:ext uri="{FF2B5EF4-FFF2-40B4-BE49-F238E27FC236}">
                <a16:creationId xmlns:a16="http://schemas.microsoft.com/office/drawing/2014/main" id="{6788A425-C50D-4477-B779-548CA305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{{fakt_3_asosi}}</a:t>
            </a:r>
          </a:p>
        </p:txBody>
      </p:sp>
      <p:sp>
        <p:nvSpPr>
          <p:cNvPr id="8" name="static_07 / 20">
            <a:extLst xmlns:a="http://schemas.openxmlformats.org/drawingml/2006/main">
              <a:ext uri="{FF2B5EF4-FFF2-40B4-BE49-F238E27FC236}">
                <a16:creationId xmlns:a16="http://schemas.microsoft.com/office/drawing/2014/main" id="{9E7F8FC1-9B46-4A7A-A178-60E45891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14836852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FF7D1B4-3B30-4F07-BC88-CBAC865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47c11efae84b30"/>
            <a:stretch>
              <a:fillRect l="0" t="-9797" r="0" b="-9797"/>
            </a:stretch>
          </a:blipFill>
        </p:spPr>
      </p:sp>
      <p:sp>
        <p:nvSpPr>
          <p:cNvPr id="4" name="{{image_5}}" descr="{{image_5}}">
            <a:extLst xmlns:a="http://schemas.openxmlformats.org/drawingml/2006/main">
              <a:ext uri="{FF2B5EF4-FFF2-40B4-BE49-F238E27FC236}">
                <a16:creationId xmlns:a16="http://schemas.microsoft.com/office/drawing/2014/main" id="{7DD2272A-BF13-4035-A500-C4026D7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78204"/>
            <a:ext cx="6974970" cy="7880096"/>
          </a:xfrm>
          <a:custGeom xmlns:a="http://schemas.openxmlformats.org/drawingml/2006/main">
            <a:rect l="l" t="t" r="r" b="b"/>
            <a:pathLst>
              <a:path w="1080605" h="1220833">
                <a:moveTo>
                  <a:pt x="37739" y="0"/>
                </a:moveTo>
                <a:lnTo>
                  <a:pt x="1042867" y="0"/>
                </a:lnTo>
                <a:cubicBezTo>
                  <a:pt x="1063709" y="0"/>
                  <a:pt x="1080605" y="16896"/>
                  <a:pt x="1080605" y="37739"/>
                </a:cubicBezTo>
                <a:lnTo>
                  <a:pt x="1080605" y="1183094"/>
                </a:lnTo>
                <a:cubicBezTo>
                  <a:pt x="1080605" y="1203937"/>
                  <a:pt x="1063709" y="1220833"/>
                  <a:pt x="1042867" y="1220833"/>
                </a:cubicBezTo>
                <a:lnTo>
                  <a:pt x="37739" y="1220833"/>
                </a:lnTo>
                <a:cubicBezTo>
                  <a:pt x="16896" y="1220833"/>
                  <a:pt x="0" y="1203937"/>
                  <a:pt x="0" y="1183094"/>
                </a:cubicBezTo>
                <a:lnTo>
                  <a:pt x="0" y="37739"/>
                </a:lnTo>
                <a:cubicBezTo>
                  <a:pt x="0" y="16896"/>
                  <a:pt x="16896" y="0"/>
                  <a:pt x="3773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82aac48cf34240"/>
            <a:stretch>
              <a:fillRect l="-34886" t="0" r="-34886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E3ED3D5-5B91-49A1-8D8B-657BA2D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d61c7ae4374e52">
              <a:extLst>
                <a:ext uri="{96DAC541-7B7A-43D3-8B79-37D633B846F1}">
                  <asvg:svgBlip xmlns:asvg="http://schemas.microsoft.com/office/drawing/2016/SVG/main" r:embed="R962d873ee77544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{{reja_1}}">
            <a:extLst xmlns:a="http://schemas.openxmlformats.org/drawingml/2006/main">
              <a:ext uri="{FF2B5EF4-FFF2-40B4-BE49-F238E27FC236}">
                <a16:creationId xmlns:a16="http://schemas.microsoft.com/office/drawing/2014/main" id="{2D6E118E-ACBC-4A9F-8265-9D3B540D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{{reja_1}}</a:t>
            </a:r>
          </a:p>
        </p:txBody>
      </p:sp>
      <p:sp>
        <p:nvSpPr>
          <p:cNvPr id="13" name="{{reja_1_matni}}">
            <a:extLst xmlns:a="http://schemas.openxmlformats.org/drawingml/2006/main">
              <a:ext uri="{FF2B5EF4-FFF2-40B4-BE49-F238E27FC236}">
                <a16:creationId xmlns:a16="http://schemas.microsoft.com/office/drawing/2014/main" id="{B0A31FF8-9EAE-4843-A353-A7A699C8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{{reja_1_matni}}</a:t>
            </a:r>
          </a:p>
        </p:txBody>
      </p:sp>
      <p:sp>
        <p:nvSpPr>
          <p:cNvPr id="14" name="static_08 / 20">
            <a:extLst xmlns:a="http://schemas.openxmlformats.org/drawingml/2006/main">
              <a:ext uri="{FF2B5EF4-FFF2-40B4-BE49-F238E27FC236}">
                <a16:creationId xmlns:a16="http://schemas.microsoft.com/office/drawing/2014/main" id="{EB9E65C9-249B-4938-ADCE-4669DF2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3529305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D19325-CDEE-45C4-917E-3B07A98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d27f39eabf4903"/>
            <a:stretch>
              <a:fillRect l="0" t="-9797" r="0" b="-9797"/>
            </a:stretch>
          </a:blipFill>
        </p:spPr>
      </p:sp>
      <p:sp>
        <p:nvSpPr>
          <p:cNvPr id="4" name="{{image_10}}" descr="{{image_10}}">
            <a:extLst xmlns:a="http://schemas.openxmlformats.org/drawingml/2006/main">
              <a:ext uri="{FF2B5EF4-FFF2-40B4-BE49-F238E27FC236}">
                <a16:creationId xmlns:a16="http://schemas.microsoft.com/office/drawing/2014/main" id="{83FFEEB1-9099-4915-832E-30BB5BB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444" y="1582327"/>
            <a:ext cx="8838179" cy="7985357"/>
          </a:xfrm>
          <a:custGeom xmlns:a="http://schemas.openxmlformats.org/drawingml/2006/main">
            <a:rect l="l" t="t" r="r" b="b"/>
            <a:pathLst>
              <a:path w="1369265" h="1237141">
                <a:moveTo>
                  <a:pt x="21899" y="0"/>
                </a:moveTo>
                <a:lnTo>
                  <a:pt x="1347366" y="0"/>
                </a:lnTo>
                <a:cubicBezTo>
                  <a:pt x="1359461" y="0"/>
                  <a:pt x="1369265" y="9805"/>
                  <a:pt x="1369265" y="21899"/>
                </a:cubicBezTo>
                <a:lnTo>
                  <a:pt x="1369265" y="1215242"/>
                </a:lnTo>
                <a:cubicBezTo>
                  <a:pt x="1369265" y="1227336"/>
                  <a:pt x="1359461" y="1237141"/>
                  <a:pt x="1347366" y="1237141"/>
                </a:cubicBezTo>
                <a:lnTo>
                  <a:pt x="21899" y="1237141"/>
                </a:lnTo>
                <a:cubicBezTo>
                  <a:pt x="16091" y="1237141"/>
                  <a:pt x="10521" y="1234834"/>
                  <a:pt x="6414" y="1230727"/>
                </a:cubicBezTo>
                <a:cubicBezTo>
                  <a:pt x="2307" y="1226620"/>
                  <a:pt x="0" y="1221050"/>
                  <a:pt x="0" y="1215242"/>
                </a:cubicBezTo>
                <a:lnTo>
                  <a:pt x="0" y="21899"/>
                </a:lnTo>
                <a:cubicBezTo>
                  <a:pt x="0" y="9805"/>
                  <a:pt x="9805" y="0"/>
                  <a:pt x="2189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5bb48040d549f7"/>
            <a:stretch>
              <a:fillRect l="-17701" t="0" r="-17701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F47FA2-078E-4AE1-83B6-F3158D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94976cdda743b0">
              <a:extLst>
                <a:ext uri="{96DAC541-7B7A-43D3-8B79-37D633B846F1}">
                  <asvg:svgBlip xmlns:asvg="http://schemas.microsoft.com/office/drawing/2016/SVG/main" r:embed="R7da43fde6eec46a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reja_2}}">
            <a:extLst xmlns:a="http://schemas.openxmlformats.org/drawingml/2006/main">
              <a:ext uri="{FF2B5EF4-FFF2-40B4-BE49-F238E27FC236}">
                <a16:creationId xmlns:a16="http://schemas.microsoft.com/office/drawing/2014/main" id="{33B9FA5B-F569-4835-BD97-6E42DE7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{{reja_2}}</a:t>
            </a:r>
          </a:p>
        </p:txBody>
      </p:sp>
      <p:sp>
        <p:nvSpPr>
          <p:cNvPr id="7" name="{{reja_2_matni}}">
            <a:extLst xmlns:a="http://schemas.openxmlformats.org/drawingml/2006/main">
              <a:ext uri="{FF2B5EF4-FFF2-40B4-BE49-F238E27FC236}">
                <a16:creationId xmlns:a16="http://schemas.microsoft.com/office/drawing/2014/main" id="{C1D902C7-EEF0-4978-80F3-ECAAA35B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{{reja_2_matni}}</a:t>
            </a:r>
          </a:p>
        </p:txBody>
      </p:sp>
      <p:sp>
        <p:nvSpPr>
          <p:cNvPr id="8" name="static_09 / 20">
            <a:extLst xmlns:a="http://schemas.openxmlformats.org/drawingml/2006/main">
              <a:ext uri="{FF2B5EF4-FFF2-40B4-BE49-F238E27FC236}">
                <a16:creationId xmlns:a16="http://schemas.microsoft.com/office/drawing/2014/main" id="{3590F01C-0F8A-4604-9182-08936332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4836852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FF7D1B4-3B30-4F07-BC88-CBAC865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971dd1a6424d96"/>
            <a:stretch>
              <a:fillRect l="0" t="-9797" r="0" b="-9797"/>
            </a:stretch>
          </a:blipFill>
        </p:spPr>
      </p:sp>
      <p:sp>
        <p:nvSpPr>
          <p:cNvPr id="4" name="{{image_6}}" descr="{{image_6}}">
            <a:extLst xmlns:a="http://schemas.openxmlformats.org/drawingml/2006/main">
              <a:ext uri="{FF2B5EF4-FFF2-40B4-BE49-F238E27FC236}">
                <a16:creationId xmlns:a16="http://schemas.microsoft.com/office/drawing/2014/main" id="{7DD2272A-BF13-4035-A500-C4026D7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78204"/>
            <a:ext cx="6974970" cy="7880096"/>
          </a:xfrm>
          <a:custGeom xmlns:a="http://schemas.openxmlformats.org/drawingml/2006/main">
            <a:rect l="l" t="t" r="r" b="b"/>
            <a:pathLst>
              <a:path w="1080605" h="1220833">
                <a:moveTo>
                  <a:pt x="37739" y="0"/>
                </a:moveTo>
                <a:lnTo>
                  <a:pt x="1042867" y="0"/>
                </a:lnTo>
                <a:cubicBezTo>
                  <a:pt x="1063709" y="0"/>
                  <a:pt x="1080605" y="16896"/>
                  <a:pt x="1080605" y="37739"/>
                </a:cubicBezTo>
                <a:lnTo>
                  <a:pt x="1080605" y="1183094"/>
                </a:lnTo>
                <a:cubicBezTo>
                  <a:pt x="1080605" y="1203937"/>
                  <a:pt x="1063709" y="1220833"/>
                  <a:pt x="1042867" y="1220833"/>
                </a:cubicBezTo>
                <a:lnTo>
                  <a:pt x="37739" y="1220833"/>
                </a:lnTo>
                <a:cubicBezTo>
                  <a:pt x="16896" y="1220833"/>
                  <a:pt x="0" y="1203937"/>
                  <a:pt x="0" y="1183094"/>
                </a:cubicBezTo>
                <a:lnTo>
                  <a:pt x="0" y="37739"/>
                </a:lnTo>
                <a:cubicBezTo>
                  <a:pt x="0" y="16896"/>
                  <a:pt x="16896" y="0"/>
                  <a:pt x="3773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9b91c34486c4956"/>
            <a:stretch>
              <a:fillRect l="-34886" t="0" r="-34886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E3ED3D5-5B91-49A1-8D8B-657BA2D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98f6a1b444e23">
              <a:extLst>
                <a:ext uri="{96DAC541-7B7A-43D3-8B79-37D633B846F1}">
                  <asvg:svgBlip xmlns:asvg="http://schemas.microsoft.com/office/drawing/2016/SVG/main" r:embed="R59d291d3ce4b4a5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{{reja_3}}">
            <a:extLst xmlns:a="http://schemas.openxmlformats.org/drawingml/2006/main">
              <a:ext uri="{FF2B5EF4-FFF2-40B4-BE49-F238E27FC236}">
                <a16:creationId xmlns:a16="http://schemas.microsoft.com/office/drawing/2014/main" id="{1E17515C-16D1-47C2-BD1A-13F3F072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{{reja_3}}</a:t>
            </a:r>
          </a:p>
        </p:txBody>
      </p:sp>
      <p:sp>
        <p:nvSpPr>
          <p:cNvPr id="13" name="{{reja_3_matni}}">
            <a:extLst xmlns:a="http://schemas.openxmlformats.org/drawingml/2006/main">
              <a:ext uri="{FF2B5EF4-FFF2-40B4-BE49-F238E27FC236}">
                <a16:creationId xmlns:a16="http://schemas.microsoft.com/office/drawing/2014/main" id="{0CFD82C8-6643-4E85-8683-35894CD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{{reja_3_matni}}</a:t>
            </a:r>
          </a:p>
        </p:txBody>
      </p:sp>
      <p:sp>
        <p:nvSpPr>
          <p:cNvPr id="14" name="static_10 / 20">
            <a:extLst xmlns:a="http://schemas.openxmlformats.org/drawingml/2006/main">
              <a:ext uri="{FF2B5EF4-FFF2-40B4-BE49-F238E27FC236}">
                <a16:creationId xmlns:a16="http://schemas.microsoft.com/office/drawing/2014/main" id="{31158AA1-1EF0-4CF0-BFDD-7D4EE60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3529305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D19325-CDEE-45C4-917E-3B07A98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faae0f262c423c"/>
            <a:stretch>
              <a:fillRect l="0" t="-9797" r="0" b="-9797"/>
            </a:stretch>
          </a:blipFill>
        </p:spPr>
      </p:sp>
      <p:sp>
        <p:nvSpPr>
          <p:cNvPr id="4" name="{{image_11}}" descr="{{image_11}}">
            <a:extLst xmlns:a="http://schemas.openxmlformats.org/drawingml/2006/main">
              <a:ext uri="{FF2B5EF4-FFF2-40B4-BE49-F238E27FC236}">
                <a16:creationId xmlns:a16="http://schemas.microsoft.com/office/drawing/2014/main" id="{83FFEEB1-9099-4915-832E-30BB5BB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444" y="1582327"/>
            <a:ext cx="8838179" cy="7985357"/>
          </a:xfrm>
          <a:custGeom xmlns:a="http://schemas.openxmlformats.org/drawingml/2006/main">
            <a:rect l="l" t="t" r="r" b="b"/>
            <a:pathLst>
              <a:path w="1369265" h="1237141">
                <a:moveTo>
                  <a:pt x="21899" y="0"/>
                </a:moveTo>
                <a:lnTo>
                  <a:pt x="1347366" y="0"/>
                </a:lnTo>
                <a:cubicBezTo>
                  <a:pt x="1359461" y="0"/>
                  <a:pt x="1369265" y="9805"/>
                  <a:pt x="1369265" y="21899"/>
                </a:cubicBezTo>
                <a:lnTo>
                  <a:pt x="1369265" y="1215242"/>
                </a:lnTo>
                <a:cubicBezTo>
                  <a:pt x="1369265" y="1227336"/>
                  <a:pt x="1359461" y="1237141"/>
                  <a:pt x="1347366" y="1237141"/>
                </a:cubicBezTo>
                <a:lnTo>
                  <a:pt x="21899" y="1237141"/>
                </a:lnTo>
                <a:cubicBezTo>
                  <a:pt x="16091" y="1237141"/>
                  <a:pt x="10521" y="1234834"/>
                  <a:pt x="6414" y="1230727"/>
                </a:cubicBezTo>
                <a:cubicBezTo>
                  <a:pt x="2307" y="1226620"/>
                  <a:pt x="0" y="1221050"/>
                  <a:pt x="0" y="1215242"/>
                </a:cubicBezTo>
                <a:lnTo>
                  <a:pt x="0" y="21899"/>
                </a:lnTo>
                <a:cubicBezTo>
                  <a:pt x="0" y="9805"/>
                  <a:pt x="9805" y="0"/>
                  <a:pt x="2189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91e5a586eb4f14"/>
            <a:stretch>
              <a:fillRect l="-17701" t="0" r="-17701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F47FA2-078E-4AE1-83B6-F3158D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4a262124e742e9">
              <a:extLst>
                <a:ext uri="{96DAC541-7B7A-43D3-8B79-37D633B846F1}">
                  <asvg:svgBlip xmlns:asvg="http://schemas.microsoft.com/office/drawing/2016/SVG/main" r:embed="R59c108297bc74a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reja_4}}">
            <a:extLst xmlns:a="http://schemas.openxmlformats.org/drawingml/2006/main">
              <a:ext uri="{FF2B5EF4-FFF2-40B4-BE49-F238E27FC236}">
                <a16:creationId xmlns:a16="http://schemas.microsoft.com/office/drawing/2014/main" id="{C518A1CD-EAC8-4FC3-A363-850CF95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{{reja_4}}</a:t>
            </a:r>
          </a:p>
        </p:txBody>
      </p:sp>
      <p:sp>
        <p:nvSpPr>
          <p:cNvPr id="7" name="{{reja_4_matni}}">
            <a:extLst xmlns:a="http://schemas.openxmlformats.org/drawingml/2006/main">
              <a:ext uri="{FF2B5EF4-FFF2-40B4-BE49-F238E27FC236}">
                <a16:creationId xmlns:a16="http://schemas.microsoft.com/office/drawing/2014/main" id="{FC131761-50D6-423A-9C7B-E6C8FB75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{{reja_4_matni}}</a:t>
            </a:r>
          </a:p>
        </p:txBody>
      </p:sp>
      <p:sp>
        <p:nvSpPr>
          <p:cNvPr id="8" name="static_11 / 20">
            <a:extLst xmlns:a="http://schemas.openxmlformats.org/drawingml/2006/main">
              <a:ext uri="{FF2B5EF4-FFF2-40B4-BE49-F238E27FC236}">
                <a16:creationId xmlns:a16="http://schemas.microsoft.com/office/drawing/2014/main" id="{8DC46609-A486-4CF5-AB3C-074CFE2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4836852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ADD0DDC-2B60-451E-ADE0-D58F6A6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8ff3e96ad6456f"/>
            <a:stretch>
              <a:fillRect l="0" t="-9797" r="0" b="-9797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426D-9FE8-4FBD-9B1C-7F0F089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1a18d9cf154775">
              <a:extLst>
                <a:ext uri="{96DAC541-7B7A-43D3-8B79-37D633B846F1}">
                  <asvg:svgBlip xmlns:asvg="http://schemas.microsoft.com/office/drawing/2016/SVG/main" r:embed="R1af768dcdbfb44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analiz}}">
            <a:extLst xmlns:a="http://schemas.openxmlformats.org/drawingml/2006/main">
              <a:ext uri="{FF2B5EF4-FFF2-40B4-BE49-F238E27FC236}">
                <a16:creationId xmlns:a16="http://schemas.microsoft.com/office/drawing/2014/main" id="{DBC7BE49-6C47-44ED-ABA0-FBA4869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34440"/>
            <a:ext cx="13716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{{analiz}}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2377440" y="3017520"/>
          <a:ext xmlns:a="http://schemas.openxmlformats.org/drawingml/2006/main" cx="1353312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2435840"/>
              </a:tblGrid>
              <a:tr h="109728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Inter"/>
                          <a:ea typeface="Inter"/>
                          <a:cs typeface="Inter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E2B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Inter"/>
                          <a:ea typeface="Inter"/>
                          <a:cs typeface="Inter"/>
                        </a:rPr>
                        <a:t>{{analiz_ustun_nomi}}</a:t>
                      </a:r>
                    </a:p>
                  </a:txBody>
                  <a:tcPr marL="91440" marR="91440" marT="45720" marB="45720">
                    <a:solidFill>
                      <a:srgbClr val="E2BA0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{{analiz_ustunlari_1}}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{{analiz_ustunlari_2}}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{{analiz_ustunlari_3}}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{{analiz_ustunlari_4}}</a:t>
                      </a:r>
                    </a:p>
                  </a:txBody>
                  <a:tcPr marL="91440" marR="91440" marT="45720" marB="45720">
                    <a:solidFill>
                      <a:srgbClr val="171A16"/>
                    </a:solidFill>
                  </a:tcPr>
                </a:tc>
              </a:tr>
            </a:tbl>
          </a:graphicData>
        </a:graphic>
      </p:graphicFrame>
      <p:sp>
        <p:nvSpPr>
          <p:cNvPr id="10" name="static_12 / 20">
            <a:extLst xmlns:a="http://schemas.openxmlformats.org/drawingml/2006/main">
              <a:ext uri="{FF2B5EF4-FFF2-40B4-BE49-F238E27FC236}">
                <a16:creationId xmlns:a16="http://schemas.microsoft.com/office/drawing/2014/main" id="{D1EA3B8F-E547-4A44-80A3-DE2B394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9580836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ADD0DDC-2B60-451E-ADE0-D58F6A6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b2d4521ac24d54"/>
            <a:stretch>
              <a:fillRect l="0" t="-9797" r="0" b="-9797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426D-9FE8-4FBD-9B1C-7F0F089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e17936a153140a8">
              <a:extLst>
                <a:ext uri="{96DAC541-7B7A-43D3-8B79-37D633B846F1}">
                  <asvg:svgBlip xmlns:asvg="http://schemas.microsoft.com/office/drawing/2016/SVG/main" r:embed="R3bec4fa2cc1948a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line_graph_topic}}">
            <a:extLst xmlns:a="http://schemas.openxmlformats.org/drawingml/2006/main">
              <a:ext uri="{FF2B5EF4-FFF2-40B4-BE49-F238E27FC236}">
                <a16:creationId xmlns:a16="http://schemas.microsoft.com/office/drawing/2014/main" id="{387CFB7D-B297-4558-BD77-75310250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43000"/>
            <a:ext cx="14081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2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{{line_graph_topic}}</a:t>
            </a:r>
          </a:p>
        </p:txBody>
      </p:sp>
      <p:sp>
        <p:nvSpPr>
          <p:cNvPr id="9" name="{{birinchi_liniya}}">
            <a:extLst xmlns:a="http://schemas.openxmlformats.org/drawingml/2006/main">
              <a:ext uri="{FF2B5EF4-FFF2-40B4-BE49-F238E27FC236}">
                <a16:creationId xmlns:a16="http://schemas.microsoft.com/office/drawing/2014/main" id="{5B149555-C386-4A0C-A6CD-1B331B40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{{birinchi_liniya}}</a:t>
            </a:r>
          </a:p>
        </p:txBody>
      </p:sp>
      <p:sp>
        <p:nvSpPr>
          <p:cNvPr id="10" name="{{bir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CED1863B-8A2A-47D3-A91D-B56EA18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{{birinchi_liniya_sharxi}}</a:t>
            </a:r>
          </a:p>
        </p:txBody>
      </p:sp>
      <p:sp>
        <p:nvSpPr>
          <p:cNvPr id="11" name="{{ikkinchi_liniya}}">
            <a:extLst xmlns:a="http://schemas.openxmlformats.org/drawingml/2006/main">
              <a:ext uri="{FF2B5EF4-FFF2-40B4-BE49-F238E27FC236}">
                <a16:creationId xmlns:a16="http://schemas.microsoft.com/office/drawing/2014/main" id="{4D853C2E-B0FB-433E-BA9E-041BBEC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{{ikkinchi_liniya}}</a:t>
            </a:r>
          </a:p>
        </p:txBody>
      </p:sp>
      <p:sp>
        <p:nvSpPr>
          <p:cNvPr id="12" name="{{ikk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7D14F62C-0EBA-46FA-8754-7C7D30B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{{ikkinchi_liniya_sharxi}}</a:t>
            </a:r>
          </a:p>
        </p:txBody>
      </p:sp>
      <p:sp>
        <p:nvSpPr>
          <p:cNvPr id="13" name="{{uchinchi_liniya}}">
            <a:extLst xmlns:a="http://schemas.openxmlformats.org/drawingml/2006/main">
              <a:ext uri="{FF2B5EF4-FFF2-40B4-BE49-F238E27FC236}">
                <a16:creationId xmlns:a16="http://schemas.microsoft.com/office/drawing/2014/main" id="{E7C762A0-CD33-4467-9CAF-19090EA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{{uchinchi_liniya}}</a:t>
            </a:r>
          </a:p>
        </p:txBody>
      </p:sp>
      <p:sp>
        <p:nvSpPr>
          <p:cNvPr id="14" name="{{uch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201F6061-BAB3-484E-9163-BA6F3F06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{{uchinchi_liniya_sharxi}}</a:t>
            </a:r>
          </a:p>
        </p:txBody>
      </p:sp>
      <p:sp>
        <p:nvSpPr>
          <p:cNvPr id="15" name="static_13 / 20">
            <a:extLst xmlns:a="http://schemas.openxmlformats.org/drawingml/2006/main">
              <a:ext uri="{FF2B5EF4-FFF2-40B4-BE49-F238E27FC236}">
                <a16:creationId xmlns:a16="http://schemas.microsoft.com/office/drawing/2014/main" id="{4ED50D5E-31C1-4995-AE11-A843C3EE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95808364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D19325-CDEE-45C4-917E-3B07A98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46584aa10348f3"/>
            <a:stretch>
              <a:fillRect l="0" t="-9797" r="0" b="-9797"/>
            </a:stretch>
          </a:blipFill>
        </p:spPr>
      </p:sp>
      <p:sp>
        <p:nvSpPr>
          <p:cNvPr id="4" name="{{image_12}}" descr="{{image_12}}">
            <a:extLst xmlns:a="http://schemas.openxmlformats.org/drawingml/2006/main">
              <a:ext uri="{FF2B5EF4-FFF2-40B4-BE49-F238E27FC236}">
                <a16:creationId xmlns:a16="http://schemas.microsoft.com/office/drawing/2014/main" id="{83FFEEB1-9099-4915-832E-30BB5BB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444" y="1582327"/>
            <a:ext cx="8838179" cy="7985357"/>
          </a:xfrm>
          <a:custGeom xmlns:a="http://schemas.openxmlformats.org/drawingml/2006/main">
            <a:rect l="l" t="t" r="r" b="b"/>
            <a:pathLst>
              <a:path w="1369265" h="1237141">
                <a:moveTo>
                  <a:pt x="21899" y="0"/>
                </a:moveTo>
                <a:lnTo>
                  <a:pt x="1347366" y="0"/>
                </a:lnTo>
                <a:cubicBezTo>
                  <a:pt x="1359461" y="0"/>
                  <a:pt x="1369265" y="9805"/>
                  <a:pt x="1369265" y="21899"/>
                </a:cubicBezTo>
                <a:lnTo>
                  <a:pt x="1369265" y="1215242"/>
                </a:lnTo>
                <a:cubicBezTo>
                  <a:pt x="1369265" y="1227336"/>
                  <a:pt x="1359461" y="1237141"/>
                  <a:pt x="1347366" y="1237141"/>
                </a:cubicBezTo>
                <a:lnTo>
                  <a:pt x="21899" y="1237141"/>
                </a:lnTo>
                <a:cubicBezTo>
                  <a:pt x="16091" y="1237141"/>
                  <a:pt x="10521" y="1234834"/>
                  <a:pt x="6414" y="1230727"/>
                </a:cubicBezTo>
                <a:cubicBezTo>
                  <a:pt x="2307" y="1226620"/>
                  <a:pt x="0" y="1221050"/>
                  <a:pt x="0" y="1215242"/>
                </a:cubicBezTo>
                <a:lnTo>
                  <a:pt x="0" y="21899"/>
                </a:lnTo>
                <a:cubicBezTo>
                  <a:pt x="0" y="9805"/>
                  <a:pt x="9805" y="0"/>
                  <a:pt x="2189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0c0475c99046f1"/>
            <a:stretch>
              <a:fillRect l="-17701" t="0" r="-17701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F47FA2-078E-4AE1-83B6-F3158D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78651631ba440c">
              <a:extLst>
                <a:ext uri="{96DAC541-7B7A-43D3-8B79-37D633B846F1}">
                  <asvg:svgBlip xmlns:asvg="http://schemas.microsoft.com/office/drawing/2016/SVG/main" r:embed="Rfd22f4aed54043d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gorizantal}}">
            <a:extLst xmlns:a="http://schemas.openxmlformats.org/drawingml/2006/main">
              <a:ext uri="{FF2B5EF4-FFF2-40B4-BE49-F238E27FC236}">
                <a16:creationId xmlns:a16="http://schemas.microsoft.com/office/drawing/2014/main" id="{90B2B8B1-C3CF-44D7-A1BE-7000493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{{gorizantal}}</a:t>
            </a:r>
          </a:p>
        </p:txBody>
      </p:sp>
      <p:sp>
        <p:nvSpPr>
          <p:cNvPr id="7" name="{{gorizantal_fakt}}">
            <a:extLst xmlns:a="http://schemas.openxmlformats.org/drawingml/2006/main">
              <a:ext uri="{FF2B5EF4-FFF2-40B4-BE49-F238E27FC236}">
                <a16:creationId xmlns:a16="http://schemas.microsoft.com/office/drawing/2014/main" id="{024A9B3F-5E16-448C-9C1D-08A67109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7452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25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{{gorizantal_fakt}}</a:t>
            </a:r>
          </a:p>
        </p:txBody>
      </p:sp>
      <p:sp>
        <p:nvSpPr>
          <p:cNvPr id="8" name="{{gorizantal_reason}}">
            <a:extLst xmlns:a="http://schemas.openxmlformats.org/drawingml/2006/main">
              <a:ext uri="{FF2B5EF4-FFF2-40B4-BE49-F238E27FC236}">
                <a16:creationId xmlns:a16="http://schemas.microsoft.com/office/drawing/2014/main" id="{0A008ECB-24E2-4335-B417-8CB114A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394960"/>
            <a:ext cx="7452360" cy="347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{{gorizantal_reason}}</a:t>
            </a:r>
          </a:p>
        </p:txBody>
      </p:sp>
      <p:sp>
        <p:nvSpPr>
          <p:cNvPr id="9" name="static_14 / 20">
            <a:extLst xmlns:a="http://schemas.openxmlformats.org/drawingml/2006/main">
              <a:ext uri="{FF2B5EF4-FFF2-40B4-BE49-F238E27FC236}">
                <a16:creationId xmlns:a16="http://schemas.microsoft.com/office/drawing/2014/main" id="{286299C9-D248-4968-AD66-551866A6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4836852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FF7D1B4-3B30-4F07-BC88-CBAC865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56f37de0124ee3"/>
            <a:stretch>
              <a:fillRect l="0" t="-9797" r="0" b="-9797"/>
            </a:stretch>
          </a:blipFill>
        </p:spPr>
      </p:sp>
      <p:sp>
        <p:nvSpPr>
          <p:cNvPr id="4" name="{{image_7}}" descr="{{image_7}}">
            <a:extLst xmlns:a="http://schemas.openxmlformats.org/drawingml/2006/main">
              <a:ext uri="{FF2B5EF4-FFF2-40B4-BE49-F238E27FC236}">
                <a16:creationId xmlns:a16="http://schemas.microsoft.com/office/drawing/2014/main" id="{7DD2272A-BF13-4035-A500-C4026D7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78204"/>
            <a:ext cx="6974970" cy="7880096"/>
          </a:xfrm>
          <a:custGeom xmlns:a="http://schemas.openxmlformats.org/drawingml/2006/main">
            <a:rect l="l" t="t" r="r" b="b"/>
            <a:pathLst>
              <a:path w="1080605" h="1220833">
                <a:moveTo>
                  <a:pt x="37739" y="0"/>
                </a:moveTo>
                <a:lnTo>
                  <a:pt x="1042867" y="0"/>
                </a:lnTo>
                <a:cubicBezTo>
                  <a:pt x="1063709" y="0"/>
                  <a:pt x="1080605" y="16896"/>
                  <a:pt x="1080605" y="37739"/>
                </a:cubicBezTo>
                <a:lnTo>
                  <a:pt x="1080605" y="1183094"/>
                </a:lnTo>
                <a:cubicBezTo>
                  <a:pt x="1080605" y="1203937"/>
                  <a:pt x="1063709" y="1220833"/>
                  <a:pt x="1042867" y="1220833"/>
                </a:cubicBezTo>
                <a:lnTo>
                  <a:pt x="37739" y="1220833"/>
                </a:lnTo>
                <a:cubicBezTo>
                  <a:pt x="16896" y="1220833"/>
                  <a:pt x="0" y="1203937"/>
                  <a:pt x="0" y="1183094"/>
                </a:cubicBezTo>
                <a:lnTo>
                  <a:pt x="0" y="37739"/>
                </a:lnTo>
                <a:cubicBezTo>
                  <a:pt x="0" y="16896"/>
                  <a:pt x="16896" y="0"/>
                  <a:pt x="3773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cc8bb2e9934fa2"/>
            <a:stretch>
              <a:fillRect l="-34886" t="0" r="-34886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E3ED3D5-5B91-49A1-8D8B-657BA2D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dd0488d1ab4a13">
              <a:extLst>
                <a:ext uri="{96DAC541-7B7A-43D3-8B79-37D633B846F1}">
                  <asvg:svgBlip xmlns:asvg="http://schemas.microsoft.com/office/drawing/2016/SVG/main" r:embed="R87151c1bfb5149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{{vertikal}}">
            <a:extLst xmlns:a="http://schemas.openxmlformats.org/drawingml/2006/main">
              <a:ext uri="{FF2B5EF4-FFF2-40B4-BE49-F238E27FC236}">
                <a16:creationId xmlns:a16="http://schemas.microsoft.com/office/drawing/2014/main" id="{AE5F6232-B98E-4C2D-B09B-1BE25E4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{{vertikal}}</a:t>
            </a:r>
          </a:p>
        </p:txBody>
      </p:sp>
      <p:sp>
        <p:nvSpPr>
          <p:cNvPr id="13" name="{{vertikal_fakt}}">
            <a:extLst xmlns:a="http://schemas.openxmlformats.org/drawingml/2006/main">
              <a:ext uri="{FF2B5EF4-FFF2-40B4-BE49-F238E27FC236}">
                <a16:creationId xmlns:a16="http://schemas.microsoft.com/office/drawing/2014/main" id="{FCBE2FE8-241F-46B4-A6AC-6B7DBA6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9080"/>
            <a:ext cx="7452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25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{{vertikal_fakt}}</a:t>
            </a:r>
          </a:p>
        </p:txBody>
      </p:sp>
      <p:sp>
        <p:nvSpPr>
          <p:cNvPr id="14" name="{{vertikal_reason}}">
            <a:extLst xmlns:a="http://schemas.openxmlformats.org/drawingml/2006/main">
              <a:ext uri="{FF2B5EF4-FFF2-40B4-BE49-F238E27FC236}">
                <a16:creationId xmlns:a16="http://schemas.microsoft.com/office/drawing/2014/main" id="{E36534E2-5CCB-4583-B900-EF66F4E5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4960"/>
            <a:ext cx="7452360" cy="347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{{vertikal_reason}}</a:t>
            </a:r>
          </a:p>
        </p:txBody>
      </p:sp>
      <p:sp>
        <p:nvSpPr>
          <p:cNvPr id="15" name="static_15 / 20">
            <a:extLst xmlns:a="http://schemas.openxmlformats.org/drawingml/2006/main">
              <a:ext uri="{FF2B5EF4-FFF2-40B4-BE49-F238E27FC236}">
                <a16:creationId xmlns:a16="http://schemas.microsoft.com/office/drawing/2014/main" id="{2EAE41D9-FA1A-489D-9D1D-47DECAE7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3529305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ADD0DDC-2B60-451E-ADE0-D58F6A6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093dc04c3740ab"/>
            <a:stretch>
              <a:fillRect l="0" t="-9797" r="0" b="-9797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426D-9FE8-4FBD-9B1C-7F0F089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33e90cd3ed40fa">
              <a:extLst>
                <a:ext uri="{96DAC541-7B7A-43D3-8B79-37D633B846F1}">
                  <asvg:svgBlip xmlns:asvg="http://schemas.microsoft.com/office/drawing/2016/SVG/main" r:embed="R59ad4552ccee429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positiv_title}}">
            <a:extLst xmlns:a="http://schemas.openxmlformats.org/drawingml/2006/main">
              <a:ext uri="{FF2B5EF4-FFF2-40B4-BE49-F238E27FC236}">
                <a16:creationId xmlns:a16="http://schemas.microsoft.com/office/drawing/2014/main" id="{05DEB622-8130-4B25-A2AE-275C2464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{{positiv_title}}</a:t>
            </a:r>
          </a:p>
        </p:txBody>
      </p:sp>
      <p:sp>
        <p:nvSpPr>
          <p:cNvPr id="9" name="{{positiv}}">
            <a:extLst xmlns:a="http://schemas.openxmlformats.org/drawingml/2006/main">
              <a:ext uri="{FF2B5EF4-FFF2-40B4-BE49-F238E27FC236}">
                <a16:creationId xmlns:a16="http://schemas.microsoft.com/office/drawing/2014/main" id="{AB2E5728-13B2-4DDC-AB61-C1426793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{{positiv}}</a:t>
            </a:r>
          </a:p>
        </p:txBody>
      </p:sp>
      <p:sp>
        <p:nvSpPr>
          <p:cNvPr id="10" name="{{negative_title}}">
            <a:extLst xmlns:a="http://schemas.openxmlformats.org/drawingml/2006/main">
              <a:ext uri="{FF2B5EF4-FFF2-40B4-BE49-F238E27FC236}">
                <a16:creationId xmlns:a16="http://schemas.microsoft.com/office/drawing/2014/main" id="{0A77A5B6-AEAD-448B-8767-1110C244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3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{{negative_title}}</a:t>
            </a:r>
          </a:p>
        </p:txBody>
      </p:sp>
      <p:sp>
        <p:nvSpPr>
          <p:cNvPr id="11" name="{{negative}}">
            <a:extLst xmlns:a="http://schemas.openxmlformats.org/drawingml/2006/main">
              <a:ext uri="{FF2B5EF4-FFF2-40B4-BE49-F238E27FC236}">
                <a16:creationId xmlns:a16="http://schemas.microsoft.com/office/drawing/2014/main" id="{97880E62-4554-4D85-8877-21C4B8D0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6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{{negative}}</a:t>
            </a:r>
          </a:p>
        </p:txBody>
      </p:sp>
      <p:sp>
        <p:nvSpPr>
          <p:cNvPr id="12" name="static_16 / 20">
            <a:extLst xmlns:a="http://schemas.openxmlformats.org/drawingml/2006/main">
              <a:ext uri="{FF2B5EF4-FFF2-40B4-BE49-F238E27FC236}">
                <a16:creationId xmlns:a16="http://schemas.microsoft.com/office/drawing/2014/main" id="{57A77C4B-13C3-444E-8792-058725A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95808364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C9AFE-A76A-4365-8E38-E2E6384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b7b73882c247a0"/>
            <a:stretch>
              <a:fillRect l="0" t="-9797" r="0" b="-9797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6A1F424-2340-4AB0-B5CD-901A0862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315" y="7466212"/>
            <a:ext cx="11145369" cy="639563"/>
          </a:xfrm>
          <a:custGeom xmlns:a="http://schemas.openxmlformats.org/drawingml/2006/main">
            <a:rect l="l" t="t" r="r" b="b"/>
            <a:pathLst>
              <a:path w="2935406" h="168445">
                <a:moveTo>
                  <a:pt x="13893" y="0"/>
                </a:moveTo>
                <a:lnTo>
                  <a:pt x="2921513" y="0"/>
                </a:lnTo>
                <a:cubicBezTo>
                  <a:pt x="2929186" y="0"/>
                  <a:pt x="2935406" y="6220"/>
                  <a:pt x="2935406" y="13893"/>
                </a:cubicBezTo>
                <a:lnTo>
                  <a:pt x="2935406" y="154552"/>
                </a:lnTo>
                <a:cubicBezTo>
                  <a:pt x="2935406" y="158236"/>
                  <a:pt x="2933942" y="161770"/>
                  <a:pt x="2931337" y="164375"/>
                </a:cubicBezTo>
                <a:cubicBezTo>
                  <a:pt x="2928732" y="166981"/>
                  <a:pt x="2925198" y="168445"/>
                  <a:pt x="2921513" y="168445"/>
                </a:cubicBezTo>
                <a:lnTo>
                  <a:pt x="13893" y="168445"/>
                </a:lnTo>
                <a:cubicBezTo>
                  <a:pt x="6220" y="168445"/>
                  <a:pt x="0" y="162225"/>
                  <a:pt x="0" y="154552"/>
                </a:cubicBezTo>
                <a:lnTo>
                  <a:pt x="0" y="13893"/>
                </a:lnTo>
                <a:cubicBezTo>
                  <a:pt x="0" y="6220"/>
                  <a:pt x="6220" y="0"/>
                  <a:pt x="13893" y="0"/>
                </a:cubicBezTo>
                <a:close/>
              </a:path>
            </a:pathLst>
          </a:custGeom>
          <a:solidFill xmlns:a="http://schemas.openxmlformats.org/drawingml/2006/main">
            <a:srgbClr val="151617"/>
          </a:solidFill>
          <a:ln xmlns:a="http://schemas.openxmlformats.org/drawingml/2006/main" w="19050" cap="sq">
            <a:solidFill>
              <a:srgbClr val="FFFBEC"/>
            </a:solidFill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97DE14E-9573-4BD5-B1BD-6E37151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315" y="7321552"/>
            <a:ext cx="11145369" cy="7842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520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01E40C4-B3A3-4CC5-B1D1-1FC6D802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807719" y="2169809"/>
            <a:ext cx="8329952" cy="9078966"/>
          </a:xfrm>
          <a:custGeom xmlns:a="http://schemas.openxmlformats.org/drawingml/2006/main">
            <a:rect l="l" t="t" r="r" b="b"/>
            <a:pathLst>
              <a:path w="8329952" h="9078966">
                <a:moveTo>
                  <a:pt x="8329952" y="0"/>
                </a:moveTo>
                <a:lnTo>
                  <a:pt x="0" y="0"/>
                </a:lnTo>
                <a:lnTo>
                  <a:pt x="0" y="9078966"/>
                </a:lnTo>
                <a:lnTo>
                  <a:pt x="8329952" y="9078966"/>
                </a:lnTo>
                <a:lnTo>
                  <a:pt x="832995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16476930504434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91C63C8-263D-414E-8D96-97E9999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75566" y="1028700"/>
            <a:ext cx="9176705" cy="4255697"/>
          </a:xfrm>
          <a:custGeom xmlns:a="http://schemas.openxmlformats.org/drawingml/2006/main">
            <a:rect l="l" t="t" r="r" b="b"/>
            <a:pathLst>
              <a:path w="9176705" h="4255697">
                <a:moveTo>
                  <a:pt x="0" y="0"/>
                </a:moveTo>
                <a:lnTo>
                  <a:pt x="9176705" y="0"/>
                </a:lnTo>
                <a:lnTo>
                  <a:pt x="9176705" y="4255697"/>
                </a:lnTo>
                <a:lnTo>
                  <a:pt x="0" y="42556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e0b549e4e2426d"/>
            <a:stretch>
              <a:fillRect l="0" t="0" r="0" b="0"/>
            </a:stretch>
          </a:blipFill>
        </p:spPr>
      </p:sp>
      <p:sp>
        <p:nvSpPr>
          <p:cNvPr id="17" name="{{xulosa}}">
            <a:extLst xmlns:a="http://schemas.openxmlformats.org/drawingml/2006/main">
              <a:ext uri="{FF2B5EF4-FFF2-40B4-BE49-F238E27FC236}">
                <a16:creationId xmlns:a16="http://schemas.microsoft.com/office/drawing/2014/main" id="{B78F8982-2948-4843-BE58-8A7921C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11430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76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{{xulosa}}</a:t>
            </a:r>
          </a:p>
        </p:txBody>
      </p:sp>
      <p:sp>
        <p:nvSpPr>
          <p:cNvPr id="18" name="static_17 / 20">
            <a:extLst xmlns:a="http://schemas.openxmlformats.org/drawingml/2006/main">
              <a:ext uri="{FF2B5EF4-FFF2-40B4-BE49-F238E27FC236}">
                <a16:creationId xmlns:a16="http://schemas.microsoft.com/office/drawing/2014/main" id="{29144691-2AE4-4C4C-BD84-C807DFF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8033666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1D19325-CDEE-45C4-917E-3B07A98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e5d2393ff440e6"/>
            <a:stretch>
              <a:fillRect l="0" t="-9797" r="0" b="-9797"/>
            </a:stretch>
          </a:blipFill>
        </p:spPr>
      </p:sp>
      <p:sp>
        <p:nvSpPr>
          <p:cNvPr id="4" name="{{image_13}}" descr="{{image_13}}">
            <a:extLst xmlns:a="http://schemas.openxmlformats.org/drawingml/2006/main">
              <a:ext uri="{FF2B5EF4-FFF2-40B4-BE49-F238E27FC236}">
                <a16:creationId xmlns:a16="http://schemas.microsoft.com/office/drawing/2014/main" id="{83FFEEB1-9099-4915-832E-30BB5BB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444" y="1582327"/>
            <a:ext cx="8838179" cy="7985357"/>
          </a:xfrm>
          <a:custGeom xmlns:a="http://schemas.openxmlformats.org/drawingml/2006/main">
            <a:rect l="l" t="t" r="r" b="b"/>
            <a:pathLst>
              <a:path w="1369265" h="1237141">
                <a:moveTo>
                  <a:pt x="21899" y="0"/>
                </a:moveTo>
                <a:lnTo>
                  <a:pt x="1347366" y="0"/>
                </a:lnTo>
                <a:cubicBezTo>
                  <a:pt x="1359461" y="0"/>
                  <a:pt x="1369265" y="9805"/>
                  <a:pt x="1369265" y="21899"/>
                </a:cubicBezTo>
                <a:lnTo>
                  <a:pt x="1369265" y="1215242"/>
                </a:lnTo>
                <a:cubicBezTo>
                  <a:pt x="1369265" y="1227336"/>
                  <a:pt x="1359461" y="1237141"/>
                  <a:pt x="1347366" y="1237141"/>
                </a:cubicBezTo>
                <a:lnTo>
                  <a:pt x="21899" y="1237141"/>
                </a:lnTo>
                <a:cubicBezTo>
                  <a:pt x="16091" y="1237141"/>
                  <a:pt x="10521" y="1234834"/>
                  <a:pt x="6414" y="1230727"/>
                </a:cubicBezTo>
                <a:cubicBezTo>
                  <a:pt x="2307" y="1226620"/>
                  <a:pt x="0" y="1221050"/>
                  <a:pt x="0" y="1215242"/>
                </a:cubicBezTo>
                <a:lnTo>
                  <a:pt x="0" y="21899"/>
                </a:lnTo>
                <a:cubicBezTo>
                  <a:pt x="0" y="9805"/>
                  <a:pt x="9805" y="0"/>
                  <a:pt x="21899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696c0f1b304b45"/>
            <a:stretch>
              <a:fillRect l="-17701" t="0" r="-17701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DF47FA2-078E-4AE1-83B6-F3158D7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921dc3aae7462a">
              <a:extLst>
                <a:ext uri="{96DAC541-7B7A-43D3-8B79-37D633B846F1}">
                  <asvg:svgBlip xmlns:asvg="http://schemas.microsoft.com/office/drawing/2016/SVG/main" r:embed="R3dfe6e9827ef45e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xulosa}}">
            <a:extLst xmlns:a="http://schemas.openxmlformats.org/drawingml/2006/main">
              <a:ext uri="{FF2B5EF4-FFF2-40B4-BE49-F238E27FC236}">
                <a16:creationId xmlns:a16="http://schemas.microsoft.com/office/drawing/2014/main" id="{A6D011CB-5C58-49AC-BF08-DEC3820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7452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5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{{xulosa}}</a:t>
            </a:r>
          </a:p>
        </p:txBody>
      </p:sp>
      <p:sp>
        <p:nvSpPr>
          <p:cNvPr id="7" name="{{xulosa_matni}}">
            <a:extLst xmlns:a="http://schemas.openxmlformats.org/drawingml/2006/main">
              <a:ext uri="{FF2B5EF4-FFF2-40B4-BE49-F238E27FC236}">
                <a16:creationId xmlns:a16="http://schemas.microsoft.com/office/drawing/2014/main" id="{BE832AEF-B082-4884-AD5D-4040BF87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745236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{{xulosa_matni}}</a:t>
            </a:r>
          </a:p>
        </p:txBody>
      </p:sp>
      <p:sp>
        <p:nvSpPr>
          <p:cNvPr id="8" name="static_18 / 20">
            <a:extLst xmlns:a="http://schemas.openxmlformats.org/drawingml/2006/main">
              <a:ext uri="{FF2B5EF4-FFF2-40B4-BE49-F238E27FC236}">
                <a16:creationId xmlns:a16="http://schemas.microsoft.com/office/drawing/2014/main" id="{7F8E5D3D-0C5E-40EA-8E1F-CF2A499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4836852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ADD0DDC-2B60-451E-ADE0-D58F6A6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40db64dfc94a1f"/>
            <a:stretch>
              <a:fillRect l="0" t="-9797" r="0" b="-9797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426D-9FE8-4FBD-9B1C-7F0F089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67545" y="8804840"/>
            <a:ext cx="791755" cy="453460"/>
          </a:xfrm>
          <a:custGeom xmlns:a="http://schemas.openxmlformats.org/drawingml/2006/main">
            <a:rect l="l" t="t" r="r" b="b"/>
            <a:pathLst>
              <a:path w="791755" h="453460">
                <a:moveTo>
                  <a:pt x="0" y="0"/>
                </a:moveTo>
                <a:lnTo>
                  <a:pt x="791755" y="0"/>
                </a:lnTo>
                <a:lnTo>
                  <a:pt x="791755" y="453460"/>
                </a:lnTo>
                <a:lnTo>
                  <a:pt x="0" y="453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ec187b71713426e">
              <a:extLst>
                <a:ext uri="{96DAC541-7B7A-43D3-8B79-37D633B846F1}">
                  <asvg:svgBlip xmlns:asvg="http://schemas.microsoft.com/office/drawing/2016/SVG/main" r:embed="R5a1d2603884543f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adabiyotlar}}">
            <a:extLst xmlns:a="http://schemas.openxmlformats.org/drawingml/2006/main">
              <a:ext uri="{FF2B5EF4-FFF2-40B4-BE49-F238E27FC236}">
                <a16:creationId xmlns:a16="http://schemas.microsoft.com/office/drawing/2014/main" id="{AFB1A190-93C6-42AB-8CF5-C52E3BF5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80160"/>
            <a:ext cx="137160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60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{{adabiyotlar}}</a:t>
            </a:r>
          </a:p>
        </p:txBody>
      </p:sp>
      <p:sp>
        <p:nvSpPr>
          <p:cNvPr id="9" name="{{adabiyotlar_ro_yxati}}">
            <a:extLst xmlns:a="http://schemas.openxmlformats.org/drawingml/2006/main">
              <a:ext uri="{FF2B5EF4-FFF2-40B4-BE49-F238E27FC236}">
                <a16:creationId xmlns:a16="http://schemas.microsoft.com/office/drawing/2014/main" id="{2A2A082B-4541-465E-BB77-05852D6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91840"/>
            <a:ext cx="13441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{{adabiyotlar_ro_yxati}}</a:t>
            </a:r>
          </a:p>
        </p:txBody>
      </p:sp>
      <p:sp>
        <p:nvSpPr>
          <p:cNvPr id="10" name="static_19 / 20">
            <a:extLst xmlns:a="http://schemas.openxmlformats.org/drawingml/2006/main">
              <a:ext uri="{FF2B5EF4-FFF2-40B4-BE49-F238E27FC236}">
                <a16:creationId xmlns:a16="http://schemas.microsoft.com/office/drawing/2014/main" id="{8A35EC43-EB98-40FC-92F2-46E6FDA5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95808364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ED5C9AFE-A76A-4365-8E38-E2E6384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48f2214661408c"/>
            <a:stretch>
              <a:fillRect l="0" t="-9797" r="0" b="-9797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6A1F424-2340-4AB0-B5CD-901A0862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315" y="7466212"/>
            <a:ext cx="11145369" cy="639563"/>
          </a:xfrm>
          <a:custGeom xmlns:a="http://schemas.openxmlformats.org/drawingml/2006/main">
            <a:rect l="l" t="t" r="r" b="b"/>
            <a:pathLst>
              <a:path w="2935406" h="168445">
                <a:moveTo>
                  <a:pt x="13893" y="0"/>
                </a:moveTo>
                <a:lnTo>
                  <a:pt x="2921513" y="0"/>
                </a:lnTo>
                <a:cubicBezTo>
                  <a:pt x="2929186" y="0"/>
                  <a:pt x="2935406" y="6220"/>
                  <a:pt x="2935406" y="13893"/>
                </a:cubicBezTo>
                <a:lnTo>
                  <a:pt x="2935406" y="154552"/>
                </a:lnTo>
                <a:cubicBezTo>
                  <a:pt x="2935406" y="158236"/>
                  <a:pt x="2933942" y="161770"/>
                  <a:pt x="2931337" y="164375"/>
                </a:cubicBezTo>
                <a:cubicBezTo>
                  <a:pt x="2928732" y="166981"/>
                  <a:pt x="2925198" y="168445"/>
                  <a:pt x="2921513" y="168445"/>
                </a:cubicBezTo>
                <a:lnTo>
                  <a:pt x="13893" y="168445"/>
                </a:lnTo>
                <a:cubicBezTo>
                  <a:pt x="6220" y="168445"/>
                  <a:pt x="0" y="162225"/>
                  <a:pt x="0" y="154552"/>
                </a:cubicBezTo>
                <a:lnTo>
                  <a:pt x="0" y="13893"/>
                </a:lnTo>
                <a:cubicBezTo>
                  <a:pt x="0" y="6220"/>
                  <a:pt x="6220" y="0"/>
                  <a:pt x="13893" y="0"/>
                </a:cubicBezTo>
                <a:close/>
              </a:path>
            </a:pathLst>
          </a:custGeom>
          <a:solidFill xmlns:a="http://schemas.openxmlformats.org/drawingml/2006/main">
            <a:srgbClr val="151617"/>
          </a:solidFill>
          <a:ln xmlns:a="http://schemas.openxmlformats.org/drawingml/2006/main" w="19050" cap="sq">
            <a:solidFill>
              <a:srgbClr val="FFFBEC"/>
            </a:solidFill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97DE14E-9573-4BD5-B1BD-6E37151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315" y="7321552"/>
            <a:ext cx="11145369" cy="7842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520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01E40C4-B3A3-4CC5-B1D1-1FC6D802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807719" y="2169809"/>
            <a:ext cx="8329952" cy="9078966"/>
          </a:xfrm>
          <a:custGeom xmlns:a="http://schemas.openxmlformats.org/drawingml/2006/main">
            <a:rect l="l" t="t" r="r" b="b"/>
            <a:pathLst>
              <a:path w="8329952" h="9078966">
                <a:moveTo>
                  <a:pt x="8329952" y="0"/>
                </a:moveTo>
                <a:lnTo>
                  <a:pt x="0" y="0"/>
                </a:lnTo>
                <a:lnTo>
                  <a:pt x="0" y="9078966"/>
                </a:lnTo>
                <a:lnTo>
                  <a:pt x="8329952" y="9078966"/>
                </a:lnTo>
                <a:lnTo>
                  <a:pt x="832995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a410dde43834f73"/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91C63C8-263D-414E-8D96-97E9999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75566" y="1028700"/>
            <a:ext cx="9176705" cy="4255697"/>
          </a:xfrm>
          <a:custGeom xmlns:a="http://schemas.openxmlformats.org/drawingml/2006/main">
            <a:rect l="l" t="t" r="r" b="b"/>
            <a:pathLst>
              <a:path w="9176705" h="4255697">
                <a:moveTo>
                  <a:pt x="0" y="0"/>
                </a:moveTo>
                <a:lnTo>
                  <a:pt x="9176705" y="0"/>
                </a:lnTo>
                <a:lnTo>
                  <a:pt x="9176705" y="4255697"/>
                </a:lnTo>
                <a:lnTo>
                  <a:pt x="0" y="42556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03dffa1326462c"/>
            <a:stretch>
              <a:fillRect l="0" t="0" r="0" b="0"/>
            </a:stretch>
          </a:blipFill>
        </p:spPr>
      </p:sp>
      <p:sp>
        <p:nvSpPr>
          <p:cNvPr id="17" name="{{yakun}}">
            <a:extLst xmlns:a="http://schemas.openxmlformats.org/drawingml/2006/main">
              <a:ext uri="{FF2B5EF4-FFF2-40B4-BE49-F238E27FC236}">
                <a16:creationId xmlns:a16="http://schemas.microsoft.com/office/drawing/2014/main" id="{E7D5EE00-03E2-44CB-A827-8EABD24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74720"/>
            <a:ext cx="105156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FFFFF"/>
                </a:solidFill>
                <a:latin typeface="Inter Bold"/>
                <a:ea typeface="Inter Bold"/>
                <a:cs typeface="Inter Bold"/>
              </a:defRPr>
            </a:pPr>
            <a:r>
              <a:rPr sz="66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{{yakun}}</a:t>
            </a:r>
          </a:p>
        </p:txBody>
      </p:sp>
      <p:sp>
        <p:nvSpPr>
          <p:cNvPr id="18" name="static_20 / 20">
            <a:extLst xmlns:a="http://schemas.openxmlformats.org/drawingml/2006/main">
              <a:ext uri="{FF2B5EF4-FFF2-40B4-BE49-F238E27FC236}">
                <a16:creationId xmlns:a16="http://schemas.microsoft.com/office/drawing/2014/main" id="{4DB931D4-6038-4732-BDEE-5E3949D9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8033666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2026-10-07T14:06:21.3040000Z</dcterms:created>
  <dcterms:modified xsi:type="dcterms:W3CDTF">2026-10-07T14:06:21.3040000Z</dcterms:modified>
</coreProperties>
</file>