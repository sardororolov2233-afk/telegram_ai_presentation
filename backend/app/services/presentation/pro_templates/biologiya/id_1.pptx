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11082409438047e0"/><Relationship Type="http://schemas.openxmlformats.org/officeDocument/2006/relationships/extended-properties" Target="/docProps/app.xml" Id="R3018e1dabeb84455"/><Relationship Type="http://schemas.openxmlformats.org/officeDocument/2006/relationships/officeDocument" Target="/ppt/presentation.xml" Id="R228a375629cb4efe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310373867af4926"/>
  </p:sldMasterIdLst>
  <p:notesMasterIdLst>
    <p:notesMasterId xmlns:r="http://schemas.openxmlformats.org/officeDocument/2006/relationships" r:id="R13a7c806198b4cfc"/>
  </p:notesMasterIdLst>
  <p:sldIdLst>
    <p:sldId xmlns:r="http://schemas.openxmlformats.org/officeDocument/2006/relationships" id="256" r:id="R0a53c8c8d1474e07"/>
    <p:sldId xmlns:r="http://schemas.openxmlformats.org/officeDocument/2006/relationships" id="268" r:id="R48e5d06a30ff4619"/>
    <p:sldId xmlns:r="http://schemas.openxmlformats.org/officeDocument/2006/relationships" id="273" r:id="R1369305978eb435b"/>
    <p:sldId xmlns:r="http://schemas.openxmlformats.org/officeDocument/2006/relationships" id="261" r:id="R5d22fe5c0ecd4d4d"/>
    <p:sldId xmlns:r="http://schemas.openxmlformats.org/officeDocument/2006/relationships" id="267" r:id="R09f51e7b78a04ee6"/>
    <p:sldId xmlns:r="http://schemas.openxmlformats.org/officeDocument/2006/relationships" id="260" r:id="R0765ae86662f47be"/>
    <p:sldId xmlns:r="http://schemas.openxmlformats.org/officeDocument/2006/relationships" id="266" r:id="R74384b8c93bf405f"/>
    <p:sldId xmlns:r="http://schemas.openxmlformats.org/officeDocument/2006/relationships" id="265" r:id="Re9a5ae0420f54eef"/>
    <p:sldId xmlns:r="http://schemas.openxmlformats.org/officeDocument/2006/relationships" id="259" r:id="R241b25cf349548de"/>
    <p:sldId xmlns:r="http://schemas.openxmlformats.org/officeDocument/2006/relationships" id="264" r:id="R5ab1adb93d444a94"/>
    <p:sldId xmlns:r="http://schemas.openxmlformats.org/officeDocument/2006/relationships" id="258" r:id="Rffb362be8e474007"/>
    <p:sldId xmlns:r="http://schemas.openxmlformats.org/officeDocument/2006/relationships" id="272" r:id="R12d58be929ef4928"/>
    <p:sldId xmlns:r="http://schemas.openxmlformats.org/officeDocument/2006/relationships" id="271" r:id="Ra28564c84c6d455d"/>
    <p:sldId xmlns:r="http://schemas.openxmlformats.org/officeDocument/2006/relationships" id="263" r:id="R0f653d70dcf14788"/>
    <p:sldId xmlns:r="http://schemas.openxmlformats.org/officeDocument/2006/relationships" id="257" r:id="R01dffb2f01c946c4"/>
    <p:sldId xmlns:r="http://schemas.openxmlformats.org/officeDocument/2006/relationships" id="270" r:id="Rce73154069ff42df"/>
    <p:sldId xmlns:r="http://schemas.openxmlformats.org/officeDocument/2006/relationships" id="275" r:id="Rd625167a26834153"/>
    <p:sldId xmlns:r="http://schemas.openxmlformats.org/officeDocument/2006/relationships" id="262" r:id="R3d45058e306e4a72"/>
    <p:sldId xmlns:r="http://schemas.openxmlformats.org/officeDocument/2006/relationships" id="269" r:id="Rc5e5a0d443ce4e0d"/>
    <p:sldId xmlns:r="http://schemas.openxmlformats.org/officeDocument/2006/relationships" id="274" r:id="Ra2a284f8851a4400"/>
  </p:sldIdLst>
  <p:sldSz cx="18288000" cy="10287000"/>
  <p:notesSz cx="6858000" cy="9144000"/>
  <p:embeddedFontLst>
    <p:embeddedFont>
      <p:font typeface="Akzidenz-Grotesk Bold"/>
      <p:regular xmlns:r="http://schemas.openxmlformats.org/officeDocument/2006/relationships" r:id="Ra451b9f518824172"/>
    </p:embeddedFont>
    <p:embeddedFont>
      <p:font typeface="Akzidenz-Grotesk"/>
      <p:regular xmlns:r="http://schemas.openxmlformats.org/officeDocument/2006/relationships" r:id="R7cfe321ea6994f28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d6e911b97b646da"/><Relationship Type="http://schemas.openxmlformats.org/officeDocument/2006/relationships/slideMaster" Target="/ppt/slideMasters/slideMaster1.xml" Id="R9310373867af4926"/><Relationship Type="http://schemas.openxmlformats.org/officeDocument/2006/relationships/notesMaster" Target="/ppt/notesMasters/notesMaster1.xml" Id="R13a7c806198b4cfc"/><Relationship Type="http://schemas.openxmlformats.org/officeDocument/2006/relationships/presProps" Target="/ppt/presProps.xml" Id="R1a7ff26a5abe4f08"/><Relationship Type="http://schemas.openxmlformats.org/officeDocument/2006/relationships/viewProps" Target="/ppt/viewProps.xml" Id="R2248b34840d14ae6"/><Relationship Type="http://schemas.openxmlformats.org/officeDocument/2006/relationships/tableStyles" Target="/ppt/tableStyles.xml" Id="Re26fbe3a7bd941bc"/><Relationship Type="http://schemas.openxmlformats.org/officeDocument/2006/relationships/font" Target="/ppt/fonts/font.dat" Id="Ra451b9f518824172"/><Relationship Type="http://schemas.openxmlformats.org/officeDocument/2006/relationships/font" Target="/ppt/fonts/font2.dat" Id="R7cfe321ea6994f28"/><Relationship Type="http://schemas.openxmlformats.org/officeDocument/2006/relationships/slide" Target="/ppt/slides/slide1.xml" Id="R0a53c8c8d1474e07"/><Relationship Type="http://schemas.openxmlformats.org/officeDocument/2006/relationships/slide" Target="/ppt/slides/slide15.xml" Id="R01dffb2f01c946c4"/><Relationship Type="http://schemas.openxmlformats.org/officeDocument/2006/relationships/slide" Target="/ppt/slides/slide11.xml" Id="Rffb362be8e474007"/><Relationship Type="http://schemas.openxmlformats.org/officeDocument/2006/relationships/slide" Target="/ppt/slides/slide9.xml" Id="R241b25cf349548de"/><Relationship Type="http://schemas.openxmlformats.org/officeDocument/2006/relationships/slide" Target="/ppt/slides/slide6.xml" Id="R0765ae86662f47be"/><Relationship Type="http://schemas.openxmlformats.org/officeDocument/2006/relationships/slide" Target="/ppt/slides/slide4.xml" Id="R5d22fe5c0ecd4d4d"/><Relationship Type="http://schemas.openxmlformats.org/officeDocument/2006/relationships/slide" Target="/ppt/slides/slide18.xml" Id="R3d45058e306e4a72"/><Relationship Type="http://schemas.openxmlformats.org/officeDocument/2006/relationships/slide" Target="/ppt/slides/slide14.xml" Id="R0f653d70dcf14788"/><Relationship Type="http://schemas.openxmlformats.org/officeDocument/2006/relationships/slide" Target="/ppt/slides/slide10.xml" Id="R5ab1adb93d444a94"/><Relationship Type="http://schemas.openxmlformats.org/officeDocument/2006/relationships/slide" Target="/ppt/slides/slide8.xml" Id="Re9a5ae0420f54eef"/><Relationship Type="http://schemas.openxmlformats.org/officeDocument/2006/relationships/slide" Target="/ppt/slides/slide7.xml" Id="R74384b8c93bf405f"/><Relationship Type="http://schemas.openxmlformats.org/officeDocument/2006/relationships/slide" Target="/ppt/slides/slide5.xml" Id="R09f51e7b78a04ee6"/><Relationship Type="http://schemas.openxmlformats.org/officeDocument/2006/relationships/slide" Target="/ppt/slides/slide2.xml" Id="R48e5d06a30ff4619"/><Relationship Type="http://schemas.openxmlformats.org/officeDocument/2006/relationships/slide" Target="/ppt/slides/slide19.xml" Id="Rc5e5a0d443ce4e0d"/><Relationship Type="http://schemas.openxmlformats.org/officeDocument/2006/relationships/slide" Target="/ppt/slides/slide16.xml" Id="Rce73154069ff42df"/><Relationship Type="http://schemas.openxmlformats.org/officeDocument/2006/relationships/slide" Target="/ppt/slides/slide13.xml" Id="Ra28564c84c6d455d"/><Relationship Type="http://schemas.openxmlformats.org/officeDocument/2006/relationships/slide" Target="/ppt/slides/slide12.xml" Id="R12d58be929ef4928"/><Relationship Type="http://schemas.openxmlformats.org/officeDocument/2006/relationships/slide" Target="/ppt/slides/slide3.xml" Id="R1369305978eb435b"/><Relationship Type="http://schemas.openxmlformats.org/officeDocument/2006/relationships/slide" Target="/ppt/slides/slide20.xml" Id="Ra2a284f8851a4400"/><Relationship Type="http://schemas.openxmlformats.org/officeDocument/2006/relationships/slide" Target="/ppt/slides/slide17.xml" Id="Rd625167a26834153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91f8033c00a342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6a94dcfdb3794935"/><Relationship Type="http://schemas.openxmlformats.org/officeDocument/2006/relationships/notesMaster" Target="/ppt/notesMasters/notesMaster1.xml" Id="R632b8e4fae6f4491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b079623540944262"/><Relationship Type="http://schemas.openxmlformats.org/officeDocument/2006/relationships/notesMaster" Target="/ppt/notesMasters/notesMaster1.xml" Id="Rdd1ea6d67ecf4f87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140c545a5d5d40a2"/><Relationship Type="http://schemas.openxmlformats.org/officeDocument/2006/relationships/notesMaster" Target="/ppt/notesMasters/notesMaster1.xml" Id="Rc7ab1fd267ec48a2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0ebf03ff5426462f"/><Relationship Type="http://schemas.openxmlformats.org/officeDocument/2006/relationships/notesMaster" Target="/ppt/notesMasters/notesMaster1.xml" Id="Rc0878a1c0a934181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efaec18b5b5f4911"/><Relationship Type="http://schemas.openxmlformats.org/officeDocument/2006/relationships/notesMaster" Target="/ppt/notesMasters/notesMaster1.xml" Id="R10df3866f6ea42fb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277512c823fa46d7"/><Relationship Type="http://schemas.openxmlformats.org/officeDocument/2006/relationships/notesMaster" Target="/ppt/notesMasters/notesMaster1.xml" Id="Rb409ac11e5e44322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7dc6c5ddedf74422"/><Relationship Type="http://schemas.openxmlformats.org/officeDocument/2006/relationships/notesMaster" Target="/ppt/notesMasters/notesMaster1.xml" Id="R2698b10a464c4c20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356228a2f5ca4d40"/><Relationship Type="http://schemas.openxmlformats.org/officeDocument/2006/relationships/notesMaster" Target="/ppt/notesMasters/notesMaster1.xml" Id="R3c05117133324ebf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1d90f98efc894a5d"/><Relationship Type="http://schemas.openxmlformats.org/officeDocument/2006/relationships/notesMaster" Target="/ppt/notesMasters/notesMaster1.xml" Id="R5089e6dcc8234b6b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a729e496435d48a5"/><Relationship Type="http://schemas.openxmlformats.org/officeDocument/2006/relationships/notesMaster" Target="/ppt/notesMasters/notesMaster1.xml" Id="Ra823404d4e854973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987efdd140654294"/><Relationship Type="http://schemas.openxmlformats.org/officeDocument/2006/relationships/notesMaster" Target="/ppt/notesMasters/notesMaster1.xml" Id="R9d6b40db12f1411a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0b183a231c914785"/><Relationship Type="http://schemas.openxmlformats.org/officeDocument/2006/relationships/notesMaster" Target="/ppt/notesMasters/notesMaster1.xml" Id="R5d2e1aace16f4eaa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2457e1a493294881"/><Relationship Type="http://schemas.openxmlformats.org/officeDocument/2006/relationships/notesMaster" Target="/ppt/notesMasters/notesMaster1.xml" Id="R287adbaef3914600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7c748870cc5e4a84"/><Relationship Type="http://schemas.openxmlformats.org/officeDocument/2006/relationships/notesMaster" Target="/ppt/notesMasters/notesMaster1.xml" Id="R84f07c2f078b4287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de4a66bafee9476d"/><Relationship Type="http://schemas.openxmlformats.org/officeDocument/2006/relationships/notesMaster" Target="/ppt/notesMasters/notesMaster1.xml" Id="R428d798ed531410a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1441a11073424442"/><Relationship Type="http://schemas.openxmlformats.org/officeDocument/2006/relationships/notesMaster" Target="/ppt/notesMasters/notesMaster1.xml" Id="Re9cb320f198745ef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c8e4535d7d2242f2"/><Relationship Type="http://schemas.openxmlformats.org/officeDocument/2006/relationships/notesMaster" Target="/ppt/notesMasters/notesMaster1.xml" Id="Rdc25ab30283d4c68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f9dbd2872f4c4d7d"/><Relationship Type="http://schemas.openxmlformats.org/officeDocument/2006/relationships/notesMaster" Target="/ppt/notesMasters/notesMaster1.xml" Id="Rf8c94a0fb86243a4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7890d4048c0c4789"/><Relationship Type="http://schemas.openxmlformats.org/officeDocument/2006/relationships/notesMaster" Target="/ppt/notesMasters/notesMaster1.xml" Id="R0bc8fe7d54ea4fe0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108e09f27a1a49bc"/><Relationship Type="http://schemas.openxmlformats.org/officeDocument/2006/relationships/notesMaster" Target="/ppt/notesMasters/notesMaster1.xml" Id="R85f30585941c4c32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49942ffddbc4bc4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6a59b6d00f74e62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a8e08b91f0f4f36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3766b6b96684e7a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6d30620315c47a7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859e8150e194ffb"/></Relationships>
</file>

<file path=ppt/slideLayouts/_rels/slideLayout7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242c73e0c8c4122"/></Relationships>
</file>

<file path=ppt/slideLayouts/_rels/slideLayout8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c30d1895fb44b3b"/></Relationships>
</file>

<file path=ppt/slideLayouts/_rels/slideLayout9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4933eada89c4f14"/></Relationships>
</file>

<file path=ppt/slideLayouts/_rels/slideLayout10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8ab09c374734753"/></Relationships>
</file>

<file path=ppt/slideLayouts/_rels/slideLayout1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8f93dd3f15845ae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E90F-30CF-4561-907F-1F050D4477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8549FE5-9280-4D26-BAC9-0016E8CC5A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1CE41F-B7B4-44C1-A051-E0D9D436CE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1C94F7-37BF-407A-9CE6-A5AAD6465C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79B2FD-3DBC-429A-81AB-8E5B1D8B6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06629F-52C8-4297-94B1-EF9FFE0AC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A370F8-C137-4E00-87F1-3878EBF7AC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85EB55-9CA0-4D8B-99C8-47119B3AC4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CDB17E-FD16-41FD-A0B5-DD292B8060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B22466-0158-418C-8C80-FE7D068A07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052D42-29D7-4AD2-86E4-612C21524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DC803C-8EB6-41A7-AB17-1B0ED9F4DD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B44770-FA10-44C9-A4EC-27FD816D0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9B1C89-6B9B-4FE9-BF66-E1A956387D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231718-42E3-40F3-A8C5-99431A1CC9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C8B26E-105B-426A-90F7-42AF64428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010634-EBEF-4A60-8F13-BCC8FE9BB8A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6357608-FEC8-416C-8440-AED44892F8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6BFB18-82F9-4B4D-93A6-4ACAED9132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BEF192-136E-46D3-9F54-561DED1127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431D35-F661-4E20-8946-B4C985BC32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121E17-1A27-4BC6-BDF8-6137780BC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A37766-9F25-47CB-A6C4-2F8687BD9F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E14DE5-91A3-4CD4-80F4-09665F1D75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2F4FFF1-45F1-44AE-93AC-35AB9FA6ED2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AA3E619-DE9B-44A8-B516-F3CDE3C585C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3F9C048-BA49-40DD-A313-6FD1813064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0ECE32D-4E52-4FBE-B4E2-DAFF08091B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80B6B12-7832-4996-9D8F-361CF9CFA5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C05502-FF75-4C18-8398-6E21ACAE3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D6485FB-8463-4EE8-A843-DA0E340863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C8E3AE2-E64E-4110-8CAA-D7E3743400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E16BECB-E95B-4E1E-A84A-627DCC6884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CC1ED51-1496-49F2-98EE-F768FF9AC1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4543F86-FFEF-4B2C-B0F7-626108CFEB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9464D8-5576-4D77-B88B-4C42DEB74C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CE39EB-CE5B-4073-B55A-F3B36C6C3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E49F41-4F5E-4429-A195-41A8600285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3176D81-F0CA-49CB-B798-6C33911C94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4BD35E7-E83D-4589-B043-695FEA1F12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FAD0AB-0A45-4881-82ED-9D97CEE34F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D73FB40-AC9D-480D-878E-93A3CDB83A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329E68-9AF5-4264-BA9F-E67BD6D2F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729B6B4-CE3A-4A6C-BF2D-DD94D9FADD1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DE605A4-D03E-4412-9711-2848B87AFB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DE0BCB-98B4-49BE-8AEE-4333A92855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CF1EA1-B632-4E88-8765-07295518F8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3B8C9F9-1943-4B67-9870-1A216D467C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037DF9-31BD-4CB4-8664-B63E3BF81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56D635-9893-4072-BAFE-D10BB1CF50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643830-5E9C-43CD-9C02-FA8203A5E7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0BAB60-BF61-4579-8306-775AC2BC29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74C762-7AA9-422E-8EA4-963D20B31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34F0179-0E56-474A-B20B-C6837CE5ED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2AE494-D85D-419D-8C3D-B93132E271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36CF87-CB44-4FC2-93E0-E1AA2A2173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FC3C83-02A7-4455-A5FF-6C3A12ABBB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995903-FE92-4113-9155-CD5001462C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c0193fad2bc64d2d"/><Relationship Type="http://schemas.openxmlformats.org/officeDocument/2006/relationships/slideLayout" Target="/ppt/slideLayouts/slideLayout1.xml" Id="R4f5d3bcd1a9d4c18"/><Relationship Type="http://schemas.openxmlformats.org/officeDocument/2006/relationships/slideLayout" Target="/ppt/slideLayouts/slideLayout2.xml" Id="R4245c43e21384175"/><Relationship Type="http://schemas.openxmlformats.org/officeDocument/2006/relationships/slideLayout" Target="/ppt/slideLayouts/slideLayout3.xml" Id="R92c8b757fe444eb3"/><Relationship Type="http://schemas.openxmlformats.org/officeDocument/2006/relationships/slideLayout" Target="/ppt/slideLayouts/slideLayout4.xml" Id="R517606973ac944ff"/><Relationship Type="http://schemas.openxmlformats.org/officeDocument/2006/relationships/slideLayout" Target="/ppt/slideLayouts/slideLayout5.xml" Id="R8bafd13e891348ef"/><Relationship Type="http://schemas.openxmlformats.org/officeDocument/2006/relationships/slideLayout" Target="/ppt/slideLayouts/slideLayout6.xml" Id="R2157afba75b94853"/><Relationship Type="http://schemas.openxmlformats.org/officeDocument/2006/relationships/slideLayout" Target="/ppt/slideLayouts/slideLayout7.xml" Id="Rb54d1fadc19a4fe6"/><Relationship Type="http://schemas.openxmlformats.org/officeDocument/2006/relationships/slideLayout" Target="/ppt/slideLayouts/slideLayout8.xml" Id="R0f5c4794c1b64f5d"/><Relationship Type="http://schemas.openxmlformats.org/officeDocument/2006/relationships/slideLayout" Target="/ppt/slideLayouts/slideLayout9.xml" Id="R5b4f69f169df448c"/><Relationship Type="http://schemas.openxmlformats.org/officeDocument/2006/relationships/slideLayout" Target="/ppt/slideLayouts/slideLayout10.xml" Id="R90f89612f5684320"/><Relationship Type="http://schemas.openxmlformats.org/officeDocument/2006/relationships/slideLayout" Target="/ppt/slideLayouts/slideLayout11.xml" Id="Rcd38d9e1ceb94c85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2F1A7F6-BE6E-435D-807B-49D115A57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3BD029-3771-453B-9D68-9D3B456AFF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CE7E6-F5D6-485F-9DD6-C93B2B34F85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28C7CE-3D86-4807-943A-403B0498F2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C60CF4-8FB4-4CE3-A8E2-B62786B497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5d3bcd1a9d4c18"/>
    <p:sldLayoutId xmlns:r="http://schemas.openxmlformats.org/officeDocument/2006/relationships" id="2147483650" r:id="R4245c43e21384175"/>
    <p:sldLayoutId xmlns:r="http://schemas.openxmlformats.org/officeDocument/2006/relationships" id="2147483651" r:id="R92c8b757fe444eb3"/>
    <p:sldLayoutId xmlns:r="http://schemas.openxmlformats.org/officeDocument/2006/relationships" id="2147483652" r:id="R517606973ac944ff"/>
    <p:sldLayoutId xmlns:r="http://schemas.openxmlformats.org/officeDocument/2006/relationships" id="2147483653" r:id="R8bafd13e891348ef"/>
    <p:sldLayoutId xmlns:r="http://schemas.openxmlformats.org/officeDocument/2006/relationships" id="2147483654" r:id="R2157afba75b94853"/>
    <p:sldLayoutId xmlns:r="http://schemas.openxmlformats.org/officeDocument/2006/relationships" id="2147483655" r:id="Rb54d1fadc19a4fe6"/>
    <p:sldLayoutId xmlns:r="http://schemas.openxmlformats.org/officeDocument/2006/relationships" id="2147483656" r:id="R0f5c4794c1b64f5d"/>
    <p:sldLayoutId xmlns:r="http://schemas.openxmlformats.org/officeDocument/2006/relationships" id="2147483657" r:id="R5b4f69f169df448c"/>
    <p:sldLayoutId xmlns:r="http://schemas.openxmlformats.org/officeDocument/2006/relationships" id="2147483658" r:id="R90f89612f5684320"/>
    <p:sldLayoutId xmlns:r="http://schemas.openxmlformats.org/officeDocument/2006/relationships" id="2147483659" r:id="Rcd38d9e1ceb94c85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8c3e0f68eb84030"/><Relationship Type="http://schemas.openxmlformats.org/officeDocument/2006/relationships/image" Target="/ppt/media/image.png" Id="Re5637edf34e44d46"/><Relationship Type="http://schemas.openxmlformats.org/officeDocument/2006/relationships/image" Target="/ppt/media/image.svg" Id="Rf1d7691b00374063"/><Relationship Type="http://schemas.openxmlformats.org/officeDocument/2006/relationships/image" Target="/ppt/media/image2.png" Id="R963e43686f194d7a"/><Relationship Type="http://schemas.openxmlformats.org/officeDocument/2006/relationships/image" Target="/ppt/media/image2.svg" Id="Rd72f654c513d4f22"/><Relationship Type="http://schemas.openxmlformats.org/officeDocument/2006/relationships/image" Target="/ppt/media/image3.png" Id="Rac9a08bfbb0d42ae"/><Relationship Type="http://schemas.openxmlformats.org/officeDocument/2006/relationships/image" Target="/ppt/media/image3.svg" Id="Rfd7fb9250b954ad4"/><Relationship Type="http://schemas.openxmlformats.org/officeDocument/2006/relationships/image" Target="/ppt/media/image4.png" Id="R8bb7974248c44921"/><Relationship Type="http://schemas.openxmlformats.org/officeDocument/2006/relationships/image" Target="/ppt/media/image4.svg" Id="R6457792bdcc64293"/><Relationship Type="http://schemas.openxmlformats.org/officeDocument/2006/relationships/image" Target="/ppt/media/image5.png" Id="R58ee8dbe5352478e"/><Relationship Type="http://schemas.openxmlformats.org/officeDocument/2006/relationships/image" Target="/ppt/media/image5.svg" Id="Rc9f6879c4a0c4bec"/><Relationship Type="http://schemas.openxmlformats.org/officeDocument/2006/relationships/notesSlide" Target="/ppt/notesSlides/notesSlide1.xml" Id="Racecbd39b69e43ad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98dd9924b9a64bc4"/><Relationship Type="http://schemas.openxmlformats.org/officeDocument/2006/relationships/image" Target="/ppt/media/image2.png" Id="R5dba37c0a0284d61"/><Relationship Type="http://schemas.openxmlformats.org/officeDocument/2006/relationships/image" Target="/ppt/media/image2.svg" Id="R76a8f2fadba645cd"/><Relationship Type="http://schemas.openxmlformats.org/officeDocument/2006/relationships/image" Target="/ppt/media/image7.png" Id="Rb7b6c839f9ab4422"/><Relationship Type="http://schemas.openxmlformats.org/officeDocument/2006/relationships/image" Target="/ppt/media/image7.svg" Id="R39470a9d38204210"/><Relationship Type="http://schemas.openxmlformats.org/officeDocument/2006/relationships/image" Target="/ppt/media/image8.png" Id="R2f37944871e04d99"/><Relationship Type="http://schemas.openxmlformats.org/officeDocument/2006/relationships/image" Target="/ppt/media/image8.svg" Id="R693cfaa0e27b4f50"/><Relationship Type="http://schemas.openxmlformats.org/officeDocument/2006/relationships/image" Target="/ppt/media/image9.png" Id="R2b93aa3993824b5f"/><Relationship Type="http://schemas.openxmlformats.org/officeDocument/2006/relationships/image" Target="/ppt/media/image9.svg" Id="R398d277d9b834f01"/><Relationship Type="http://schemas.openxmlformats.org/officeDocument/2006/relationships/image" Target="/ppt/media/image10.png" Id="R65e853ba3ef64db9"/><Relationship Type="http://schemas.openxmlformats.org/officeDocument/2006/relationships/image" Target="/ppt/media/image10.svg" Id="Rf51efeb5b393417b"/><Relationship Type="http://schemas.openxmlformats.org/officeDocument/2006/relationships/notesSlide" Target="/ppt/notesSlides/notesSlide13.xml" Id="R719a93a4e3694c7d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c1a4b35c36c4156"/><Relationship Type="http://schemas.openxmlformats.org/officeDocument/2006/relationships/image" Target="/ppt/media/image2.png" Id="R1f28abbf219947f3"/><Relationship Type="http://schemas.openxmlformats.org/officeDocument/2006/relationships/image" Target="/ppt/media/image2.svg" Id="R5f77aee3c35f475c"/><Relationship Type="http://schemas.openxmlformats.org/officeDocument/2006/relationships/image" Target="/ppt/media/image3.png" Id="Ra8cf56a68ee14f3e"/><Relationship Type="http://schemas.openxmlformats.org/officeDocument/2006/relationships/image" Target="/ppt/media/image3.svg" Id="R6c9fee011e024438"/><Relationship Type="http://schemas.openxmlformats.org/officeDocument/2006/relationships/image" Target="/ppt/media/image11.png" Id="R2949a511086f4b1a"/><Relationship Type="http://schemas.openxmlformats.org/officeDocument/2006/relationships/image" Target="/ppt/media/image11.svg" Id="Rc4d9e419cbb44d48"/><Relationship Type="http://schemas.openxmlformats.org/officeDocument/2006/relationships/notesSlide" Target="/ppt/notesSlides/notesSlide18.xml" Id="R0db6b1ae3b3440ab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fee7bae62cc643ae"/><Relationship Type="http://schemas.openxmlformats.org/officeDocument/2006/relationships/image" Target="/ppt/media/image.png" Id="Rf30931c4fc03438f"/><Relationship Type="http://schemas.openxmlformats.org/officeDocument/2006/relationships/image" Target="/ppt/media/image.svg" Id="Rfa063c1269cb4744"/><Relationship Type="http://schemas.openxmlformats.org/officeDocument/2006/relationships/image" Target="/ppt/media/image6.png" Id="Rb82162699fc24f3f"/><Relationship Type="http://schemas.openxmlformats.org/officeDocument/2006/relationships/image" Target="/ppt/media/image6.svg" Id="R6943a3b2534549a0"/><Relationship Type="http://schemas.openxmlformats.org/officeDocument/2006/relationships/image" Target="/ppt/media/image3.png" Id="R7c7f19123ec449ec"/><Relationship Type="http://schemas.openxmlformats.org/officeDocument/2006/relationships/image" Target="/ppt/media/image3.svg" Id="R9b445c2e409b4be2"/><Relationship Type="http://schemas.openxmlformats.org/officeDocument/2006/relationships/notesSlide" Target="/ppt/notesSlides/notesSlide6.xml" Id="R481e8d0751a64683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8d6bbf0ba4894b10"/><Relationship Type="http://schemas.openxmlformats.org/officeDocument/2006/relationships/image" Target="/ppt/media/image2.png" Id="R747213620b8b4e51"/><Relationship Type="http://schemas.openxmlformats.org/officeDocument/2006/relationships/image" Target="/ppt/media/image2.svg" Id="R5a41177dbd674204"/><Relationship Type="http://schemas.openxmlformats.org/officeDocument/2006/relationships/image" Target="/ppt/media/image3.png" Id="Rafbc53bf915343ba"/><Relationship Type="http://schemas.openxmlformats.org/officeDocument/2006/relationships/image" Target="/ppt/media/image3.svg" Id="Rf8288dc7794749cf"/><Relationship Type="http://schemas.openxmlformats.org/officeDocument/2006/relationships/image" Target="/ppt/media/image.png" Id="R878d4f3777c045df"/><Relationship Type="http://schemas.openxmlformats.org/officeDocument/2006/relationships/image" Target="/ppt/media/image.svg" Id="R276623f6b8fa4385"/><Relationship Type="http://schemas.openxmlformats.org/officeDocument/2006/relationships/image" Target="/ppt/media/image.jpeg" Id="Ra44e3da473c84ec9"/><Relationship Type="http://schemas.openxmlformats.org/officeDocument/2006/relationships/notesSlide" Target="/ppt/notesSlides/notesSlide12.xml" Id="Rf36550fd42224c76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edc53d7098914b35"/><Relationship Type="http://schemas.openxmlformats.org/officeDocument/2006/relationships/image" Target="/ppt/media/image.png" Id="R7f7b832bbac84dab"/><Relationship Type="http://schemas.openxmlformats.org/officeDocument/2006/relationships/image" Target="/ppt/media/image.svg" Id="R9e74effd3a9c4155"/><Relationship Type="http://schemas.openxmlformats.org/officeDocument/2006/relationships/image" Target="/ppt/media/image6.png" Id="Rbe279947aa9b47ec"/><Relationship Type="http://schemas.openxmlformats.org/officeDocument/2006/relationships/image" Target="/ppt/media/image6.svg" Id="Reeafed34574b4769"/><Relationship Type="http://schemas.openxmlformats.org/officeDocument/2006/relationships/image" Target="/ppt/media/image3.png" Id="Rb895dd7a3ef74319"/><Relationship Type="http://schemas.openxmlformats.org/officeDocument/2006/relationships/image" Target="/ppt/media/image3.svg" Id="R7d245f6c687d415c"/><Relationship Type="http://schemas.openxmlformats.org/officeDocument/2006/relationships/notesSlide" Target="/ppt/notesSlides/notesSlide5.xml" Id="Rff2b49bb99f044f6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962c0b5d4ee4a06"/><Relationship Type="http://schemas.openxmlformats.org/officeDocument/2006/relationships/image" Target="/ppt/media/image2.png" Id="Rb3033ea3c85b4b36"/><Relationship Type="http://schemas.openxmlformats.org/officeDocument/2006/relationships/image" Target="/ppt/media/image2.svg" Id="R5b16fab7d73c4603"/><Relationship Type="http://schemas.openxmlformats.org/officeDocument/2006/relationships/image" Target="/ppt/media/image3.png" Id="R848be7afa7a84a94"/><Relationship Type="http://schemas.openxmlformats.org/officeDocument/2006/relationships/image" Target="/ppt/media/image3.svg" Id="R7a373d0b9f9b4a30"/><Relationship Type="http://schemas.openxmlformats.org/officeDocument/2006/relationships/image" Target="/ppt/media/image.png" Id="R5d91c4dda83540af"/><Relationship Type="http://schemas.openxmlformats.org/officeDocument/2006/relationships/image" Target="/ppt/media/image.svg" Id="R4315e143af9f4ff6"/><Relationship Type="http://schemas.openxmlformats.org/officeDocument/2006/relationships/image" Target="/ppt/media/image.jpeg" Id="R006f4dda61504839"/><Relationship Type="http://schemas.openxmlformats.org/officeDocument/2006/relationships/notesSlide" Target="/ppt/notesSlides/notesSlide11.xml" Id="Rce463bbb5ce64368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af1e0de6cc5f4c84"/><Relationship Type="http://schemas.openxmlformats.org/officeDocument/2006/relationships/image" Target="/ppt/media/image2.png" Id="R884111fe8fb94d52"/><Relationship Type="http://schemas.openxmlformats.org/officeDocument/2006/relationships/image" Target="/ppt/media/image2.svg" Id="R0a5e0d2493184645"/><Relationship Type="http://schemas.openxmlformats.org/officeDocument/2006/relationships/image" Target="/ppt/media/image3.png" Id="R3b55fb3d28364822"/><Relationship Type="http://schemas.openxmlformats.org/officeDocument/2006/relationships/image" Target="/ppt/media/image3.svg" Id="Rcb21fb84d5764497"/><Relationship Type="http://schemas.openxmlformats.org/officeDocument/2006/relationships/image" Target="/ppt/media/image.png" Id="R25bf9cded4b34431"/><Relationship Type="http://schemas.openxmlformats.org/officeDocument/2006/relationships/image" Target="/ppt/media/image.svg" Id="Ra202c0edaacc46fa"/><Relationship Type="http://schemas.openxmlformats.org/officeDocument/2006/relationships/image" Target="/ppt/media/image.jpeg" Id="Rdcef96fd375d4bda"/><Relationship Type="http://schemas.openxmlformats.org/officeDocument/2006/relationships/notesSlide" Target="/ppt/notesSlides/notesSlide10.xml" Id="R101d38132f32472f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90204d8a00fd4ec4"/><Relationship Type="http://schemas.openxmlformats.org/officeDocument/2006/relationships/image" Target="/ppt/media/image.png" Id="R6423523236a14c4d"/><Relationship Type="http://schemas.openxmlformats.org/officeDocument/2006/relationships/image" Target="/ppt/media/image.svg" Id="R470562801120480d"/><Relationship Type="http://schemas.openxmlformats.org/officeDocument/2006/relationships/image" Target="/ppt/media/image6.png" Id="R3d1986d136ca4c63"/><Relationship Type="http://schemas.openxmlformats.org/officeDocument/2006/relationships/image" Target="/ppt/media/image6.svg" Id="R75823927d4c74e67"/><Relationship Type="http://schemas.openxmlformats.org/officeDocument/2006/relationships/image" Target="/ppt/media/image3.png" Id="R09330c3e3b60404f"/><Relationship Type="http://schemas.openxmlformats.org/officeDocument/2006/relationships/image" Target="/ppt/media/image3.svg" Id="R84377317ac1544b3"/><Relationship Type="http://schemas.openxmlformats.org/officeDocument/2006/relationships/notesSlide" Target="/ppt/notesSlides/notesSlide4.xml" Id="R71716c465f4145e7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99379094930d4f1a"/><Relationship Type="http://schemas.openxmlformats.org/officeDocument/2006/relationships/image" Target="/ppt/media/image2.png" Id="R3b80261573424c6e"/><Relationship Type="http://schemas.openxmlformats.org/officeDocument/2006/relationships/image" Target="/ppt/media/image2.svg" Id="R250cccd8f0594489"/><Relationship Type="http://schemas.openxmlformats.org/officeDocument/2006/relationships/image" Target="/ppt/media/image3.png" Id="Rb30be5c266e44c85"/><Relationship Type="http://schemas.openxmlformats.org/officeDocument/2006/relationships/image" Target="/ppt/media/image3.svg" Id="Re811d318e3e84673"/><Relationship Type="http://schemas.openxmlformats.org/officeDocument/2006/relationships/image" Target="/ppt/media/image.png" Id="R0c3e7aa50b304cfe"/><Relationship Type="http://schemas.openxmlformats.org/officeDocument/2006/relationships/image" Target="/ppt/media/image.svg" Id="R10ed7319f2a449aa"/><Relationship Type="http://schemas.openxmlformats.org/officeDocument/2006/relationships/image" Target="/ppt/media/image.jpeg" Id="R5659a36a3b6e47ad"/><Relationship Type="http://schemas.openxmlformats.org/officeDocument/2006/relationships/notesSlide" Target="/ppt/notesSlides/notesSlide9.xml" Id="R9e7a69609dcf4d22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6fc40d2802bc48e7"/><Relationship Type="http://schemas.openxmlformats.org/officeDocument/2006/relationships/image" Target="/ppt/media/image.png" Id="Rd85a6a07ea8c43d8"/><Relationship Type="http://schemas.openxmlformats.org/officeDocument/2006/relationships/image" Target="/ppt/media/image.svg" Id="R640b44c186574d5b"/><Relationship Type="http://schemas.openxmlformats.org/officeDocument/2006/relationships/image" Target="/ppt/media/image6.png" Id="R7ed8cb6a78d04740"/><Relationship Type="http://schemas.openxmlformats.org/officeDocument/2006/relationships/image" Target="/ppt/media/image6.svg" Id="Rdc56dc2cc0784134"/><Relationship Type="http://schemas.openxmlformats.org/officeDocument/2006/relationships/image" Target="/ppt/media/image3.png" Id="R4cc3fde449e84b04"/><Relationship Type="http://schemas.openxmlformats.org/officeDocument/2006/relationships/image" Target="/ppt/media/image3.svg" Id="Rca78532bd3fd47f0"/><Relationship Type="http://schemas.openxmlformats.org/officeDocument/2006/relationships/notesSlide" Target="/ppt/notesSlides/notesSlide3.xml" Id="R3efde16248cb4a8a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ead7d631fd946ac"/><Relationship Type="http://schemas.openxmlformats.org/officeDocument/2006/relationships/image" Target="/ppt/media/image2.png" Id="R164593eb543a41cc"/><Relationship Type="http://schemas.openxmlformats.org/officeDocument/2006/relationships/image" Target="/ppt/media/image2.svg" Id="R9553a1d75f074555"/><Relationship Type="http://schemas.openxmlformats.org/officeDocument/2006/relationships/image" Target="/ppt/media/image3.png" Id="Ra2e321271d634162"/><Relationship Type="http://schemas.openxmlformats.org/officeDocument/2006/relationships/image" Target="/ppt/media/image3.svg" Id="R378498abb9504171"/><Relationship Type="http://schemas.openxmlformats.org/officeDocument/2006/relationships/image" Target="/ppt/media/image11.png" Id="Rd588474324c744d3"/><Relationship Type="http://schemas.openxmlformats.org/officeDocument/2006/relationships/image" Target="/ppt/media/image11.svg" Id="Rb119a2e6a8ec40bb"/><Relationship Type="http://schemas.openxmlformats.org/officeDocument/2006/relationships/notesSlide" Target="/ppt/notesSlides/notesSlide17.xml" Id="R041488d550204a89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036c5efacc144c2a"/><Relationship Type="http://schemas.openxmlformats.org/officeDocument/2006/relationships/image" Target="/ppt/media/image2.png" Id="R0768510ab0484eda"/><Relationship Type="http://schemas.openxmlformats.org/officeDocument/2006/relationships/image" Target="/ppt/media/image2.svg" Id="R1af8c02dd5ff4c6f"/><Relationship Type="http://schemas.openxmlformats.org/officeDocument/2006/relationships/image" Target="/ppt/media/image3.png" Id="R5f35266daf954692"/><Relationship Type="http://schemas.openxmlformats.org/officeDocument/2006/relationships/image" Target="/ppt/media/image3.svg" Id="Ra20188cb4b804dc0"/><Relationship Type="http://schemas.openxmlformats.org/officeDocument/2006/relationships/image" Target="/ppt/media/image11.png" Id="Rbec82ca2c87a410b"/><Relationship Type="http://schemas.openxmlformats.org/officeDocument/2006/relationships/image" Target="/ppt/media/image11.svg" Id="Rdd855ff722ec462c"/><Relationship Type="http://schemas.openxmlformats.org/officeDocument/2006/relationships/notesSlide" Target="/ppt/notesSlides/notesSlide16.xml" Id="Rb90c7cd844184f71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da14dbd888d4c5b"/><Relationship Type="http://schemas.openxmlformats.org/officeDocument/2006/relationships/image" Target="/ppt/media/image2.png" Id="R2723b4483d8a4282"/><Relationship Type="http://schemas.openxmlformats.org/officeDocument/2006/relationships/image" Target="/ppt/media/image2.svg" Id="R211084f895ab491e"/><Relationship Type="http://schemas.openxmlformats.org/officeDocument/2006/relationships/image" Target="/ppt/media/image3.png" Id="R2c1688ed414b4652"/><Relationship Type="http://schemas.openxmlformats.org/officeDocument/2006/relationships/image" Target="/ppt/media/image3.svg" Id="R7c29280f9e1a44f3"/><Relationship Type="http://schemas.openxmlformats.org/officeDocument/2006/relationships/image" Target="/ppt/media/image.png" Id="Rbb88158699724162"/><Relationship Type="http://schemas.openxmlformats.org/officeDocument/2006/relationships/image" Target="/ppt/media/image.svg" Id="Ra8e8c0f7a3554796"/><Relationship Type="http://schemas.openxmlformats.org/officeDocument/2006/relationships/image" Target="/ppt/media/image.jpeg" Id="R6fcce26dc87d4d15"/><Relationship Type="http://schemas.openxmlformats.org/officeDocument/2006/relationships/notesSlide" Target="/ppt/notesSlides/notesSlide8.xml" Id="R77abeda42d764381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2952788cd8a4446"/><Relationship Type="http://schemas.openxmlformats.org/officeDocument/2006/relationships/image" Target="/ppt/media/image.png" Id="R19ef0137841e4c97"/><Relationship Type="http://schemas.openxmlformats.org/officeDocument/2006/relationships/image" Target="/ppt/media/image.svg" Id="R7742b0e4f28d418f"/><Relationship Type="http://schemas.openxmlformats.org/officeDocument/2006/relationships/image" Target="/ppt/media/image6.png" Id="R1043317076c04939"/><Relationship Type="http://schemas.openxmlformats.org/officeDocument/2006/relationships/image" Target="/ppt/media/image6.svg" Id="Rc1a275be253449f7"/><Relationship Type="http://schemas.openxmlformats.org/officeDocument/2006/relationships/image" Target="/ppt/media/image3.png" Id="R18f7c78a2be44b06"/><Relationship Type="http://schemas.openxmlformats.org/officeDocument/2006/relationships/image" Target="/ppt/media/image3.svg" Id="Raf65a1c7fbeb48f6"/><Relationship Type="http://schemas.openxmlformats.org/officeDocument/2006/relationships/notesSlide" Target="/ppt/notesSlides/notesSlide2.xml" Id="R98d5e3e04f014d33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9619f4b3a5024b4d"/><Relationship Type="http://schemas.openxmlformats.org/officeDocument/2006/relationships/image" Target="/ppt/media/image2.png" Id="Rd45a2a7e9d6d43e5"/><Relationship Type="http://schemas.openxmlformats.org/officeDocument/2006/relationships/image" Target="/ppt/media/image2.svg" Id="R364b0720b0084efa"/><Relationship Type="http://schemas.openxmlformats.org/officeDocument/2006/relationships/image" Target="/ppt/media/image3.png" Id="R8b8e048ba09b4145"/><Relationship Type="http://schemas.openxmlformats.org/officeDocument/2006/relationships/image" Target="/ppt/media/image3.svg" Id="R3c8dee7ccd9749b2"/><Relationship Type="http://schemas.openxmlformats.org/officeDocument/2006/relationships/image" Target="/ppt/media/image11.png" Id="R92e66396cbf24ebd"/><Relationship Type="http://schemas.openxmlformats.org/officeDocument/2006/relationships/image" Target="/ppt/media/image11.svg" Id="R46f0de79e2e4471d"/><Relationship Type="http://schemas.openxmlformats.org/officeDocument/2006/relationships/notesSlide" Target="/ppt/notesSlides/notesSlide15.xml" Id="R00f483a60b674ffd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013713218ad74446"/><Relationship Type="http://schemas.openxmlformats.org/officeDocument/2006/relationships/image" Target="/ppt/media/image.png" Id="Rd2ab9ac748f144e6"/><Relationship Type="http://schemas.openxmlformats.org/officeDocument/2006/relationships/image" Target="/ppt/media/image.svg" Id="Rdb05768db2ed40a4"/><Relationship Type="http://schemas.openxmlformats.org/officeDocument/2006/relationships/image" Target="/ppt/media/image2.png" Id="R8dc4167a41bd4e3e"/><Relationship Type="http://schemas.openxmlformats.org/officeDocument/2006/relationships/image" Target="/ppt/media/image2.svg" Id="Rccd56932e24941ef"/><Relationship Type="http://schemas.openxmlformats.org/officeDocument/2006/relationships/image" Target="/ppt/media/image3.png" Id="Rbfe8d158254f4c10"/><Relationship Type="http://schemas.openxmlformats.org/officeDocument/2006/relationships/image" Target="/ppt/media/image3.svg" Id="R3f5fac6d29da4fea"/><Relationship Type="http://schemas.openxmlformats.org/officeDocument/2006/relationships/image" Target="/ppt/media/image4.png" Id="R59b97ac3eefe4ebf"/><Relationship Type="http://schemas.openxmlformats.org/officeDocument/2006/relationships/image" Target="/ppt/media/image4.svg" Id="R709818f4de894b34"/><Relationship Type="http://schemas.openxmlformats.org/officeDocument/2006/relationships/image" Target="/ppt/media/image5.png" Id="Rbd98cc43a6d442ef"/><Relationship Type="http://schemas.openxmlformats.org/officeDocument/2006/relationships/image" Target="/ppt/media/image5.svg" Id="R405e5b7855ba406b"/><Relationship Type="http://schemas.openxmlformats.org/officeDocument/2006/relationships/notesSlide" Target="/ppt/notesSlides/notesSlide20.xml" Id="R7974c9c933054e26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0f52a98a18e24c68"/><Relationship Type="http://schemas.openxmlformats.org/officeDocument/2006/relationships/image" Target="/ppt/media/image2.png" Id="Rf3894aa8e31545a5"/><Relationship Type="http://schemas.openxmlformats.org/officeDocument/2006/relationships/image" Target="/ppt/media/image2.svg" Id="Rd2a4f1366f8544d4"/><Relationship Type="http://schemas.openxmlformats.org/officeDocument/2006/relationships/image" Target="/ppt/media/image3.png" Id="R1fabb54c9f7d44da"/><Relationship Type="http://schemas.openxmlformats.org/officeDocument/2006/relationships/image" Target="/ppt/media/image3.svg" Id="R471c56b9817445d1"/><Relationship Type="http://schemas.openxmlformats.org/officeDocument/2006/relationships/image" Target="/ppt/media/image.png" Id="R13988187bc654def"/><Relationship Type="http://schemas.openxmlformats.org/officeDocument/2006/relationships/image" Target="/ppt/media/image.svg" Id="R66279b1c51a3486b"/><Relationship Type="http://schemas.openxmlformats.org/officeDocument/2006/relationships/image" Target="/ppt/media/image.jpeg" Id="R1cfdec57e21649e2"/><Relationship Type="http://schemas.openxmlformats.org/officeDocument/2006/relationships/notesSlide" Target="/ppt/notesSlides/notesSlide7.xml" Id="Rbf0d7bacc2ec494f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d4739ba82ded4c9a"/><Relationship Type="http://schemas.openxmlformats.org/officeDocument/2006/relationships/image" Target="/ppt/media/image2.png" Id="R9755cf9bf039423e"/><Relationship Type="http://schemas.openxmlformats.org/officeDocument/2006/relationships/image" Target="/ppt/media/image2.svg" Id="R94ebb15a03b547b7"/><Relationship Type="http://schemas.openxmlformats.org/officeDocument/2006/relationships/image" Target="/ppt/media/image3.png" Id="R3ac4a3322e8748de"/><Relationship Type="http://schemas.openxmlformats.org/officeDocument/2006/relationships/image" Target="/ppt/media/image3.svg" Id="R6d247084e2674cf1"/><Relationship Type="http://schemas.openxmlformats.org/officeDocument/2006/relationships/image" Target="/ppt/media/image11.png" Id="Ra8f8b7ce66a54382"/><Relationship Type="http://schemas.openxmlformats.org/officeDocument/2006/relationships/image" Target="/ppt/media/image11.svg" Id="Rf0ab33dc47d745e6"/><Relationship Type="http://schemas.openxmlformats.org/officeDocument/2006/relationships/notesSlide" Target="/ppt/notesSlides/notesSlide14.xml" Id="R423fc61217b54bbc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69a47c4c74dd41b1"/><Relationship Type="http://schemas.openxmlformats.org/officeDocument/2006/relationships/image" Target="/ppt/media/image.png" Id="Rcaade4a6a482402d"/><Relationship Type="http://schemas.openxmlformats.org/officeDocument/2006/relationships/image" Target="/ppt/media/image.svg" Id="Rf88c4cd2698c40f2"/><Relationship Type="http://schemas.openxmlformats.org/officeDocument/2006/relationships/image" Target="/ppt/media/image2.png" Id="R5f228554e8894ab3"/><Relationship Type="http://schemas.openxmlformats.org/officeDocument/2006/relationships/image" Target="/ppt/media/image2.svg" Id="Re5995bb3c2494c42"/><Relationship Type="http://schemas.openxmlformats.org/officeDocument/2006/relationships/image" Target="/ppt/media/image3.png" Id="R2183eaf041da47b3"/><Relationship Type="http://schemas.openxmlformats.org/officeDocument/2006/relationships/image" Target="/ppt/media/image3.svg" Id="R0bc4132324914639"/><Relationship Type="http://schemas.openxmlformats.org/officeDocument/2006/relationships/image" Target="/ppt/media/image4.png" Id="R5f9e152b78494d6d"/><Relationship Type="http://schemas.openxmlformats.org/officeDocument/2006/relationships/image" Target="/ppt/media/image4.svg" Id="Rf47cbd4ea89f48ec"/><Relationship Type="http://schemas.openxmlformats.org/officeDocument/2006/relationships/image" Target="/ppt/media/image5.png" Id="Reddf97cece6c46f6"/><Relationship Type="http://schemas.openxmlformats.org/officeDocument/2006/relationships/image" Target="/ppt/media/image5.svg" Id="R3fe9839984ff46f2"/><Relationship Type="http://schemas.openxmlformats.org/officeDocument/2006/relationships/notesSlide" Target="/ppt/notesSlides/notesSlide19.xml" Id="Rb17266a28a29465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C5173AD-95E3-426D-B44C-26D4C50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28240" y="-28240"/>
            <a:ext cx="4058320" cy="4114800"/>
          </a:xfrm>
          <a:custGeom xmlns:a="http://schemas.openxmlformats.org/drawingml/2006/main">
            <a:rect l="l" t="t" r="r" b="b"/>
            <a:pathLst>
              <a:path w="4058320" h="4114800">
                <a:moveTo>
                  <a:pt x="0" y="0"/>
                </a:moveTo>
                <a:lnTo>
                  <a:pt x="4058320" y="0"/>
                </a:lnTo>
                <a:lnTo>
                  <a:pt x="4058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637edf34e44d46">
              <a:extLst>
                <a:ext uri="{96DAC541-7B7A-43D3-8B79-37D633B846F1}">
                  <asvg:svgBlip xmlns:asvg="http://schemas.microsoft.com/office/drawing/2016/SVG/main" r:embed="Rf1d7691b003740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0C35DEC-2647-411E-BB7D-B5BF193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14201440" y="6200440"/>
            <a:ext cx="4058320" cy="4114800"/>
          </a:xfrm>
          <a:custGeom xmlns:a="http://schemas.openxmlformats.org/drawingml/2006/main">
            <a:rect l="l" t="t" r="r" b="b"/>
            <a:pathLst>
              <a:path w="4058320" h="4114800">
                <a:moveTo>
                  <a:pt x="405832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8320" y="0"/>
                </a:lnTo>
                <a:lnTo>
                  <a:pt x="405832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637edf34e44d46">
              <a:extLst>
                <a:ext uri="{96DAC541-7B7A-43D3-8B79-37D633B846F1}">
                  <asvg:svgBlip xmlns:asvg="http://schemas.microsoft.com/office/drawing/2016/SVG/main" r:embed="Rf1d7691b003740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C92405F-3FE2-441A-832D-3DF5845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97639" y="87721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1" y="0"/>
                </a:lnTo>
                <a:lnTo>
                  <a:pt x="834341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3e43686f194d7a">
              <a:extLst>
                <a:ext uri="{96DAC541-7B7A-43D3-8B79-37D633B846F1}">
                  <asvg:svgBlip xmlns:asvg="http://schemas.microsoft.com/office/drawing/2016/SVG/main" r:embed="Rd72f654c513d4f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4CEB19F-AB26-4986-90C2-3905D17F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143500"/>
            <a:ext cx="1866181" cy="186618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B5791E2-34E2-467F-88ED-49C58FF1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3654" y="5230977"/>
            <a:ext cx="1516272" cy="16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9BFAC81-3EE8-4633-85D7-4F7060C4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06650" y="5857863"/>
            <a:ext cx="1423732" cy="14237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D5C0A90-9FF2-4F39-8397-86D1574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0124" y="5924600"/>
            <a:ext cx="1156782" cy="1223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40A94D8-26A0-4211-B6EA-75814DB2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49468" y="1028700"/>
            <a:ext cx="1997983" cy="1997983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1D4BF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1FA61D-D45F-464A-964C-74A5B061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36778" y="1122355"/>
            <a:ext cx="1623361" cy="1717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2DD68A1-35B8-49BC-BBB7-542EFA8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37560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3e43686f194d7a">
              <a:extLst>
                <a:ext uri="{96DAC541-7B7A-43D3-8B79-37D633B846F1}">
                  <asvg:svgBlip xmlns:asvg="http://schemas.microsoft.com/office/drawing/2016/SVG/main" r:embed="Rd72f654c513d4f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FE75F50-DBF6-4BBB-ACD6-EBAB4414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382" flipH="1" flipV="0">
            <a:off x="548956" y="4453949"/>
            <a:ext cx="2768518" cy="2567172"/>
          </a:xfrm>
          <a:custGeom xmlns:a="http://schemas.openxmlformats.org/drawingml/2006/main">
            <a:rect l="l" t="t" r="r" b="b"/>
            <a:pathLst>
              <a:path w="2768518" h="2567172">
                <a:moveTo>
                  <a:pt x="2768518" y="0"/>
                </a:moveTo>
                <a:lnTo>
                  <a:pt x="0" y="0"/>
                </a:lnTo>
                <a:lnTo>
                  <a:pt x="0" y="2567171"/>
                </a:lnTo>
                <a:lnTo>
                  <a:pt x="2768518" y="2567171"/>
                </a:lnTo>
                <a:lnTo>
                  <a:pt x="27685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9a08bfbb0d42ae">
              <a:extLst>
                <a:ext uri="{96DAC541-7B7A-43D3-8B79-37D633B846F1}">
                  <asvg:svgBlip xmlns:asvg="http://schemas.microsoft.com/office/drawing/2016/SVG/main" r:embed="Rfd7fb9250b954a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C5CFE9A3-8A7F-4FD7-A708-C06CEB0D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07894" y="1028700"/>
            <a:ext cx="1481132" cy="1826508"/>
          </a:xfrm>
          <a:custGeom xmlns:a="http://schemas.openxmlformats.org/drawingml/2006/main">
            <a:rect l="l" t="t" r="r" b="b"/>
            <a:pathLst>
              <a:path w="1481132" h="1826508">
                <a:moveTo>
                  <a:pt x="0" y="0"/>
                </a:moveTo>
                <a:lnTo>
                  <a:pt x="1481132" y="0"/>
                </a:lnTo>
                <a:lnTo>
                  <a:pt x="1481132" y="1826508"/>
                </a:lnTo>
                <a:lnTo>
                  <a:pt x="0" y="18265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b7974248c44921">
              <a:extLst>
                <a:ext uri="{96DAC541-7B7A-43D3-8B79-37D633B846F1}">
                  <asvg:svgBlip xmlns:asvg="http://schemas.microsoft.com/office/drawing/2016/SVG/main" r:embed="R6457792bdcc642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96F1FCE-1CD0-4F04-8F4E-A816EB74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60926" flipH="0" flipV="0">
            <a:off x="15068795" y="5711001"/>
            <a:ext cx="1499443" cy="1530043"/>
          </a:xfrm>
          <a:custGeom xmlns:a="http://schemas.openxmlformats.org/drawingml/2006/main">
            <a:rect l="l" t="t" r="r" b="b"/>
            <a:pathLst>
              <a:path w="1499443" h="1530043">
                <a:moveTo>
                  <a:pt x="0" y="0"/>
                </a:moveTo>
                <a:lnTo>
                  <a:pt x="1499442" y="0"/>
                </a:lnTo>
                <a:lnTo>
                  <a:pt x="1499442" y="1530043"/>
                </a:lnTo>
                <a:lnTo>
                  <a:pt x="0" y="15300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ee8dbe5352478e">
              <a:extLst>
                <a:ext uri="{96DAC541-7B7A-43D3-8B79-37D633B846F1}">
                  <asvg:svgBlip xmlns:asvg="http://schemas.microsoft.com/office/drawing/2016/SVG/main" r:embed="Rc9f6879c4a0c4be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F83C86A6-CFDA-4671-8BF4-B1AABA59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767" y="6343863"/>
            <a:ext cx="6492240" cy="0"/>
          </a:xfrm>
          <a:prstGeom xmlns:a="http://schemas.openxmlformats.org/drawingml/2006/main" prst="line">
            <a:avLst/>
          </a:prstGeom>
          <a:ln xmlns:a="http://schemas.openxmlformats.org/drawingml/2006/main" w="38100" cap="flat">
            <a:solidFill>
              <a:srgbClr val="B4B9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91A3965-34B1-41D1-8171-7B262C4A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9202" y="6211932"/>
            <a:ext cx="263863" cy="263863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97ED1D5-61B3-4E90-AECC-9D03A81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3939" y="6224300"/>
            <a:ext cx="214388" cy="2267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2" name="{{topic}}">
            <a:extLst xmlns:a="http://schemas.openxmlformats.org/drawingml/2006/main">
              <a:ext uri="{FF2B5EF4-FFF2-40B4-BE49-F238E27FC236}">
                <a16:creationId xmlns:a16="http://schemas.microsoft.com/office/drawing/2014/main" id="{1C818950-7A19-41E6-B8DF-0A11396E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456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7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{{topic}}</a:t>
            </a:r>
          </a:p>
        </p:txBody>
      </p:sp>
      <p:sp>
        <p:nvSpPr>
          <p:cNvPr id="23" name="{{muallif}}">
            <a:extLst xmlns:a="http://schemas.openxmlformats.org/drawingml/2006/main">
              <a:ext uri="{FF2B5EF4-FFF2-40B4-BE49-F238E27FC236}">
                <a16:creationId xmlns:a16="http://schemas.microsoft.com/office/drawing/2014/main" id="{D928004F-6110-4A12-84A3-7516B446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85800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8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{{muallif}}</a:t>
            </a:r>
          </a:p>
        </p:txBody>
      </p:sp>
      <p:sp>
        <p:nvSpPr>
          <p:cNvPr id="24" name="static_01 / 20">
            <a:extLst xmlns:a="http://schemas.openxmlformats.org/drawingml/2006/main">
              <a:ext uri="{FF2B5EF4-FFF2-40B4-BE49-F238E27FC236}">
                <a16:creationId xmlns:a16="http://schemas.microsoft.com/office/drawing/2014/main" id="{71DB7F1B-9637-4D3A-AEEB-9741C39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190360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0D3CBC3-94D5-4DCA-8890-745337D0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dba37c0a0284d61">
              <a:extLst>
                <a:ext uri="{96DAC541-7B7A-43D3-8B79-37D633B846F1}">
                  <asvg:svgBlip xmlns:asvg="http://schemas.microsoft.com/office/drawing/2016/SVG/main" r:embed="R76a8f2fadba645c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36F06D9-98F2-450B-8AF0-D261F7E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2685" y="2598814"/>
            <a:ext cx="7504692" cy="3110668"/>
          </a:xfrm>
          <a:custGeom xmlns:a="http://schemas.openxmlformats.org/drawingml/2006/main">
            <a:rect l="l" t="t" r="r" b="b"/>
            <a:pathLst>
              <a:path w="672441" h="278724">
                <a:moveTo>
                  <a:pt x="20149" y="0"/>
                </a:moveTo>
                <a:lnTo>
                  <a:pt x="652292" y="0"/>
                </a:lnTo>
                <a:cubicBezTo>
                  <a:pt x="663420" y="0"/>
                  <a:pt x="672441" y="9021"/>
                  <a:pt x="672441" y="20149"/>
                </a:cubicBezTo>
                <a:lnTo>
                  <a:pt x="672441" y="258576"/>
                </a:lnTo>
                <a:cubicBezTo>
                  <a:pt x="672441" y="269704"/>
                  <a:pt x="663420" y="278724"/>
                  <a:pt x="652292" y="278724"/>
                </a:cubicBezTo>
                <a:lnTo>
                  <a:pt x="20149" y="278724"/>
                </a:lnTo>
                <a:cubicBezTo>
                  <a:pt x="9021" y="278724"/>
                  <a:pt x="0" y="269704"/>
                  <a:pt x="0" y="258576"/>
                </a:cubicBezTo>
                <a:lnTo>
                  <a:pt x="0" y="20149"/>
                </a:lnTo>
                <a:cubicBezTo>
                  <a:pt x="0" y="9021"/>
                  <a:pt x="9021" y="0"/>
                  <a:pt x="20149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D3846FB-36B9-4A0C-9239-0FAC4E2D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2685" y="2173604"/>
            <a:ext cx="7504692" cy="3535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7DDA178-B9D7-40F7-9218-4697F32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352" y="3373010"/>
            <a:ext cx="1806451" cy="180645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51CCDE6-2079-45E5-87EF-609D1B09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1706" y="3457687"/>
            <a:ext cx="1467741" cy="15524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2702868-D93B-4094-8F28-AEEC7293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6002" y="2598814"/>
            <a:ext cx="7504692" cy="3110668"/>
          </a:xfrm>
          <a:custGeom xmlns:a="http://schemas.openxmlformats.org/drawingml/2006/main">
            <a:rect l="l" t="t" r="r" b="b"/>
            <a:pathLst>
              <a:path w="672441" h="278724">
                <a:moveTo>
                  <a:pt x="20149" y="0"/>
                </a:moveTo>
                <a:lnTo>
                  <a:pt x="652292" y="0"/>
                </a:lnTo>
                <a:cubicBezTo>
                  <a:pt x="663420" y="0"/>
                  <a:pt x="672441" y="9021"/>
                  <a:pt x="672441" y="20149"/>
                </a:cubicBezTo>
                <a:lnTo>
                  <a:pt x="672441" y="258576"/>
                </a:lnTo>
                <a:cubicBezTo>
                  <a:pt x="672441" y="269704"/>
                  <a:pt x="663420" y="278724"/>
                  <a:pt x="652292" y="278724"/>
                </a:cubicBezTo>
                <a:lnTo>
                  <a:pt x="20149" y="278724"/>
                </a:lnTo>
                <a:cubicBezTo>
                  <a:pt x="9021" y="278724"/>
                  <a:pt x="0" y="269704"/>
                  <a:pt x="0" y="258576"/>
                </a:cubicBezTo>
                <a:lnTo>
                  <a:pt x="0" y="20149"/>
                </a:lnTo>
                <a:cubicBezTo>
                  <a:pt x="0" y="9021"/>
                  <a:pt x="9021" y="0"/>
                  <a:pt x="20149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6A763D9-D8D3-4B3F-B63F-911638E5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6002" y="2173604"/>
            <a:ext cx="7504692" cy="3535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956578E-319F-42E7-9D41-D0AAD074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5670" y="3373010"/>
            <a:ext cx="1806451" cy="180645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A2A204E-B467-44A6-812F-029C81FD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5024" y="3457687"/>
            <a:ext cx="1467741" cy="15524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9C7C1CA-02E1-43DE-B1FE-98CC42F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305" y="6147632"/>
            <a:ext cx="7504692" cy="3110668"/>
          </a:xfrm>
          <a:custGeom xmlns:a="http://schemas.openxmlformats.org/drawingml/2006/main">
            <a:rect l="l" t="t" r="r" b="b"/>
            <a:pathLst>
              <a:path w="672441" h="278724">
                <a:moveTo>
                  <a:pt x="20149" y="0"/>
                </a:moveTo>
                <a:lnTo>
                  <a:pt x="652292" y="0"/>
                </a:lnTo>
                <a:cubicBezTo>
                  <a:pt x="663420" y="0"/>
                  <a:pt x="672441" y="9021"/>
                  <a:pt x="672441" y="20149"/>
                </a:cubicBezTo>
                <a:lnTo>
                  <a:pt x="672441" y="258576"/>
                </a:lnTo>
                <a:cubicBezTo>
                  <a:pt x="672441" y="269704"/>
                  <a:pt x="663420" y="278724"/>
                  <a:pt x="652292" y="278724"/>
                </a:cubicBezTo>
                <a:lnTo>
                  <a:pt x="20149" y="278724"/>
                </a:lnTo>
                <a:cubicBezTo>
                  <a:pt x="9021" y="278724"/>
                  <a:pt x="0" y="269704"/>
                  <a:pt x="0" y="258576"/>
                </a:cubicBezTo>
                <a:lnTo>
                  <a:pt x="0" y="20149"/>
                </a:lnTo>
                <a:cubicBezTo>
                  <a:pt x="0" y="9021"/>
                  <a:pt x="9021" y="0"/>
                  <a:pt x="20149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4B4A8F-56F0-463F-94A2-3E0E7C16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305" y="5722422"/>
            <a:ext cx="7504692" cy="3535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5828CB6-8537-46AA-99D2-FBFC45C1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6972" y="6921828"/>
            <a:ext cx="1806451" cy="180645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0A75E1C-F054-47E1-9C6E-4EA16CC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6326" y="7006505"/>
            <a:ext cx="1467741" cy="15524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FBC95AB-36E5-453C-919C-127D4D2B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0623" y="6147632"/>
            <a:ext cx="7504692" cy="3110668"/>
          </a:xfrm>
          <a:custGeom xmlns:a="http://schemas.openxmlformats.org/drawingml/2006/main">
            <a:rect l="l" t="t" r="r" b="b"/>
            <a:pathLst>
              <a:path w="672441" h="278724">
                <a:moveTo>
                  <a:pt x="20149" y="0"/>
                </a:moveTo>
                <a:lnTo>
                  <a:pt x="652292" y="0"/>
                </a:lnTo>
                <a:cubicBezTo>
                  <a:pt x="663420" y="0"/>
                  <a:pt x="672441" y="9021"/>
                  <a:pt x="672441" y="20149"/>
                </a:cubicBezTo>
                <a:lnTo>
                  <a:pt x="672441" y="258576"/>
                </a:lnTo>
                <a:cubicBezTo>
                  <a:pt x="672441" y="269704"/>
                  <a:pt x="663420" y="278724"/>
                  <a:pt x="652292" y="278724"/>
                </a:cubicBezTo>
                <a:lnTo>
                  <a:pt x="20149" y="278724"/>
                </a:lnTo>
                <a:cubicBezTo>
                  <a:pt x="9021" y="278724"/>
                  <a:pt x="0" y="269704"/>
                  <a:pt x="0" y="258576"/>
                </a:cubicBezTo>
                <a:lnTo>
                  <a:pt x="0" y="20149"/>
                </a:lnTo>
                <a:cubicBezTo>
                  <a:pt x="0" y="9021"/>
                  <a:pt x="9021" y="0"/>
                  <a:pt x="20149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77114BF-960A-495A-A783-3472D45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0623" y="5722422"/>
            <a:ext cx="7504692" cy="3535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782E24D7-78DF-48BC-999D-2D2FD9F3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90290" y="6921828"/>
            <a:ext cx="1806451" cy="180645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64AB804-9E26-4DE9-B775-DB65ADD9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9644" y="7006505"/>
            <a:ext cx="1467741" cy="15524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7" name="{{image_2}}" descr="{{image_2}}">
            <a:extLst xmlns:a="http://schemas.openxmlformats.org/drawingml/2006/main">
              <a:ext uri="{FF2B5EF4-FFF2-40B4-BE49-F238E27FC236}">
                <a16:creationId xmlns:a16="http://schemas.microsoft.com/office/drawing/2014/main" id="{D836D6F9-C8C9-4C64-9414-EB45402A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2845" y="3716563"/>
            <a:ext cx="1084749" cy="1119347"/>
          </a:xfrm>
          <a:custGeom xmlns:a="http://schemas.openxmlformats.org/drawingml/2006/main">
            <a:rect l="l" t="t" r="r" b="b"/>
            <a:pathLst>
              <a:path w="1084749" h="1119347">
                <a:moveTo>
                  <a:pt x="0" y="0"/>
                </a:moveTo>
                <a:lnTo>
                  <a:pt x="1084749" y="0"/>
                </a:lnTo>
                <a:lnTo>
                  <a:pt x="1084749" y="1119346"/>
                </a:lnTo>
                <a:lnTo>
                  <a:pt x="0" y="111934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7b6c839f9ab4422">
              <a:extLst>
                <a:ext uri="{96DAC541-7B7A-43D3-8B79-37D633B846F1}">
                  <asvg:svgBlip xmlns:asvg="http://schemas.microsoft.com/office/drawing/2016/SVG/main" r:embed="R39470a9d382042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162D471-173E-4B57-A294-25196556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7995" y="3650715"/>
            <a:ext cx="1251042" cy="1251042"/>
          </a:xfrm>
          <a:custGeom xmlns:a="http://schemas.openxmlformats.org/drawingml/2006/main">
            <a:rect l="l" t="t" r="r" b="b"/>
            <a:pathLst>
              <a:path w="1251042" h="1251042">
                <a:moveTo>
                  <a:pt x="0" y="0"/>
                </a:moveTo>
                <a:lnTo>
                  <a:pt x="1251041" y="0"/>
                </a:lnTo>
                <a:lnTo>
                  <a:pt x="1251041" y="1251042"/>
                </a:lnTo>
                <a:lnTo>
                  <a:pt x="0" y="125104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37944871e04d99">
              <a:extLst>
                <a:ext uri="{96DAC541-7B7A-43D3-8B79-37D633B846F1}">
                  <asvg:svgBlip xmlns:asvg="http://schemas.microsoft.com/office/drawing/2016/SVG/main" r:embed="R693cfaa0e27b4f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87FC798-0A16-4033-B080-6A166259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8225" y="7269253"/>
            <a:ext cx="1089369" cy="1111601"/>
          </a:xfrm>
          <a:custGeom xmlns:a="http://schemas.openxmlformats.org/drawingml/2006/main">
            <a:rect l="l" t="t" r="r" b="b"/>
            <a:pathLst>
              <a:path w="1089369" h="1111601">
                <a:moveTo>
                  <a:pt x="0" y="0"/>
                </a:moveTo>
                <a:lnTo>
                  <a:pt x="1089369" y="0"/>
                </a:lnTo>
                <a:lnTo>
                  <a:pt x="1089369" y="1111601"/>
                </a:lnTo>
                <a:lnTo>
                  <a:pt x="0" y="111160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93aa3993824b5f">
              <a:extLst>
                <a:ext uri="{96DAC541-7B7A-43D3-8B79-37D633B846F1}">
                  <asvg:svgBlip xmlns:asvg="http://schemas.microsoft.com/office/drawing/2016/SVG/main" r:embed="R398d277d9b834f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8806B89-6F30-4D82-9440-7282B28A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3601" y="7205678"/>
            <a:ext cx="819829" cy="1238752"/>
          </a:xfrm>
          <a:custGeom xmlns:a="http://schemas.openxmlformats.org/drawingml/2006/main">
            <a:rect l="l" t="t" r="r" b="b"/>
            <a:pathLst>
              <a:path w="819829" h="1238752">
                <a:moveTo>
                  <a:pt x="0" y="0"/>
                </a:moveTo>
                <a:lnTo>
                  <a:pt x="819829" y="0"/>
                </a:lnTo>
                <a:lnTo>
                  <a:pt x="819829" y="1238752"/>
                </a:lnTo>
                <a:lnTo>
                  <a:pt x="0" y="12387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5e853ba3ef64db9">
              <a:extLst>
                <a:ext uri="{96DAC541-7B7A-43D3-8B79-37D633B846F1}">
                  <asvg:svgBlip xmlns:asvg="http://schemas.microsoft.com/office/drawing/2016/SVG/main" r:embed="Rf51efeb5b393417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1" name="{{reja}}">
            <a:extLst xmlns:a="http://schemas.openxmlformats.org/drawingml/2006/main">
              <a:ext uri="{FF2B5EF4-FFF2-40B4-BE49-F238E27FC236}">
                <a16:creationId xmlns:a16="http://schemas.microsoft.com/office/drawing/2014/main" id="{242C8791-F4FA-461D-8A1B-B6C6B1E7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097280"/>
            <a:ext cx="1463040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6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{{reja}}</a:t>
            </a:r>
          </a:p>
        </p:txBody>
      </p:sp>
      <p:sp>
        <p:nvSpPr>
          <p:cNvPr id="32" name="{{reja_1}}">
            <a:extLst xmlns:a="http://schemas.openxmlformats.org/drawingml/2006/main">
              <a:ext uri="{FF2B5EF4-FFF2-40B4-BE49-F238E27FC236}">
                <a16:creationId xmlns:a16="http://schemas.microsoft.com/office/drawing/2014/main" id="{37B10059-196E-480B-9D69-0619FE30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200400"/>
            <a:ext cx="4526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{{reja_1}}</a:t>
            </a:r>
          </a:p>
        </p:txBody>
      </p:sp>
      <p:sp>
        <p:nvSpPr>
          <p:cNvPr id="33" name="{{reja_2}}">
            <a:extLst xmlns:a="http://schemas.openxmlformats.org/drawingml/2006/main">
              <a:ext uri="{FF2B5EF4-FFF2-40B4-BE49-F238E27FC236}">
                <a16:creationId xmlns:a16="http://schemas.microsoft.com/office/drawing/2014/main" id="{A1BF9226-C66D-49A8-A072-3BB09071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0" y="3200400"/>
            <a:ext cx="4526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{{reja_2}}</a:t>
            </a:r>
          </a:p>
        </p:txBody>
      </p:sp>
      <p:sp>
        <p:nvSpPr>
          <p:cNvPr id="34" name="{{reja_3}}">
            <a:extLst xmlns:a="http://schemas.openxmlformats.org/drawingml/2006/main">
              <a:ext uri="{FF2B5EF4-FFF2-40B4-BE49-F238E27FC236}">
                <a16:creationId xmlns:a16="http://schemas.microsoft.com/office/drawing/2014/main" id="{74D19301-5B7D-49E2-9E5A-6712CBE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6766560"/>
            <a:ext cx="4526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{{reja_3}}</a:t>
            </a:r>
          </a:p>
        </p:txBody>
      </p:sp>
      <p:sp>
        <p:nvSpPr>
          <p:cNvPr id="35" name="{{reja_4}}">
            <a:extLst xmlns:a="http://schemas.openxmlformats.org/drawingml/2006/main">
              <a:ext uri="{FF2B5EF4-FFF2-40B4-BE49-F238E27FC236}">
                <a16:creationId xmlns:a16="http://schemas.microsoft.com/office/drawing/2014/main" id="{F13D2B98-1B22-45B4-8CBE-7AD6058D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0" y="6766560"/>
            <a:ext cx="4526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{{reja_4}}</a:t>
            </a:r>
          </a:p>
        </p:txBody>
      </p:sp>
      <p:sp>
        <p:nvSpPr>
          <p:cNvPr id="36" name="static_02 / 20">
            <a:extLst xmlns:a="http://schemas.openxmlformats.org/drawingml/2006/main">
              <a:ext uri="{FF2B5EF4-FFF2-40B4-BE49-F238E27FC236}">
                <a16:creationId xmlns:a16="http://schemas.microsoft.com/office/drawing/2014/main" id="{432A1459-333C-4C05-B0F4-961870BA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1251495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E25B5D1-7D3F-4044-B04D-C71DD51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28abbf219947f3">
              <a:extLst>
                <a:ext uri="{96DAC541-7B7A-43D3-8B79-37D633B846F1}">
                  <asvg:svgBlip xmlns:asvg="http://schemas.microsoft.com/office/drawing/2016/SVG/main" r:embed="R5f77aee3c35f475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840186E-E3D4-4121-BB00-40458C6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783153"/>
            <a:ext cx="14881190" cy="5879554"/>
          </a:xfrm>
          <a:custGeom xmlns:a="http://schemas.openxmlformats.org/drawingml/2006/main">
            <a:rect l="l" t="t" r="r" b="b"/>
            <a:pathLst>
              <a:path w="1333396" h="526824">
                <a:moveTo>
                  <a:pt x="10161" y="0"/>
                </a:moveTo>
                <a:lnTo>
                  <a:pt x="1323235" y="0"/>
                </a:lnTo>
                <a:cubicBezTo>
                  <a:pt x="1328846" y="0"/>
                  <a:pt x="1333396" y="4549"/>
                  <a:pt x="1333396" y="10161"/>
                </a:cubicBezTo>
                <a:lnTo>
                  <a:pt x="1333396" y="516663"/>
                </a:lnTo>
                <a:cubicBezTo>
                  <a:pt x="1333396" y="519358"/>
                  <a:pt x="1332325" y="521943"/>
                  <a:pt x="1330420" y="523848"/>
                </a:cubicBezTo>
                <a:cubicBezTo>
                  <a:pt x="1328514" y="525754"/>
                  <a:pt x="1325929" y="526824"/>
                  <a:pt x="1323235" y="526824"/>
                </a:cubicBezTo>
                <a:lnTo>
                  <a:pt x="10161" y="526824"/>
                </a:lnTo>
                <a:cubicBezTo>
                  <a:pt x="7466" y="526824"/>
                  <a:pt x="4882" y="525754"/>
                  <a:pt x="2976" y="523848"/>
                </a:cubicBezTo>
                <a:cubicBezTo>
                  <a:pt x="1071" y="521943"/>
                  <a:pt x="0" y="519358"/>
                  <a:pt x="0" y="516663"/>
                </a:cubicBezTo>
                <a:lnTo>
                  <a:pt x="0" y="10161"/>
                </a:lnTo>
                <a:cubicBezTo>
                  <a:pt x="0" y="4549"/>
                  <a:pt x="4549" y="0"/>
                  <a:pt x="10161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050D07E-65E1-4E59-B31A-98B2874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357943"/>
            <a:ext cx="14881190" cy="6304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55A3B76-7CCE-4BC4-AD94-0E193E00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8960" flipH="1" flipV="0">
            <a:off x="14750812" y="62398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cf56a68ee14f3e">
              <a:extLst>
                <a:ext uri="{96DAC541-7B7A-43D3-8B79-37D633B846F1}">
                  <asvg:svgBlip xmlns:asvg="http://schemas.microsoft.com/office/drawing/2016/SVG/main" r:embed="R6c9fee011e0244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7751581-DBE5-41FA-B008-2663C55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8229600"/>
            <a:ext cx="2091627" cy="2057400"/>
          </a:xfrm>
          <a:custGeom xmlns:a="http://schemas.openxmlformats.org/drawingml/2006/main">
            <a:rect l="l" t="t" r="r" b="b"/>
            <a:pathLst>
              <a:path w="2091627" h="2057400">
                <a:moveTo>
                  <a:pt x="2091627" y="0"/>
                </a:moveTo>
                <a:lnTo>
                  <a:pt x="0" y="0"/>
                </a:lnTo>
                <a:lnTo>
                  <a:pt x="0" y="2057400"/>
                </a:lnTo>
                <a:lnTo>
                  <a:pt x="2091627" y="2057400"/>
                </a:lnTo>
                <a:lnTo>
                  <a:pt x="209162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49a511086f4b1a">
              <a:extLst>
                <a:ext uri="{96DAC541-7B7A-43D3-8B79-37D633B846F1}">
                  <asvg:svgBlip xmlns:asvg="http://schemas.microsoft.com/office/drawing/2016/SVG/main" r:embed="Rc4d9e419cbb44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{{kirish}}">
            <a:extLst xmlns:a="http://schemas.openxmlformats.org/drawingml/2006/main">
              <a:ext uri="{FF2B5EF4-FFF2-40B4-BE49-F238E27FC236}">
                <a16:creationId xmlns:a16="http://schemas.microsoft.com/office/drawing/2014/main" id="{76854CF2-991B-4011-8098-E63BBFC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554480"/>
            <a:ext cx="133502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6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{{kirish}}</a:t>
            </a:r>
          </a:p>
        </p:txBody>
      </p:sp>
      <p:sp>
        <p:nvSpPr>
          <p:cNvPr id="10" name="{{fraza}}">
            <a:extLst xmlns:a="http://schemas.openxmlformats.org/drawingml/2006/main">
              <a:ext uri="{FF2B5EF4-FFF2-40B4-BE49-F238E27FC236}">
                <a16:creationId xmlns:a16="http://schemas.microsoft.com/office/drawing/2014/main" id="{A34051A5-75BA-4905-A1EA-415A805A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123444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40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{{fraza}}</a:t>
            </a:r>
          </a:p>
        </p:txBody>
      </p:sp>
      <p:sp>
        <p:nvSpPr>
          <p:cNvPr id="11" name="static_03 / 20">
            <a:extLst xmlns:a="http://schemas.openxmlformats.org/drawingml/2006/main">
              <a:ext uri="{FF2B5EF4-FFF2-40B4-BE49-F238E27FC236}">
                <a16:creationId xmlns:a16="http://schemas.microsoft.com/office/drawing/2014/main" id="{08F8E8B7-9C1E-4462-8EEA-9C24941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1586788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B6E2754-E229-4592-A427-78EFE8D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0"/>
            <a:ext cx="9144000" cy="10287011"/>
          </a:xfrm>
          <a:custGeom xmlns:a="http://schemas.openxmlformats.org/drawingml/2006/main">
            <a:rect l="l" t="t" r="r" b="b"/>
            <a:pathLst>
              <a:path w="819328" h="921744">
                <a:moveTo>
                  <a:pt x="0" y="0"/>
                </a:moveTo>
                <a:lnTo>
                  <a:pt x="819328" y="0"/>
                </a:lnTo>
                <a:lnTo>
                  <a:pt x="819328" y="921744"/>
                </a:lnTo>
                <a:lnTo>
                  <a:pt x="0" y="921744"/>
                </a:ln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67436AA-476A-4633-BFB6-BBFE7DDF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-425210"/>
            <a:ext cx="9144000" cy="10712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E7B3E0E-3DB8-426A-8B50-9F84420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463965" y="7423663"/>
            <a:ext cx="2824035" cy="2863337"/>
          </a:xfrm>
          <a:custGeom xmlns:a="http://schemas.openxmlformats.org/drawingml/2006/main">
            <a:rect l="l" t="t" r="r" b="b"/>
            <a:pathLst>
              <a:path w="2824035" h="2863337">
                <a:moveTo>
                  <a:pt x="2824035" y="0"/>
                </a:moveTo>
                <a:lnTo>
                  <a:pt x="0" y="0"/>
                </a:lnTo>
                <a:lnTo>
                  <a:pt x="0" y="2863337"/>
                </a:lnTo>
                <a:lnTo>
                  <a:pt x="2824035" y="2863337"/>
                </a:lnTo>
                <a:lnTo>
                  <a:pt x="282403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0931c4fc03438f">
              <a:extLst>
                <a:ext uri="{96DAC541-7B7A-43D3-8B79-37D633B846F1}">
                  <asvg:svgBlip xmlns:asvg="http://schemas.microsoft.com/office/drawing/2016/SVG/main" r:embed="Rfa063c1269cb47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7AA7D67-A334-47D5-B395-7C1B9540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1792"/>
            <a:ext cx="4428746" cy="0"/>
          </a:xfrm>
          <a:prstGeom xmlns:a="http://schemas.openxmlformats.org/drawingml/2006/main" prst="line">
            <a:avLst/>
          </a:prstGeom>
          <a:ln xmlns:a="http://schemas.openxmlformats.org/drawingml/2006/main" w="38100" cap="flat">
            <a:solidFill>
              <a:srgbClr val="B4B9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71B0E6C-0188-4025-A6B1-BD106EB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7107" y="3595826"/>
            <a:ext cx="131932" cy="1319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04A3DBE-8BD0-4D50-B2C0-D115FFB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9475" y="3602010"/>
            <a:ext cx="107194" cy="11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{{image_8}}" descr="{{image_8}}">
            <a:extLst xmlns:a="http://schemas.openxmlformats.org/drawingml/2006/main">
              <a:ext uri="{FF2B5EF4-FFF2-40B4-BE49-F238E27FC236}">
                <a16:creationId xmlns:a16="http://schemas.microsoft.com/office/drawing/2014/main" id="{1C60767B-417B-4424-ACE2-1D911EE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2880" y="2542435"/>
            <a:ext cx="3787715" cy="5496684"/>
          </a:xfrm>
          <a:custGeom xmlns:a="http://schemas.openxmlformats.org/drawingml/2006/main">
            <a:rect l="l" t="t" r="r" b="b"/>
            <a:pathLst>
              <a:path w="3787715" h="5496684">
                <a:moveTo>
                  <a:pt x="0" y="0"/>
                </a:moveTo>
                <a:lnTo>
                  <a:pt x="3787715" y="0"/>
                </a:lnTo>
                <a:lnTo>
                  <a:pt x="3787715" y="5496684"/>
                </a:lnTo>
                <a:lnTo>
                  <a:pt x="0" y="54966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2162699fc24f3f">
              <a:extLst>
                <a:ext uri="{96DAC541-7B7A-43D3-8B79-37D633B846F1}">
                  <asvg:svgBlip xmlns:asvg="http://schemas.microsoft.com/office/drawing/2016/SVG/main" r:embed="R6943a3b2534549a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E0A5A73-A3B0-42FB-93AF-5B9B5FD1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382" flipH="1" flipV="0">
            <a:off x="8438327" y="34154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c7f19123ec449ec">
              <a:extLst>
                <a:ext uri="{96DAC541-7B7A-43D3-8B79-37D633B846F1}">
                  <asvg:svgBlip xmlns:asvg="http://schemas.microsoft.com/office/drawing/2016/SVG/main" r:embed="R9b445c2e409b4be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{{kirish}}">
            <a:extLst xmlns:a="http://schemas.openxmlformats.org/drawingml/2006/main">
              <a:ext uri="{FF2B5EF4-FFF2-40B4-BE49-F238E27FC236}">
                <a16:creationId xmlns:a16="http://schemas.microsoft.com/office/drawing/2014/main" id="{A11C0C8A-D471-457D-BA5F-82700258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{{kirish}}</a:t>
            </a:r>
          </a:p>
        </p:txBody>
      </p:sp>
      <p:sp>
        <p:nvSpPr>
          <p:cNvPr id="16" name="{{kirish_matni}}">
            <a:extLst xmlns:a="http://schemas.openxmlformats.org/drawingml/2006/main">
              <a:ext uri="{FF2B5EF4-FFF2-40B4-BE49-F238E27FC236}">
                <a16:creationId xmlns:a16="http://schemas.microsoft.com/office/drawing/2014/main" id="{38693C34-996B-4545-BFFE-928400D9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{{kirish_matni}}</a:t>
            </a:r>
          </a:p>
        </p:txBody>
      </p:sp>
      <p:sp>
        <p:nvSpPr>
          <p:cNvPr id="17" name="static_04 / 20">
            <a:extLst xmlns:a="http://schemas.openxmlformats.org/drawingml/2006/main">
              <a:ext uri="{FF2B5EF4-FFF2-40B4-BE49-F238E27FC236}">
                <a16:creationId xmlns:a16="http://schemas.microsoft.com/office/drawing/2014/main" id="{CF6F9F38-628F-4ABA-9DE5-B4CE60F2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542375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01B6D0-8BFE-4E00-A1CC-C117EB8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7213620b8b4e51">
              <a:extLst>
                <a:ext uri="{96DAC541-7B7A-43D3-8B79-37D633B846F1}">
                  <asvg:svgBlip xmlns:asvg="http://schemas.microsoft.com/office/drawing/2016/SVG/main" r:embed="R5a41177dbd6742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0D7ECB5-EB89-428F-88E0-C20AF5DB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30127" flipH="1" flipV="0">
            <a:off x="14036011" y="4808280"/>
            <a:ext cx="2850666" cy="2643345"/>
          </a:xfrm>
          <a:custGeom xmlns:a="http://schemas.openxmlformats.org/drawingml/2006/main">
            <a:rect l="l" t="t" r="r" b="b"/>
            <a:pathLst>
              <a:path w="2850666" h="2643345">
                <a:moveTo>
                  <a:pt x="2850665" y="0"/>
                </a:moveTo>
                <a:lnTo>
                  <a:pt x="0" y="0"/>
                </a:lnTo>
                <a:lnTo>
                  <a:pt x="0" y="2643345"/>
                </a:lnTo>
                <a:lnTo>
                  <a:pt x="2850665" y="2643345"/>
                </a:lnTo>
                <a:lnTo>
                  <a:pt x="285066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bc53bf915343ba">
              <a:extLst>
                <a:ext uri="{96DAC541-7B7A-43D3-8B79-37D633B846F1}">
                  <asvg:svgBlip xmlns:asvg="http://schemas.microsoft.com/office/drawing/2016/SVG/main" r:embed="Rf8288dc7794749c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BF3A2F9-8AD6-4481-9C0E-FE2A4D2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122308"/>
            <a:ext cx="2137535" cy="2167284"/>
          </a:xfrm>
          <a:custGeom xmlns:a="http://schemas.openxmlformats.org/drawingml/2006/main">
            <a:rect l="l" t="t" r="r" b="b"/>
            <a:pathLst>
              <a:path w="2137535" h="2167284">
                <a:moveTo>
                  <a:pt x="0" y="0"/>
                </a:moveTo>
                <a:lnTo>
                  <a:pt x="2137535" y="0"/>
                </a:lnTo>
                <a:lnTo>
                  <a:pt x="2137535" y="2167284"/>
                </a:lnTo>
                <a:lnTo>
                  <a:pt x="0" y="2167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8d4f3777c045df">
              <a:extLst>
                <a:ext uri="{96DAC541-7B7A-43D3-8B79-37D633B846F1}">
                  <asvg:svgBlip xmlns:asvg="http://schemas.microsoft.com/office/drawing/2016/SVG/main" r:embed="R276623f6b8fa43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image_3}}" descr="{{image_3}}">
            <a:extLst xmlns:a="http://schemas.openxmlformats.org/drawingml/2006/main">
              <a:ext uri="{FF2B5EF4-FFF2-40B4-BE49-F238E27FC236}">
                <a16:creationId xmlns:a16="http://schemas.microsoft.com/office/drawing/2014/main" id="{2B2464DC-B1F2-46C7-B246-6823985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9160" y="3869392"/>
            <a:ext cx="4356902" cy="435690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83516" y="0"/>
                </a:moveTo>
                <a:lnTo>
                  <a:pt x="729284" y="0"/>
                </a:lnTo>
                <a:cubicBezTo>
                  <a:pt x="775409" y="0"/>
                  <a:pt x="812800" y="37391"/>
                  <a:pt x="812800" y="83516"/>
                </a:cubicBezTo>
                <a:lnTo>
                  <a:pt x="812800" y="729284"/>
                </a:lnTo>
                <a:cubicBezTo>
                  <a:pt x="812800" y="775409"/>
                  <a:pt x="775409" y="812800"/>
                  <a:pt x="729284" y="812800"/>
                </a:cubicBezTo>
                <a:lnTo>
                  <a:pt x="83516" y="812800"/>
                </a:lnTo>
                <a:cubicBezTo>
                  <a:pt x="37391" y="812800"/>
                  <a:pt x="0" y="775409"/>
                  <a:pt x="0" y="729284"/>
                </a:cubicBezTo>
                <a:lnTo>
                  <a:pt x="0" y="83516"/>
                </a:lnTo>
                <a:cubicBezTo>
                  <a:pt x="0" y="37391"/>
                  <a:pt x="37391" y="0"/>
                  <a:pt x="83516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4e3da473c84ec9"/>
            <a:stretch>
              <a:fillRect l="-24931" t="0" r="-24931" b="0"/>
            </a:stretch>
          </a:blipFill>
        </p:spPr>
      </p:sp>
      <p:sp>
        <p:nvSpPr>
          <p:cNvPr id="7" name="{{fakt_1}}">
            <a:extLst xmlns:a="http://schemas.openxmlformats.org/drawingml/2006/main">
              <a:ext uri="{FF2B5EF4-FFF2-40B4-BE49-F238E27FC236}">
                <a16:creationId xmlns:a16="http://schemas.microsoft.com/office/drawing/2014/main" id="{E1D0CB74-1C24-4668-9A93-9F120DF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{{fakt_1}}</a:t>
            </a:r>
          </a:p>
        </p:txBody>
      </p:sp>
      <p:sp>
        <p:nvSpPr>
          <p:cNvPr id="8" name="{{fakt_1_asosi}}">
            <a:extLst xmlns:a="http://schemas.openxmlformats.org/drawingml/2006/main">
              <a:ext uri="{FF2B5EF4-FFF2-40B4-BE49-F238E27FC236}">
                <a16:creationId xmlns:a16="http://schemas.microsoft.com/office/drawing/2014/main" id="{B578A0CB-7743-445D-AF6C-0CB3A88B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{{fakt_1_asosi}}</a:t>
            </a:r>
          </a:p>
        </p:txBody>
      </p:sp>
      <p:sp>
        <p:nvSpPr>
          <p:cNvPr id="9" name="static_05 / 20">
            <a:extLst xmlns:a="http://schemas.openxmlformats.org/drawingml/2006/main">
              <a:ext uri="{FF2B5EF4-FFF2-40B4-BE49-F238E27FC236}">
                <a16:creationId xmlns:a16="http://schemas.microsoft.com/office/drawing/2014/main" id="{16387762-C162-421E-B89C-72A3FA0E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4351502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B6E2754-E229-4592-A427-78EFE8D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0"/>
            <a:ext cx="9144000" cy="10287011"/>
          </a:xfrm>
          <a:custGeom xmlns:a="http://schemas.openxmlformats.org/drawingml/2006/main">
            <a:rect l="l" t="t" r="r" b="b"/>
            <a:pathLst>
              <a:path w="819328" h="921744">
                <a:moveTo>
                  <a:pt x="0" y="0"/>
                </a:moveTo>
                <a:lnTo>
                  <a:pt x="819328" y="0"/>
                </a:lnTo>
                <a:lnTo>
                  <a:pt x="819328" y="921744"/>
                </a:lnTo>
                <a:lnTo>
                  <a:pt x="0" y="921744"/>
                </a:ln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67436AA-476A-4633-BFB6-BBFE7DDF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-425210"/>
            <a:ext cx="9144000" cy="10712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E7B3E0E-3DB8-426A-8B50-9F84420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463965" y="7423663"/>
            <a:ext cx="2824035" cy="2863337"/>
          </a:xfrm>
          <a:custGeom xmlns:a="http://schemas.openxmlformats.org/drawingml/2006/main">
            <a:rect l="l" t="t" r="r" b="b"/>
            <a:pathLst>
              <a:path w="2824035" h="2863337">
                <a:moveTo>
                  <a:pt x="2824035" y="0"/>
                </a:moveTo>
                <a:lnTo>
                  <a:pt x="0" y="0"/>
                </a:lnTo>
                <a:lnTo>
                  <a:pt x="0" y="2863337"/>
                </a:lnTo>
                <a:lnTo>
                  <a:pt x="2824035" y="2863337"/>
                </a:lnTo>
                <a:lnTo>
                  <a:pt x="282403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7b832bbac84dab">
              <a:extLst>
                <a:ext uri="{96DAC541-7B7A-43D3-8B79-37D633B846F1}">
                  <asvg:svgBlip xmlns:asvg="http://schemas.microsoft.com/office/drawing/2016/SVG/main" r:embed="R9e74effd3a9c41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7AA7D67-A334-47D5-B395-7C1B9540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1792"/>
            <a:ext cx="4428746" cy="0"/>
          </a:xfrm>
          <a:prstGeom xmlns:a="http://schemas.openxmlformats.org/drawingml/2006/main" prst="line">
            <a:avLst/>
          </a:prstGeom>
          <a:ln xmlns:a="http://schemas.openxmlformats.org/drawingml/2006/main" w="38100" cap="flat">
            <a:solidFill>
              <a:srgbClr val="B4B9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71B0E6C-0188-4025-A6B1-BD106EB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7107" y="3595826"/>
            <a:ext cx="131932" cy="1319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04A3DBE-8BD0-4D50-B2C0-D115FFB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9475" y="3602010"/>
            <a:ext cx="107194" cy="11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{{image_9}}" descr="{{image_9}}">
            <a:extLst xmlns:a="http://schemas.openxmlformats.org/drawingml/2006/main">
              <a:ext uri="{FF2B5EF4-FFF2-40B4-BE49-F238E27FC236}">
                <a16:creationId xmlns:a16="http://schemas.microsoft.com/office/drawing/2014/main" id="{1C60767B-417B-4424-ACE2-1D911EE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2880" y="2542435"/>
            <a:ext cx="3787715" cy="5496684"/>
          </a:xfrm>
          <a:custGeom xmlns:a="http://schemas.openxmlformats.org/drawingml/2006/main">
            <a:rect l="l" t="t" r="r" b="b"/>
            <a:pathLst>
              <a:path w="3787715" h="5496684">
                <a:moveTo>
                  <a:pt x="0" y="0"/>
                </a:moveTo>
                <a:lnTo>
                  <a:pt x="3787715" y="0"/>
                </a:lnTo>
                <a:lnTo>
                  <a:pt x="3787715" y="5496684"/>
                </a:lnTo>
                <a:lnTo>
                  <a:pt x="0" y="54966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e279947aa9b47ec">
              <a:extLst>
                <a:ext uri="{96DAC541-7B7A-43D3-8B79-37D633B846F1}">
                  <asvg:svgBlip xmlns:asvg="http://schemas.microsoft.com/office/drawing/2016/SVG/main" r:embed="Reeafed34574b47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E0A5A73-A3B0-42FB-93AF-5B9B5FD1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382" flipH="1" flipV="0">
            <a:off x="8438327" y="34154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95dd7a3ef74319">
              <a:extLst>
                <a:ext uri="{96DAC541-7B7A-43D3-8B79-37D633B846F1}">
                  <asvg:svgBlip xmlns:asvg="http://schemas.microsoft.com/office/drawing/2016/SVG/main" r:embed="R7d245f6c687d415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{{fakt_2}}">
            <a:extLst xmlns:a="http://schemas.openxmlformats.org/drawingml/2006/main">
              <a:ext uri="{FF2B5EF4-FFF2-40B4-BE49-F238E27FC236}">
                <a16:creationId xmlns:a16="http://schemas.microsoft.com/office/drawing/2014/main" id="{E5A92920-2C63-4390-863F-9683A5DC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{{fakt_2}}</a:t>
            </a:r>
          </a:p>
        </p:txBody>
      </p:sp>
      <p:sp>
        <p:nvSpPr>
          <p:cNvPr id="16" name="{{fakt_2_asosi}}">
            <a:extLst xmlns:a="http://schemas.openxmlformats.org/drawingml/2006/main">
              <a:ext uri="{FF2B5EF4-FFF2-40B4-BE49-F238E27FC236}">
                <a16:creationId xmlns:a16="http://schemas.microsoft.com/office/drawing/2014/main" id="{9F282014-20C7-4EC5-8ED3-E180ECA7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{{fakt_2_asosi}}</a:t>
            </a:r>
          </a:p>
        </p:txBody>
      </p:sp>
      <p:sp>
        <p:nvSpPr>
          <p:cNvPr id="17" name="static_06 / 20">
            <a:extLst xmlns:a="http://schemas.openxmlformats.org/drawingml/2006/main">
              <a:ext uri="{FF2B5EF4-FFF2-40B4-BE49-F238E27FC236}">
                <a16:creationId xmlns:a16="http://schemas.microsoft.com/office/drawing/2014/main" id="{DAFA7AD6-E9A5-4CC0-9BB7-AF234BE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1542375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01B6D0-8BFE-4E00-A1CC-C117EB8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033ea3c85b4b36">
              <a:extLst>
                <a:ext uri="{96DAC541-7B7A-43D3-8B79-37D633B846F1}">
                  <asvg:svgBlip xmlns:asvg="http://schemas.microsoft.com/office/drawing/2016/SVG/main" r:embed="R5b16fab7d73c46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0D7ECB5-EB89-428F-88E0-C20AF5DB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30127" flipH="1" flipV="0">
            <a:off x="14036011" y="4808280"/>
            <a:ext cx="2850666" cy="2643345"/>
          </a:xfrm>
          <a:custGeom xmlns:a="http://schemas.openxmlformats.org/drawingml/2006/main">
            <a:rect l="l" t="t" r="r" b="b"/>
            <a:pathLst>
              <a:path w="2850666" h="2643345">
                <a:moveTo>
                  <a:pt x="2850665" y="0"/>
                </a:moveTo>
                <a:lnTo>
                  <a:pt x="0" y="0"/>
                </a:lnTo>
                <a:lnTo>
                  <a:pt x="0" y="2643345"/>
                </a:lnTo>
                <a:lnTo>
                  <a:pt x="2850665" y="2643345"/>
                </a:lnTo>
                <a:lnTo>
                  <a:pt x="285066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8be7afa7a84a94">
              <a:extLst>
                <a:ext uri="{96DAC541-7B7A-43D3-8B79-37D633B846F1}">
                  <asvg:svgBlip xmlns:asvg="http://schemas.microsoft.com/office/drawing/2016/SVG/main" r:embed="R7a373d0b9f9b4a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BF3A2F9-8AD6-4481-9C0E-FE2A4D2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122308"/>
            <a:ext cx="2137535" cy="2167284"/>
          </a:xfrm>
          <a:custGeom xmlns:a="http://schemas.openxmlformats.org/drawingml/2006/main">
            <a:rect l="l" t="t" r="r" b="b"/>
            <a:pathLst>
              <a:path w="2137535" h="2167284">
                <a:moveTo>
                  <a:pt x="0" y="0"/>
                </a:moveTo>
                <a:lnTo>
                  <a:pt x="2137535" y="0"/>
                </a:lnTo>
                <a:lnTo>
                  <a:pt x="2137535" y="2167284"/>
                </a:lnTo>
                <a:lnTo>
                  <a:pt x="0" y="2167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d91c4dda83540af">
              <a:extLst>
                <a:ext uri="{96DAC541-7B7A-43D3-8B79-37D633B846F1}">
                  <asvg:svgBlip xmlns:asvg="http://schemas.microsoft.com/office/drawing/2016/SVG/main" r:embed="R4315e143af9f4ff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image_4}}" descr="{{image_4}}">
            <a:extLst xmlns:a="http://schemas.openxmlformats.org/drawingml/2006/main">
              <a:ext uri="{FF2B5EF4-FFF2-40B4-BE49-F238E27FC236}">
                <a16:creationId xmlns:a16="http://schemas.microsoft.com/office/drawing/2014/main" id="{2B2464DC-B1F2-46C7-B246-6823985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9160" y="3869392"/>
            <a:ext cx="4356902" cy="435690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83516" y="0"/>
                </a:moveTo>
                <a:lnTo>
                  <a:pt x="729284" y="0"/>
                </a:lnTo>
                <a:cubicBezTo>
                  <a:pt x="775409" y="0"/>
                  <a:pt x="812800" y="37391"/>
                  <a:pt x="812800" y="83516"/>
                </a:cubicBezTo>
                <a:lnTo>
                  <a:pt x="812800" y="729284"/>
                </a:lnTo>
                <a:cubicBezTo>
                  <a:pt x="812800" y="775409"/>
                  <a:pt x="775409" y="812800"/>
                  <a:pt x="729284" y="812800"/>
                </a:cubicBezTo>
                <a:lnTo>
                  <a:pt x="83516" y="812800"/>
                </a:lnTo>
                <a:cubicBezTo>
                  <a:pt x="37391" y="812800"/>
                  <a:pt x="0" y="775409"/>
                  <a:pt x="0" y="729284"/>
                </a:cubicBezTo>
                <a:lnTo>
                  <a:pt x="0" y="83516"/>
                </a:lnTo>
                <a:cubicBezTo>
                  <a:pt x="0" y="37391"/>
                  <a:pt x="37391" y="0"/>
                  <a:pt x="83516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6f4dda61504839"/>
            <a:stretch>
              <a:fillRect l="-24931" t="0" r="-24931" b="0"/>
            </a:stretch>
          </a:blipFill>
        </p:spPr>
      </p:sp>
      <p:sp>
        <p:nvSpPr>
          <p:cNvPr id="7" name="{{fakt_3}}">
            <a:extLst xmlns:a="http://schemas.openxmlformats.org/drawingml/2006/main">
              <a:ext uri="{FF2B5EF4-FFF2-40B4-BE49-F238E27FC236}">
                <a16:creationId xmlns:a16="http://schemas.microsoft.com/office/drawing/2014/main" id="{A4CC7DD1-89E3-4FFB-A8ED-61889CC5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{{fakt_3}}</a:t>
            </a:r>
          </a:p>
        </p:txBody>
      </p:sp>
      <p:sp>
        <p:nvSpPr>
          <p:cNvPr id="8" name="{{fakt_3_asosi}}">
            <a:extLst xmlns:a="http://schemas.openxmlformats.org/drawingml/2006/main">
              <a:ext uri="{FF2B5EF4-FFF2-40B4-BE49-F238E27FC236}">
                <a16:creationId xmlns:a16="http://schemas.microsoft.com/office/drawing/2014/main" id="{89676958-0616-44C4-9EEB-D3D8CE36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{{fakt_3_asosi}}</a:t>
            </a:r>
          </a:p>
        </p:txBody>
      </p:sp>
      <p:sp>
        <p:nvSpPr>
          <p:cNvPr id="9" name="static_07 / 20">
            <a:extLst xmlns:a="http://schemas.openxmlformats.org/drawingml/2006/main">
              <a:ext uri="{FF2B5EF4-FFF2-40B4-BE49-F238E27FC236}">
                <a16:creationId xmlns:a16="http://schemas.microsoft.com/office/drawing/2014/main" id="{2D3FE396-180E-4976-B441-F6EA3EC6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435150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01B6D0-8BFE-4E00-A1CC-C117EB8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4111fe8fb94d52">
              <a:extLst>
                <a:ext uri="{96DAC541-7B7A-43D3-8B79-37D633B846F1}">
                  <asvg:svgBlip xmlns:asvg="http://schemas.microsoft.com/office/drawing/2016/SVG/main" r:embed="R0a5e0d24931846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0D7ECB5-EB89-428F-88E0-C20AF5DB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30127" flipH="1" flipV="0">
            <a:off x="14036011" y="4808280"/>
            <a:ext cx="2850666" cy="2643345"/>
          </a:xfrm>
          <a:custGeom xmlns:a="http://schemas.openxmlformats.org/drawingml/2006/main">
            <a:rect l="l" t="t" r="r" b="b"/>
            <a:pathLst>
              <a:path w="2850666" h="2643345">
                <a:moveTo>
                  <a:pt x="2850665" y="0"/>
                </a:moveTo>
                <a:lnTo>
                  <a:pt x="0" y="0"/>
                </a:lnTo>
                <a:lnTo>
                  <a:pt x="0" y="2643345"/>
                </a:lnTo>
                <a:lnTo>
                  <a:pt x="2850665" y="2643345"/>
                </a:lnTo>
                <a:lnTo>
                  <a:pt x="285066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55fb3d28364822">
              <a:extLst>
                <a:ext uri="{96DAC541-7B7A-43D3-8B79-37D633B846F1}">
                  <asvg:svgBlip xmlns:asvg="http://schemas.microsoft.com/office/drawing/2016/SVG/main" r:embed="Rcb21fb84d57644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BF3A2F9-8AD6-4481-9C0E-FE2A4D2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122308"/>
            <a:ext cx="2137535" cy="2167284"/>
          </a:xfrm>
          <a:custGeom xmlns:a="http://schemas.openxmlformats.org/drawingml/2006/main">
            <a:rect l="l" t="t" r="r" b="b"/>
            <a:pathLst>
              <a:path w="2137535" h="2167284">
                <a:moveTo>
                  <a:pt x="0" y="0"/>
                </a:moveTo>
                <a:lnTo>
                  <a:pt x="2137535" y="0"/>
                </a:lnTo>
                <a:lnTo>
                  <a:pt x="2137535" y="2167284"/>
                </a:lnTo>
                <a:lnTo>
                  <a:pt x="0" y="2167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bf9cded4b34431">
              <a:extLst>
                <a:ext uri="{96DAC541-7B7A-43D3-8B79-37D633B846F1}">
                  <asvg:svgBlip xmlns:asvg="http://schemas.microsoft.com/office/drawing/2016/SVG/main" r:embed="Ra202c0edaacc46f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image_5}}" descr="{{image_5}}">
            <a:extLst xmlns:a="http://schemas.openxmlformats.org/drawingml/2006/main">
              <a:ext uri="{FF2B5EF4-FFF2-40B4-BE49-F238E27FC236}">
                <a16:creationId xmlns:a16="http://schemas.microsoft.com/office/drawing/2014/main" id="{2B2464DC-B1F2-46C7-B246-6823985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9160" y="3869392"/>
            <a:ext cx="4356902" cy="435690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83516" y="0"/>
                </a:moveTo>
                <a:lnTo>
                  <a:pt x="729284" y="0"/>
                </a:lnTo>
                <a:cubicBezTo>
                  <a:pt x="775409" y="0"/>
                  <a:pt x="812800" y="37391"/>
                  <a:pt x="812800" y="83516"/>
                </a:cubicBezTo>
                <a:lnTo>
                  <a:pt x="812800" y="729284"/>
                </a:lnTo>
                <a:cubicBezTo>
                  <a:pt x="812800" y="775409"/>
                  <a:pt x="775409" y="812800"/>
                  <a:pt x="729284" y="812800"/>
                </a:cubicBezTo>
                <a:lnTo>
                  <a:pt x="83516" y="812800"/>
                </a:lnTo>
                <a:cubicBezTo>
                  <a:pt x="37391" y="812800"/>
                  <a:pt x="0" y="775409"/>
                  <a:pt x="0" y="729284"/>
                </a:cubicBezTo>
                <a:lnTo>
                  <a:pt x="0" y="83516"/>
                </a:lnTo>
                <a:cubicBezTo>
                  <a:pt x="0" y="37391"/>
                  <a:pt x="37391" y="0"/>
                  <a:pt x="83516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ef96fd375d4bda"/>
            <a:stretch>
              <a:fillRect l="-24931" t="0" r="-24931" b="0"/>
            </a:stretch>
          </a:blipFill>
        </p:spPr>
      </p:sp>
      <p:sp>
        <p:nvSpPr>
          <p:cNvPr id="7" name="{{reja_1}}">
            <a:extLst xmlns:a="http://schemas.openxmlformats.org/drawingml/2006/main">
              <a:ext uri="{FF2B5EF4-FFF2-40B4-BE49-F238E27FC236}">
                <a16:creationId xmlns:a16="http://schemas.microsoft.com/office/drawing/2014/main" id="{B5DBFD58-7059-4F11-8410-779D8D50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{{reja_1}}</a:t>
            </a:r>
          </a:p>
        </p:txBody>
      </p:sp>
      <p:sp>
        <p:nvSpPr>
          <p:cNvPr id="8" name="{{reja_1_matni}}">
            <a:extLst xmlns:a="http://schemas.openxmlformats.org/drawingml/2006/main">
              <a:ext uri="{FF2B5EF4-FFF2-40B4-BE49-F238E27FC236}">
                <a16:creationId xmlns:a16="http://schemas.microsoft.com/office/drawing/2014/main" id="{DEAA57A2-E4BE-4FEC-BA5C-13F2230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{{reja_1_matni}}</a:t>
            </a:r>
          </a:p>
        </p:txBody>
      </p:sp>
      <p:sp>
        <p:nvSpPr>
          <p:cNvPr id="9" name="static_08 / 20">
            <a:extLst xmlns:a="http://schemas.openxmlformats.org/drawingml/2006/main">
              <a:ext uri="{FF2B5EF4-FFF2-40B4-BE49-F238E27FC236}">
                <a16:creationId xmlns:a16="http://schemas.microsoft.com/office/drawing/2014/main" id="{1FE2A98C-0949-4312-8600-A8585DC5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435150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B6E2754-E229-4592-A427-78EFE8D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0"/>
            <a:ext cx="9144000" cy="10287011"/>
          </a:xfrm>
          <a:custGeom xmlns:a="http://schemas.openxmlformats.org/drawingml/2006/main">
            <a:rect l="l" t="t" r="r" b="b"/>
            <a:pathLst>
              <a:path w="819328" h="921744">
                <a:moveTo>
                  <a:pt x="0" y="0"/>
                </a:moveTo>
                <a:lnTo>
                  <a:pt x="819328" y="0"/>
                </a:lnTo>
                <a:lnTo>
                  <a:pt x="819328" y="921744"/>
                </a:lnTo>
                <a:lnTo>
                  <a:pt x="0" y="921744"/>
                </a:ln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67436AA-476A-4633-BFB6-BBFE7DDF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-425210"/>
            <a:ext cx="9144000" cy="10712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E7B3E0E-3DB8-426A-8B50-9F84420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463965" y="7423663"/>
            <a:ext cx="2824035" cy="2863337"/>
          </a:xfrm>
          <a:custGeom xmlns:a="http://schemas.openxmlformats.org/drawingml/2006/main">
            <a:rect l="l" t="t" r="r" b="b"/>
            <a:pathLst>
              <a:path w="2824035" h="2863337">
                <a:moveTo>
                  <a:pt x="2824035" y="0"/>
                </a:moveTo>
                <a:lnTo>
                  <a:pt x="0" y="0"/>
                </a:lnTo>
                <a:lnTo>
                  <a:pt x="0" y="2863337"/>
                </a:lnTo>
                <a:lnTo>
                  <a:pt x="2824035" y="2863337"/>
                </a:lnTo>
                <a:lnTo>
                  <a:pt x="282403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23523236a14c4d">
              <a:extLst>
                <a:ext uri="{96DAC541-7B7A-43D3-8B79-37D633B846F1}">
                  <asvg:svgBlip xmlns:asvg="http://schemas.microsoft.com/office/drawing/2016/SVG/main" r:embed="R470562801120480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7AA7D67-A334-47D5-B395-7C1B9540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1792"/>
            <a:ext cx="4428746" cy="0"/>
          </a:xfrm>
          <a:prstGeom xmlns:a="http://schemas.openxmlformats.org/drawingml/2006/main" prst="line">
            <a:avLst/>
          </a:prstGeom>
          <a:ln xmlns:a="http://schemas.openxmlformats.org/drawingml/2006/main" w="38100" cap="flat">
            <a:solidFill>
              <a:srgbClr val="B4B9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71B0E6C-0188-4025-A6B1-BD106EB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7107" y="3595826"/>
            <a:ext cx="131932" cy="1319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04A3DBE-8BD0-4D50-B2C0-D115FFB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9475" y="3602010"/>
            <a:ext cx="107194" cy="11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{{image_10}}" descr="{{image_10}}">
            <a:extLst xmlns:a="http://schemas.openxmlformats.org/drawingml/2006/main">
              <a:ext uri="{FF2B5EF4-FFF2-40B4-BE49-F238E27FC236}">
                <a16:creationId xmlns:a16="http://schemas.microsoft.com/office/drawing/2014/main" id="{1C60767B-417B-4424-ACE2-1D911EE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2880" y="2542435"/>
            <a:ext cx="3787715" cy="5496684"/>
          </a:xfrm>
          <a:custGeom xmlns:a="http://schemas.openxmlformats.org/drawingml/2006/main">
            <a:rect l="l" t="t" r="r" b="b"/>
            <a:pathLst>
              <a:path w="3787715" h="5496684">
                <a:moveTo>
                  <a:pt x="0" y="0"/>
                </a:moveTo>
                <a:lnTo>
                  <a:pt x="3787715" y="0"/>
                </a:lnTo>
                <a:lnTo>
                  <a:pt x="3787715" y="5496684"/>
                </a:lnTo>
                <a:lnTo>
                  <a:pt x="0" y="54966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d1986d136ca4c63">
              <a:extLst>
                <a:ext uri="{96DAC541-7B7A-43D3-8B79-37D633B846F1}">
                  <asvg:svgBlip xmlns:asvg="http://schemas.microsoft.com/office/drawing/2016/SVG/main" r:embed="R75823927d4c74e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E0A5A73-A3B0-42FB-93AF-5B9B5FD1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382" flipH="1" flipV="0">
            <a:off x="8438327" y="34154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9330c3e3b60404f">
              <a:extLst>
                <a:ext uri="{96DAC541-7B7A-43D3-8B79-37D633B846F1}">
                  <asvg:svgBlip xmlns:asvg="http://schemas.microsoft.com/office/drawing/2016/SVG/main" r:embed="R84377317ac1544b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{{reja_2}}">
            <a:extLst xmlns:a="http://schemas.openxmlformats.org/drawingml/2006/main">
              <a:ext uri="{FF2B5EF4-FFF2-40B4-BE49-F238E27FC236}">
                <a16:creationId xmlns:a16="http://schemas.microsoft.com/office/drawing/2014/main" id="{43C616CC-FD71-4B8B-B81F-55F0088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{{reja_2}}</a:t>
            </a:r>
          </a:p>
        </p:txBody>
      </p:sp>
      <p:sp>
        <p:nvSpPr>
          <p:cNvPr id="16" name="{{reja_2_matni}}">
            <a:extLst xmlns:a="http://schemas.openxmlformats.org/drawingml/2006/main">
              <a:ext uri="{FF2B5EF4-FFF2-40B4-BE49-F238E27FC236}">
                <a16:creationId xmlns:a16="http://schemas.microsoft.com/office/drawing/2014/main" id="{79CF80F0-682A-4CB4-AD64-DD0D5708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{{reja_2_matni}}</a:t>
            </a:r>
          </a:p>
        </p:txBody>
      </p:sp>
      <p:sp>
        <p:nvSpPr>
          <p:cNvPr id="17" name="static_09 / 20">
            <a:extLst xmlns:a="http://schemas.openxmlformats.org/drawingml/2006/main">
              <a:ext uri="{FF2B5EF4-FFF2-40B4-BE49-F238E27FC236}">
                <a16:creationId xmlns:a16="http://schemas.microsoft.com/office/drawing/2014/main" id="{74B16DB1-F5CD-4707-8954-C3AAACA0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542375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01B6D0-8BFE-4E00-A1CC-C117EB8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80261573424c6e">
              <a:extLst>
                <a:ext uri="{96DAC541-7B7A-43D3-8B79-37D633B846F1}">
                  <asvg:svgBlip xmlns:asvg="http://schemas.microsoft.com/office/drawing/2016/SVG/main" r:embed="R250cccd8f05944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0D7ECB5-EB89-428F-88E0-C20AF5DB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30127" flipH="1" flipV="0">
            <a:off x="14036011" y="4808280"/>
            <a:ext cx="2850666" cy="2643345"/>
          </a:xfrm>
          <a:custGeom xmlns:a="http://schemas.openxmlformats.org/drawingml/2006/main">
            <a:rect l="l" t="t" r="r" b="b"/>
            <a:pathLst>
              <a:path w="2850666" h="2643345">
                <a:moveTo>
                  <a:pt x="2850665" y="0"/>
                </a:moveTo>
                <a:lnTo>
                  <a:pt x="0" y="0"/>
                </a:lnTo>
                <a:lnTo>
                  <a:pt x="0" y="2643345"/>
                </a:lnTo>
                <a:lnTo>
                  <a:pt x="2850665" y="2643345"/>
                </a:lnTo>
                <a:lnTo>
                  <a:pt x="285066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0be5c266e44c85">
              <a:extLst>
                <a:ext uri="{96DAC541-7B7A-43D3-8B79-37D633B846F1}">
                  <asvg:svgBlip xmlns:asvg="http://schemas.microsoft.com/office/drawing/2016/SVG/main" r:embed="Re811d318e3e846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BF3A2F9-8AD6-4481-9C0E-FE2A4D2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122308"/>
            <a:ext cx="2137535" cy="2167284"/>
          </a:xfrm>
          <a:custGeom xmlns:a="http://schemas.openxmlformats.org/drawingml/2006/main">
            <a:rect l="l" t="t" r="r" b="b"/>
            <a:pathLst>
              <a:path w="2137535" h="2167284">
                <a:moveTo>
                  <a:pt x="0" y="0"/>
                </a:moveTo>
                <a:lnTo>
                  <a:pt x="2137535" y="0"/>
                </a:lnTo>
                <a:lnTo>
                  <a:pt x="2137535" y="2167284"/>
                </a:lnTo>
                <a:lnTo>
                  <a:pt x="0" y="2167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e7aa50b304cfe">
              <a:extLst>
                <a:ext uri="{96DAC541-7B7A-43D3-8B79-37D633B846F1}">
                  <asvg:svgBlip xmlns:asvg="http://schemas.microsoft.com/office/drawing/2016/SVG/main" r:embed="R10ed7319f2a449a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image_6}}" descr="{{image_6}}">
            <a:extLst xmlns:a="http://schemas.openxmlformats.org/drawingml/2006/main">
              <a:ext uri="{FF2B5EF4-FFF2-40B4-BE49-F238E27FC236}">
                <a16:creationId xmlns:a16="http://schemas.microsoft.com/office/drawing/2014/main" id="{2B2464DC-B1F2-46C7-B246-6823985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9160" y="3869392"/>
            <a:ext cx="4356902" cy="435690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83516" y="0"/>
                </a:moveTo>
                <a:lnTo>
                  <a:pt x="729284" y="0"/>
                </a:lnTo>
                <a:cubicBezTo>
                  <a:pt x="775409" y="0"/>
                  <a:pt x="812800" y="37391"/>
                  <a:pt x="812800" y="83516"/>
                </a:cubicBezTo>
                <a:lnTo>
                  <a:pt x="812800" y="729284"/>
                </a:lnTo>
                <a:cubicBezTo>
                  <a:pt x="812800" y="775409"/>
                  <a:pt x="775409" y="812800"/>
                  <a:pt x="729284" y="812800"/>
                </a:cubicBezTo>
                <a:lnTo>
                  <a:pt x="83516" y="812800"/>
                </a:lnTo>
                <a:cubicBezTo>
                  <a:pt x="37391" y="812800"/>
                  <a:pt x="0" y="775409"/>
                  <a:pt x="0" y="729284"/>
                </a:cubicBezTo>
                <a:lnTo>
                  <a:pt x="0" y="83516"/>
                </a:lnTo>
                <a:cubicBezTo>
                  <a:pt x="0" y="37391"/>
                  <a:pt x="37391" y="0"/>
                  <a:pt x="83516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659a36a3b6e47ad"/>
            <a:stretch>
              <a:fillRect l="-24931" t="0" r="-24931" b="0"/>
            </a:stretch>
          </a:blipFill>
        </p:spPr>
      </p:sp>
      <p:sp>
        <p:nvSpPr>
          <p:cNvPr id="7" name="{{reja_3}}">
            <a:extLst xmlns:a="http://schemas.openxmlformats.org/drawingml/2006/main">
              <a:ext uri="{FF2B5EF4-FFF2-40B4-BE49-F238E27FC236}">
                <a16:creationId xmlns:a16="http://schemas.microsoft.com/office/drawing/2014/main" id="{C21A327C-9B9F-425E-928F-E7EB1428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{{reja_3}}</a:t>
            </a:r>
          </a:p>
        </p:txBody>
      </p:sp>
      <p:sp>
        <p:nvSpPr>
          <p:cNvPr id="8" name="{{reja_3_matni}}">
            <a:extLst xmlns:a="http://schemas.openxmlformats.org/drawingml/2006/main">
              <a:ext uri="{FF2B5EF4-FFF2-40B4-BE49-F238E27FC236}">
                <a16:creationId xmlns:a16="http://schemas.microsoft.com/office/drawing/2014/main" id="{0EF973FB-762F-4BB2-A549-5E678294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{{reja_3_matni}}</a:t>
            </a:r>
          </a:p>
        </p:txBody>
      </p:sp>
      <p:sp>
        <p:nvSpPr>
          <p:cNvPr id="9" name="static_10 / 20">
            <a:extLst xmlns:a="http://schemas.openxmlformats.org/drawingml/2006/main">
              <a:ext uri="{FF2B5EF4-FFF2-40B4-BE49-F238E27FC236}">
                <a16:creationId xmlns:a16="http://schemas.microsoft.com/office/drawing/2014/main" id="{FC728326-5F44-4178-B7EB-94C10355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4351502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B6E2754-E229-4592-A427-78EFE8D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0"/>
            <a:ext cx="9144000" cy="10287011"/>
          </a:xfrm>
          <a:custGeom xmlns:a="http://schemas.openxmlformats.org/drawingml/2006/main">
            <a:rect l="l" t="t" r="r" b="b"/>
            <a:pathLst>
              <a:path w="819328" h="921744">
                <a:moveTo>
                  <a:pt x="0" y="0"/>
                </a:moveTo>
                <a:lnTo>
                  <a:pt x="819328" y="0"/>
                </a:lnTo>
                <a:lnTo>
                  <a:pt x="819328" y="921744"/>
                </a:lnTo>
                <a:lnTo>
                  <a:pt x="0" y="921744"/>
                </a:ln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67436AA-476A-4633-BFB6-BBFE7DDF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-425210"/>
            <a:ext cx="9144000" cy="10712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E7B3E0E-3DB8-426A-8B50-9F84420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463965" y="7423663"/>
            <a:ext cx="2824035" cy="2863337"/>
          </a:xfrm>
          <a:custGeom xmlns:a="http://schemas.openxmlformats.org/drawingml/2006/main">
            <a:rect l="l" t="t" r="r" b="b"/>
            <a:pathLst>
              <a:path w="2824035" h="2863337">
                <a:moveTo>
                  <a:pt x="2824035" y="0"/>
                </a:moveTo>
                <a:lnTo>
                  <a:pt x="0" y="0"/>
                </a:lnTo>
                <a:lnTo>
                  <a:pt x="0" y="2863337"/>
                </a:lnTo>
                <a:lnTo>
                  <a:pt x="2824035" y="2863337"/>
                </a:lnTo>
                <a:lnTo>
                  <a:pt x="282403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5a6a07ea8c43d8">
              <a:extLst>
                <a:ext uri="{96DAC541-7B7A-43D3-8B79-37D633B846F1}">
                  <asvg:svgBlip xmlns:asvg="http://schemas.microsoft.com/office/drawing/2016/SVG/main" r:embed="R640b44c186574d5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7AA7D67-A334-47D5-B395-7C1B9540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1792"/>
            <a:ext cx="4428746" cy="0"/>
          </a:xfrm>
          <a:prstGeom xmlns:a="http://schemas.openxmlformats.org/drawingml/2006/main" prst="line">
            <a:avLst/>
          </a:prstGeom>
          <a:ln xmlns:a="http://schemas.openxmlformats.org/drawingml/2006/main" w="38100" cap="flat">
            <a:solidFill>
              <a:srgbClr val="B4B9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71B0E6C-0188-4025-A6B1-BD106EB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7107" y="3595826"/>
            <a:ext cx="131932" cy="1319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04A3DBE-8BD0-4D50-B2C0-D115FFB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9475" y="3602010"/>
            <a:ext cx="107194" cy="11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{{image_11}}" descr="{{image_11}}">
            <a:extLst xmlns:a="http://schemas.openxmlformats.org/drawingml/2006/main">
              <a:ext uri="{FF2B5EF4-FFF2-40B4-BE49-F238E27FC236}">
                <a16:creationId xmlns:a16="http://schemas.microsoft.com/office/drawing/2014/main" id="{1C60767B-417B-4424-ACE2-1D911EE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2880" y="2542435"/>
            <a:ext cx="3787715" cy="5496684"/>
          </a:xfrm>
          <a:custGeom xmlns:a="http://schemas.openxmlformats.org/drawingml/2006/main">
            <a:rect l="l" t="t" r="r" b="b"/>
            <a:pathLst>
              <a:path w="3787715" h="5496684">
                <a:moveTo>
                  <a:pt x="0" y="0"/>
                </a:moveTo>
                <a:lnTo>
                  <a:pt x="3787715" y="0"/>
                </a:lnTo>
                <a:lnTo>
                  <a:pt x="3787715" y="5496684"/>
                </a:lnTo>
                <a:lnTo>
                  <a:pt x="0" y="54966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d8cb6a78d04740">
              <a:extLst>
                <a:ext uri="{96DAC541-7B7A-43D3-8B79-37D633B846F1}">
                  <asvg:svgBlip xmlns:asvg="http://schemas.microsoft.com/office/drawing/2016/SVG/main" r:embed="Rdc56dc2cc0784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E0A5A73-A3B0-42FB-93AF-5B9B5FD1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382" flipH="1" flipV="0">
            <a:off x="8438327" y="34154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c3fde449e84b04">
              <a:extLst>
                <a:ext uri="{96DAC541-7B7A-43D3-8B79-37D633B846F1}">
                  <asvg:svgBlip xmlns:asvg="http://schemas.microsoft.com/office/drawing/2016/SVG/main" r:embed="Rca78532bd3fd47f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{{reja_4}}">
            <a:extLst xmlns:a="http://schemas.openxmlformats.org/drawingml/2006/main">
              <a:ext uri="{FF2B5EF4-FFF2-40B4-BE49-F238E27FC236}">
                <a16:creationId xmlns:a16="http://schemas.microsoft.com/office/drawing/2014/main" id="{1AD35D7A-7698-4AE1-A84B-AD5852D0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{{reja_4}}</a:t>
            </a:r>
          </a:p>
        </p:txBody>
      </p:sp>
      <p:sp>
        <p:nvSpPr>
          <p:cNvPr id="16" name="{{reja_4_matni}}">
            <a:extLst xmlns:a="http://schemas.openxmlformats.org/drawingml/2006/main">
              <a:ext uri="{FF2B5EF4-FFF2-40B4-BE49-F238E27FC236}">
                <a16:creationId xmlns:a16="http://schemas.microsoft.com/office/drawing/2014/main" id="{30299EBA-49CF-43F1-994E-907AF8AD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{{reja_4_matni}}</a:t>
            </a:r>
          </a:p>
        </p:txBody>
      </p:sp>
      <p:sp>
        <p:nvSpPr>
          <p:cNvPr id="17" name="static_11 / 20">
            <a:extLst xmlns:a="http://schemas.openxmlformats.org/drawingml/2006/main">
              <a:ext uri="{FF2B5EF4-FFF2-40B4-BE49-F238E27FC236}">
                <a16:creationId xmlns:a16="http://schemas.microsoft.com/office/drawing/2014/main" id="{E3E30AF5-57BA-4954-B5BE-9CAEB172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5423750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E25B5D1-7D3F-4044-B04D-C71DD51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64593eb543a41cc">
              <a:extLst>
                <a:ext uri="{96DAC541-7B7A-43D3-8B79-37D633B846F1}">
                  <asvg:svgBlip xmlns:asvg="http://schemas.microsoft.com/office/drawing/2016/SVG/main" r:embed="R9553a1d75f0745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840186E-E3D4-4121-BB00-40458C6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783153"/>
            <a:ext cx="14881190" cy="5879554"/>
          </a:xfrm>
          <a:custGeom xmlns:a="http://schemas.openxmlformats.org/drawingml/2006/main">
            <a:rect l="l" t="t" r="r" b="b"/>
            <a:pathLst>
              <a:path w="1333396" h="526824">
                <a:moveTo>
                  <a:pt x="10161" y="0"/>
                </a:moveTo>
                <a:lnTo>
                  <a:pt x="1323235" y="0"/>
                </a:lnTo>
                <a:cubicBezTo>
                  <a:pt x="1328846" y="0"/>
                  <a:pt x="1333396" y="4549"/>
                  <a:pt x="1333396" y="10161"/>
                </a:cubicBezTo>
                <a:lnTo>
                  <a:pt x="1333396" y="516663"/>
                </a:lnTo>
                <a:cubicBezTo>
                  <a:pt x="1333396" y="519358"/>
                  <a:pt x="1332325" y="521943"/>
                  <a:pt x="1330420" y="523848"/>
                </a:cubicBezTo>
                <a:cubicBezTo>
                  <a:pt x="1328514" y="525754"/>
                  <a:pt x="1325929" y="526824"/>
                  <a:pt x="1323235" y="526824"/>
                </a:cubicBezTo>
                <a:lnTo>
                  <a:pt x="10161" y="526824"/>
                </a:lnTo>
                <a:cubicBezTo>
                  <a:pt x="7466" y="526824"/>
                  <a:pt x="4882" y="525754"/>
                  <a:pt x="2976" y="523848"/>
                </a:cubicBezTo>
                <a:cubicBezTo>
                  <a:pt x="1071" y="521943"/>
                  <a:pt x="0" y="519358"/>
                  <a:pt x="0" y="516663"/>
                </a:cubicBezTo>
                <a:lnTo>
                  <a:pt x="0" y="10161"/>
                </a:lnTo>
                <a:cubicBezTo>
                  <a:pt x="0" y="4549"/>
                  <a:pt x="4549" y="0"/>
                  <a:pt x="10161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050D07E-65E1-4E59-B31A-98B2874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357943"/>
            <a:ext cx="14881190" cy="6304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55A3B76-7CCE-4BC4-AD94-0E193E00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8960" flipH="1" flipV="0">
            <a:off x="14750812" y="62398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e321271d634162">
              <a:extLst>
                <a:ext uri="{96DAC541-7B7A-43D3-8B79-37D633B846F1}">
                  <asvg:svgBlip xmlns:asvg="http://schemas.microsoft.com/office/drawing/2016/SVG/main" r:embed="R378498abb95041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7751581-DBE5-41FA-B008-2663C55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8229600"/>
            <a:ext cx="2091627" cy="2057400"/>
          </a:xfrm>
          <a:custGeom xmlns:a="http://schemas.openxmlformats.org/drawingml/2006/main">
            <a:rect l="l" t="t" r="r" b="b"/>
            <a:pathLst>
              <a:path w="2091627" h="2057400">
                <a:moveTo>
                  <a:pt x="2091627" y="0"/>
                </a:moveTo>
                <a:lnTo>
                  <a:pt x="0" y="0"/>
                </a:lnTo>
                <a:lnTo>
                  <a:pt x="0" y="2057400"/>
                </a:lnTo>
                <a:lnTo>
                  <a:pt x="2091627" y="2057400"/>
                </a:lnTo>
                <a:lnTo>
                  <a:pt x="209162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88474324c744d3">
              <a:extLst>
                <a:ext uri="{96DAC541-7B7A-43D3-8B79-37D633B846F1}">
                  <asvg:svgBlip xmlns:asvg="http://schemas.microsoft.com/office/drawing/2016/SVG/main" r:embed="Rb119a2e6a8ec40b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{{analiz}}">
            <a:extLst xmlns:a="http://schemas.openxmlformats.org/drawingml/2006/main">
              <a:ext uri="{FF2B5EF4-FFF2-40B4-BE49-F238E27FC236}">
                <a16:creationId xmlns:a16="http://schemas.microsoft.com/office/drawing/2014/main" id="{5B71A56F-A29A-42C9-A814-33F36DF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34440"/>
            <a:ext cx="13716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6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{{analiz}}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2377440" y="3017520"/>
          <a:ext xmlns:a="http://schemas.openxmlformats.org/drawingml/2006/main" cx="13533120" cy="548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2435840"/>
              </a:tblGrid>
              <a:tr h="1097280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№</a:t>
                      </a:r>
                    </a:p>
                  </a:txBody>
                  <a:tcPr marL="91440" marR="91440" marT="45720" marB="45720">
                    <a:solidFill>
                      <a:srgbClr val="B4B9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{{analiz_ustun_nomi}}</a:t>
                      </a:r>
                    </a:p>
                  </a:txBody>
                  <a:tcPr marL="91440" marR="91440" marT="45720" marB="45720">
                    <a:solidFill>
                      <a:srgbClr val="B4B99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63526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C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63526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{{analiz_ustunlari_1}}</a:t>
                      </a:r>
                    </a:p>
                  </a:txBody>
                  <a:tcPr marL="91440" marR="91440" marT="45720" marB="45720">
                    <a:solidFill>
                      <a:srgbClr val="FCF7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63526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C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63526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{{analiz_ustunlari_2}}</a:t>
                      </a:r>
                    </a:p>
                  </a:txBody>
                  <a:tcPr marL="91440" marR="91440" marT="45720" marB="45720">
                    <a:solidFill>
                      <a:srgbClr val="FCF7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63526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C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63526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{{analiz_ustunlari_3}}</a:t>
                      </a:r>
                    </a:p>
                  </a:txBody>
                  <a:tcPr marL="91440" marR="91440" marT="45720" marB="45720">
                    <a:solidFill>
                      <a:srgbClr val="FCF7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63526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C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63526"/>
                          </a:solidFill>
                          <a:latin typeface="Akzidenz-Grotesk"/>
                          <a:ea typeface="Akzidenz-Grotesk"/>
                          <a:cs typeface="Akzidenz-Grotesk"/>
                        </a:rPr>
                        <a:t>{{analiz_ustunlari_4}}</a:t>
                      </a:r>
                    </a:p>
                  </a:txBody>
                  <a:tcPr marL="91440" marR="91440" marT="45720" marB="45720">
                    <a:solidFill>
                      <a:srgbClr val="FCF7F0"/>
                    </a:solidFill>
                  </a:tcPr>
                </a:tc>
              </a:tr>
            </a:tbl>
          </a:graphicData>
        </a:graphic>
      </p:graphicFrame>
      <p:sp>
        <p:nvSpPr>
          <p:cNvPr id="11" name="static_12 / 20">
            <a:extLst xmlns:a="http://schemas.openxmlformats.org/drawingml/2006/main">
              <a:ext uri="{FF2B5EF4-FFF2-40B4-BE49-F238E27FC236}">
                <a16:creationId xmlns:a16="http://schemas.microsoft.com/office/drawing/2014/main" id="{F66E3F6E-14B5-4522-9E37-046349AB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5867888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E25B5D1-7D3F-4044-B04D-C71DD51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68510ab0484eda">
              <a:extLst>
                <a:ext uri="{96DAC541-7B7A-43D3-8B79-37D633B846F1}">
                  <asvg:svgBlip xmlns:asvg="http://schemas.microsoft.com/office/drawing/2016/SVG/main" r:embed="R1af8c02dd5ff4c6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840186E-E3D4-4121-BB00-40458C6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783153"/>
            <a:ext cx="14881190" cy="5879554"/>
          </a:xfrm>
          <a:custGeom xmlns:a="http://schemas.openxmlformats.org/drawingml/2006/main">
            <a:rect l="l" t="t" r="r" b="b"/>
            <a:pathLst>
              <a:path w="1333396" h="526824">
                <a:moveTo>
                  <a:pt x="10161" y="0"/>
                </a:moveTo>
                <a:lnTo>
                  <a:pt x="1323235" y="0"/>
                </a:lnTo>
                <a:cubicBezTo>
                  <a:pt x="1328846" y="0"/>
                  <a:pt x="1333396" y="4549"/>
                  <a:pt x="1333396" y="10161"/>
                </a:cubicBezTo>
                <a:lnTo>
                  <a:pt x="1333396" y="516663"/>
                </a:lnTo>
                <a:cubicBezTo>
                  <a:pt x="1333396" y="519358"/>
                  <a:pt x="1332325" y="521943"/>
                  <a:pt x="1330420" y="523848"/>
                </a:cubicBezTo>
                <a:cubicBezTo>
                  <a:pt x="1328514" y="525754"/>
                  <a:pt x="1325929" y="526824"/>
                  <a:pt x="1323235" y="526824"/>
                </a:cubicBezTo>
                <a:lnTo>
                  <a:pt x="10161" y="526824"/>
                </a:lnTo>
                <a:cubicBezTo>
                  <a:pt x="7466" y="526824"/>
                  <a:pt x="4882" y="525754"/>
                  <a:pt x="2976" y="523848"/>
                </a:cubicBezTo>
                <a:cubicBezTo>
                  <a:pt x="1071" y="521943"/>
                  <a:pt x="0" y="519358"/>
                  <a:pt x="0" y="516663"/>
                </a:cubicBezTo>
                <a:lnTo>
                  <a:pt x="0" y="10161"/>
                </a:lnTo>
                <a:cubicBezTo>
                  <a:pt x="0" y="4549"/>
                  <a:pt x="4549" y="0"/>
                  <a:pt x="10161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050D07E-65E1-4E59-B31A-98B2874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357943"/>
            <a:ext cx="14881190" cy="6304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55A3B76-7CCE-4BC4-AD94-0E193E00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8960" flipH="1" flipV="0">
            <a:off x="14750812" y="62398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35266daf954692">
              <a:extLst>
                <a:ext uri="{96DAC541-7B7A-43D3-8B79-37D633B846F1}">
                  <asvg:svgBlip xmlns:asvg="http://schemas.microsoft.com/office/drawing/2016/SVG/main" r:embed="Ra20188cb4b804dc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7751581-DBE5-41FA-B008-2663C55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8229600"/>
            <a:ext cx="2091627" cy="2057400"/>
          </a:xfrm>
          <a:custGeom xmlns:a="http://schemas.openxmlformats.org/drawingml/2006/main">
            <a:rect l="l" t="t" r="r" b="b"/>
            <a:pathLst>
              <a:path w="2091627" h="2057400">
                <a:moveTo>
                  <a:pt x="2091627" y="0"/>
                </a:moveTo>
                <a:lnTo>
                  <a:pt x="0" y="0"/>
                </a:lnTo>
                <a:lnTo>
                  <a:pt x="0" y="2057400"/>
                </a:lnTo>
                <a:lnTo>
                  <a:pt x="2091627" y="2057400"/>
                </a:lnTo>
                <a:lnTo>
                  <a:pt x="209162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ec82ca2c87a410b">
              <a:extLst>
                <a:ext uri="{96DAC541-7B7A-43D3-8B79-37D633B846F1}">
                  <asvg:svgBlip xmlns:asvg="http://schemas.microsoft.com/office/drawing/2016/SVG/main" r:embed="Rdd855ff722ec462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{{line_graph_topic}}">
            <a:extLst xmlns:a="http://schemas.openxmlformats.org/drawingml/2006/main">
              <a:ext uri="{FF2B5EF4-FFF2-40B4-BE49-F238E27FC236}">
                <a16:creationId xmlns:a16="http://schemas.microsoft.com/office/drawing/2014/main" id="{8D808AD4-1D65-4E75-875F-86A7D296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143000"/>
            <a:ext cx="14081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2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{{line_graph_topic}}</a:t>
            </a:r>
          </a:p>
        </p:txBody>
      </p:sp>
      <p:sp>
        <p:nvSpPr>
          <p:cNvPr id="10" name="{{birinchi_liniya}}">
            <a:extLst xmlns:a="http://schemas.openxmlformats.org/drawingml/2006/main">
              <a:ext uri="{FF2B5EF4-FFF2-40B4-BE49-F238E27FC236}">
                <a16:creationId xmlns:a16="http://schemas.microsoft.com/office/drawing/2014/main" id="{F97A5EEA-9F9A-4BE0-BD5F-E0C01724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{{birinchi_liniya}}</a:t>
            </a:r>
          </a:p>
        </p:txBody>
      </p:sp>
      <p:sp>
        <p:nvSpPr>
          <p:cNvPr id="11" name="{{bir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243C544F-F6A4-4DF0-9A73-17921C8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3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{{birinchi_liniya_sharxi}}</a:t>
            </a:r>
          </a:p>
        </p:txBody>
      </p:sp>
      <p:sp>
        <p:nvSpPr>
          <p:cNvPr id="12" name="{{ikkinchi_liniya}}">
            <a:extLst xmlns:a="http://schemas.openxmlformats.org/drawingml/2006/main">
              <a:ext uri="{FF2B5EF4-FFF2-40B4-BE49-F238E27FC236}">
                <a16:creationId xmlns:a16="http://schemas.microsoft.com/office/drawing/2014/main" id="{7BA6919B-22F7-4521-892B-6A30CD0D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{{ikkinchi_liniya}}</a:t>
            </a:r>
          </a:p>
        </p:txBody>
      </p:sp>
      <p:sp>
        <p:nvSpPr>
          <p:cNvPr id="13" name="{{ikk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F3979BF1-6CFA-4F4D-A98E-1EDEF5D7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3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{{ikkinchi_liniya_sharxi}}</a:t>
            </a:r>
          </a:p>
        </p:txBody>
      </p:sp>
      <p:sp>
        <p:nvSpPr>
          <p:cNvPr id="14" name="{{uchinchi_liniya}}">
            <a:extLst xmlns:a="http://schemas.openxmlformats.org/drawingml/2006/main">
              <a:ext uri="{FF2B5EF4-FFF2-40B4-BE49-F238E27FC236}">
                <a16:creationId xmlns:a16="http://schemas.microsoft.com/office/drawing/2014/main" id="{8C7CAA5E-0770-4123-9521-4994F8E5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{{uchinchi_liniya}}</a:t>
            </a:r>
          </a:p>
        </p:txBody>
      </p:sp>
      <p:sp>
        <p:nvSpPr>
          <p:cNvPr id="15" name="{{uch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0536FD43-40EC-4A56-AA3F-C8935E0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3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{{uchinchi_liniya_sharxi}}</a:t>
            </a:r>
          </a:p>
        </p:txBody>
      </p:sp>
      <p:sp>
        <p:nvSpPr>
          <p:cNvPr id="16" name="static_13 / 20">
            <a:extLst xmlns:a="http://schemas.openxmlformats.org/drawingml/2006/main">
              <a:ext uri="{FF2B5EF4-FFF2-40B4-BE49-F238E27FC236}">
                <a16:creationId xmlns:a16="http://schemas.microsoft.com/office/drawing/2014/main" id="{AA9051E3-69D4-47E2-B2C7-54D89376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5867888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01B6D0-8BFE-4E00-A1CC-C117EB8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723b4483d8a4282">
              <a:extLst>
                <a:ext uri="{96DAC541-7B7A-43D3-8B79-37D633B846F1}">
                  <asvg:svgBlip xmlns:asvg="http://schemas.microsoft.com/office/drawing/2016/SVG/main" r:embed="R211084f895ab491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0D7ECB5-EB89-428F-88E0-C20AF5DB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30127" flipH="1" flipV="0">
            <a:off x="14036011" y="4808280"/>
            <a:ext cx="2850666" cy="2643345"/>
          </a:xfrm>
          <a:custGeom xmlns:a="http://schemas.openxmlformats.org/drawingml/2006/main">
            <a:rect l="l" t="t" r="r" b="b"/>
            <a:pathLst>
              <a:path w="2850666" h="2643345">
                <a:moveTo>
                  <a:pt x="2850665" y="0"/>
                </a:moveTo>
                <a:lnTo>
                  <a:pt x="0" y="0"/>
                </a:lnTo>
                <a:lnTo>
                  <a:pt x="0" y="2643345"/>
                </a:lnTo>
                <a:lnTo>
                  <a:pt x="2850665" y="2643345"/>
                </a:lnTo>
                <a:lnTo>
                  <a:pt x="285066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c1688ed414b4652">
              <a:extLst>
                <a:ext uri="{96DAC541-7B7A-43D3-8B79-37D633B846F1}">
                  <asvg:svgBlip xmlns:asvg="http://schemas.microsoft.com/office/drawing/2016/SVG/main" r:embed="R7c29280f9e1a44f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BF3A2F9-8AD6-4481-9C0E-FE2A4D2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122308"/>
            <a:ext cx="2137535" cy="2167284"/>
          </a:xfrm>
          <a:custGeom xmlns:a="http://schemas.openxmlformats.org/drawingml/2006/main">
            <a:rect l="l" t="t" r="r" b="b"/>
            <a:pathLst>
              <a:path w="2137535" h="2167284">
                <a:moveTo>
                  <a:pt x="0" y="0"/>
                </a:moveTo>
                <a:lnTo>
                  <a:pt x="2137535" y="0"/>
                </a:lnTo>
                <a:lnTo>
                  <a:pt x="2137535" y="2167284"/>
                </a:lnTo>
                <a:lnTo>
                  <a:pt x="0" y="2167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b88158699724162">
              <a:extLst>
                <a:ext uri="{96DAC541-7B7A-43D3-8B79-37D633B846F1}">
                  <asvg:svgBlip xmlns:asvg="http://schemas.microsoft.com/office/drawing/2016/SVG/main" r:embed="Ra8e8c0f7a35547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image_12}}" descr="{{image_12}}">
            <a:extLst xmlns:a="http://schemas.openxmlformats.org/drawingml/2006/main">
              <a:ext uri="{FF2B5EF4-FFF2-40B4-BE49-F238E27FC236}">
                <a16:creationId xmlns:a16="http://schemas.microsoft.com/office/drawing/2014/main" id="{2B2464DC-B1F2-46C7-B246-6823985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9160" y="3869392"/>
            <a:ext cx="4356902" cy="435690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83516" y="0"/>
                </a:moveTo>
                <a:lnTo>
                  <a:pt x="729284" y="0"/>
                </a:lnTo>
                <a:cubicBezTo>
                  <a:pt x="775409" y="0"/>
                  <a:pt x="812800" y="37391"/>
                  <a:pt x="812800" y="83516"/>
                </a:cubicBezTo>
                <a:lnTo>
                  <a:pt x="812800" y="729284"/>
                </a:lnTo>
                <a:cubicBezTo>
                  <a:pt x="812800" y="775409"/>
                  <a:pt x="775409" y="812800"/>
                  <a:pt x="729284" y="812800"/>
                </a:cubicBezTo>
                <a:lnTo>
                  <a:pt x="83516" y="812800"/>
                </a:lnTo>
                <a:cubicBezTo>
                  <a:pt x="37391" y="812800"/>
                  <a:pt x="0" y="775409"/>
                  <a:pt x="0" y="729284"/>
                </a:cubicBezTo>
                <a:lnTo>
                  <a:pt x="0" y="83516"/>
                </a:lnTo>
                <a:cubicBezTo>
                  <a:pt x="0" y="37391"/>
                  <a:pt x="37391" y="0"/>
                  <a:pt x="83516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cce26dc87d4d15"/>
            <a:stretch>
              <a:fillRect l="-24931" t="0" r="-24931" b="0"/>
            </a:stretch>
          </a:blipFill>
        </p:spPr>
      </p:sp>
      <p:sp>
        <p:nvSpPr>
          <p:cNvPr id="7" name="{{gorizantal}}">
            <a:extLst xmlns:a="http://schemas.openxmlformats.org/drawingml/2006/main">
              <a:ext uri="{FF2B5EF4-FFF2-40B4-BE49-F238E27FC236}">
                <a16:creationId xmlns:a16="http://schemas.microsoft.com/office/drawing/2014/main" id="{2C2DAD4D-4504-4450-AD10-C9932693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{{gorizantal}}</a:t>
            </a:r>
          </a:p>
        </p:txBody>
      </p:sp>
      <p:sp>
        <p:nvSpPr>
          <p:cNvPr id="8" name="{{gorizantal_fakt}}">
            <a:extLst xmlns:a="http://schemas.openxmlformats.org/drawingml/2006/main">
              <a:ext uri="{FF2B5EF4-FFF2-40B4-BE49-F238E27FC236}">
                <a16:creationId xmlns:a16="http://schemas.microsoft.com/office/drawing/2014/main" id="{BF33D3A2-7112-46C5-A0A2-033AEC6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25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{{gorizantal_fakt}}</a:t>
            </a:r>
          </a:p>
        </p:txBody>
      </p:sp>
      <p:sp>
        <p:nvSpPr>
          <p:cNvPr id="9" name="{{gorizantal_reason}}">
            <a:extLst xmlns:a="http://schemas.openxmlformats.org/drawingml/2006/main">
              <a:ext uri="{FF2B5EF4-FFF2-40B4-BE49-F238E27FC236}">
                <a16:creationId xmlns:a16="http://schemas.microsoft.com/office/drawing/2014/main" id="{9E7A264E-5BEC-4304-A277-82EDC821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57800"/>
            <a:ext cx="7406640" cy="356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{{gorizantal_reason}}</a:t>
            </a:r>
          </a:p>
        </p:txBody>
      </p:sp>
      <p:sp>
        <p:nvSpPr>
          <p:cNvPr id="10" name="static_14 / 20">
            <a:extLst xmlns:a="http://schemas.openxmlformats.org/drawingml/2006/main">
              <a:ext uri="{FF2B5EF4-FFF2-40B4-BE49-F238E27FC236}">
                <a16:creationId xmlns:a16="http://schemas.microsoft.com/office/drawing/2014/main" id="{463A9669-FBD0-4A67-A4A2-7A788348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4351502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B6E2754-E229-4592-A427-78EFE8D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0"/>
            <a:ext cx="9144000" cy="10287011"/>
          </a:xfrm>
          <a:custGeom xmlns:a="http://schemas.openxmlformats.org/drawingml/2006/main">
            <a:rect l="l" t="t" r="r" b="b"/>
            <a:pathLst>
              <a:path w="819328" h="921744">
                <a:moveTo>
                  <a:pt x="0" y="0"/>
                </a:moveTo>
                <a:lnTo>
                  <a:pt x="819328" y="0"/>
                </a:lnTo>
                <a:lnTo>
                  <a:pt x="819328" y="921744"/>
                </a:lnTo>
                <a:lnTo>
                  <a:pt x="0" y="921744"/>
                </a:ln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67436AA-476A-4633-BFB6-BBFE7DDF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-425210"/>
            <a:ext cx="9144000" cy="10712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E7B3E0E-3DB8-426A-8B50-9F84420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463965" y="7423663"/>
            <a:ext cx="2824035" cy="2863337"/>
          </a:xfrm>
          <a:custGeom xmlns:a="http://schemas.openxmlformats.org/drawingml/2006/main">
            <a:rect l="l" t="t" r="r" b="b"/>
            <a:pathLst>
              <a:path w="2824035" h="2863337">
                <a:moveTo>
                  <a:pt x="2824035" y="0"/>
                </a:moveTo>
                <a:lnTo>
                  <a:pt x="0" y="0"/>
                </a:lnTo>
                <a:lnTo>
                  <a:pt x="0" y="2863337"/>
                </a:lnTo>
                <a:lnTo>
                  <a:pt x="2824035" y="2863337"/>
                </a:lnTo>
                <a:lnTo>
                  <a:pt x="282403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ef0137841e4c97">
              <a:extLst>
                <a:ext uri="{96DAC541-7B7A-43D3-8B79-37D633B846F1}">
                  <asvg:svgBlip xmlns:asvg="http://schemas.microsoft.com/office/drawing/2016/SVG/main" r:embed="R7742b0e4f28d418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7AA7D67-A334-47D5-B395-7C1B9540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1792"/>
            <a:ext cx="4428746" cy="0"/>
          </a:xfrm>
          <a:prstGeom xmlns:a="http://schemas.openxmlformats.org/drawingml/2006/main" prst="line">
            <a:avLst/>
          </a:prstGeom>
          <a:ln xmlns:a="http://schemas.openxmlformats.org/drawingml/2006/main" w="38100" cap="flat">
            <a:solidFill>
              <a:srgbClr val="B4B9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71B0E6C-0188-4025-A6B1-BD106EB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7107" y="3595826"/>
            <a:ext cx="131932" cy="1319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04A3DBE-8BD0-4D50-B2C0-D115FFB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9475" y="3602010"/>
            <a:ext cx="107194" cy="11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{{image_7}}" descr="{{image_7}}">
            <a:extLst xmlns:a="http://schemas.openxmlformats.org/drawingml/2006/main">
              <a:ext uri="{FF2B5EF4-FFF2-40B4-BE49-F238E27FC236}">
                <a16:creationId xmlns:a16="http://schemas.microsoft.com/office/drawing/2014/main" id="{1C60767B-417B-4424-ACE2-1D911EE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2880" y="2542435"/>
            <a:ext cx="3787715" cy="5496684"/>
          </a:xfrm>
          <a:custGeom xmlns:a="http://schemas.openxmlformats.org/drawingml/2006/main">
            <a:rect l="l" t="t" r="r" b="b"/>
            <a:pathLst>
              <a:path w="3787715" h="5496684">
                <a:moveTo>
                  <a:pt x="0" y="0"/>
                </a:moveTo>
                <a:lnTo>
                  <a:pt x="3787715" y="0"/>
                </a:lnTo>
                <a:lnTo>
                  <a:pt x="3787715" y="5496684"/>
                </a:lnTo>
                <a:lnTo>
                  <a:pt x="0" y="54966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43317076c04939">
              <a:extLst>
                <a:ext uri="{96DAC541-7B7A-43D3-8B79-37D633B846F1}">
                  <asvg:svgBlip xmlns:asvg="http://schemas.microsoft.com/office/drawing/2016/SVG/main" r:embed="Rc1a275be253449f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E0A5A73-A3B0-42FB-93AF-5B9B5FD1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382" flipH="1" flipV="0">
            <a:off x="8438327" y="34154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8f7c78a2be44b06">
              <a:extLst>
                <a:ext uri="{96DAC541-7B7A-43D3-8B79-37D633B846F1}">
                  <asvg:svgBlip xmlns:asvg="http://schemas.microsoft.com/office/drawing/2016/SVG/main" r:embed="Raf65a1c7fbeb48f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{{vertikal}}">
            <a:extLst xmlns:a="http://schemas.openxmlformats.org/drawingml/2006/main">
              <a:ext uri="{FF2B5EF4-FFF2-40B4-BE49-F238E27FC236}">
                <a16:creationId xmlns:a16="http://schemas.microsoft.com/office/drawing/2014/main" id="{62810258-3577-4306-B5F9-884D30BD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{{vertikal}}</a:t>
            </a:r>
          </a:p>
        </p:txBody>
      </p:sp>
      <p:sp>
        <p:nvSpPr>
          <p:cNvPr id="16" name="{{vertikal_fakt}}">
            <a:extLst xmlns:a="http://schemas.openxmlformats.org/drawingml/2006/main">
              <a:ext uri="{FF2B5EF4-FFF2-40B4-BE49-F238E27FC236}">
                <a16:creationId xmlns:a16="http://schemas.microsoft.com/office/drawing/2014/main" id="{B4E6545B-6649-406C-8F78-AE623CC5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25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{{vertikal_fakt}}</a:t>
            </a:r>
          </a:p>
        </p:txBody>
      </p:sp>
      <p:sp>
        <p:nvSpPr>
          <p:cNvPr id="17" name="{{vertikal_reason}}">
            <a:extLst xmlns:a="http://schemas.openxmlformats.org/drawingml/2006/main">
              <a:ext uri="{FF2B5EF4-FFF2-40B4-BE49-F238E27FC236}">
                <a16:creationId xmlns:a16="http://schemas.microsoft.com/office/drawing/2014/main" id="{35F455C1-3522-4F44-A53F-48CD7F3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57800"/>
            <a:ext cx="7406640" cy="356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{{vertikal_reason}}</a:t>
            </a:r>
          </a:p>
        </p:txBody>
      </p:sp>
      <p:sp>
        <p:nvSpPr>
          <p:cNvPr id="18" name="static_15 / 20">
            <a:extLst xmlns:a="http://schemas.openxmlformats.org/drawingml/2006/main">
              <a:ext uri="{FF2B5EF4-FFF2-40B4-BE49-F238E27FC236}">
                <a16:creationId xmlns:a16="http://schemas.microsoft.com/office/drawing/2014/main" id="{6AAA7462-6B4A-4EBA-9BB1-DEFA4E56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5423750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E25B5D1-7D3F-4044-B04D-C71DD51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5a2a7e9d6d43e5">
              <a:extLst>
                <a:ext uri="{96DAC541-7B7A-43D3-8B79-37D633B846F1}">
                  <asvg:svgBlip xmlns:asvg="http://schemas.microsoft.com/office/drawing/2016/SVG/main" r:embed="R364b0720b0084ef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840186E-E3D4-4121-BB00-40458C6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783153"/>
            <a:ext cx="14881190" cy="5879554"/>
          </a:xfrm>
          <a:custGeom xmlns:a="http://schemas.openxmlformats.org/drawingml/2006/main">
            <a:rect l="l" t="t" r="r" b="b"/>
            <a:pathLst>
              <a:path w="1333396" h="526824">
                <a:moveTo>
                  <a:pt x="10161" y="0"/>
                </a:moveTo>
                <a:lnTo>
                  <a:pt x="1323235" y="0"/>
                </a:lnTo>
                <a:cubicBezTo>
                  <a:pt x="1328846" y="0"/>
                  <a:pt x="1333396" y="4549"/>
                  <a:pt x="1333396" y="10161"/>
                </a:cubicBezTo>
                <a:lnTo>
                  <a:pt x="1333396" y="516663"/>
                </a:lnTo>
                <a:cubicBezTo>
                  <a:pt x="1333396" y="519358"/>
                  <a:pt x="1332325" y="521943"/>
                  <a:pt x="1330420" y="523848"/>
                </a:cubicBezTo>
                <a:cubicBezTo>
                  <a:pt x="1328514" y="525754"/>
                  <a:pt x="1325929" y="526824"/>
                  <a:pt x="1323235" y="526824"/>
                </a:cubicBezTo>
                <a:lnTo>
                  <a:pt x="10161" y="526824"/>
                </a:lnTo>
                <a:cubicBezTo>
                  <a:pt x="7466" y="526824"/>
                  <a:pt x="4882" y="525754"/>
                  <a:pt x="2976" y="523848"/>
                </a:cubicBezTo>
                <a:cubicBezTo>
                  <a:pt x="1071" y="521943"/>
                  <a:pt x="0" y="519358"/>
                  <a:pt x="0" y="516663"/>
                </a:cubicBezTo>
                <a:lnTo>
                  <a:pt x="0" y="10161"/>
                </a:lnTo>
                <a:cubicBezTo>
                  <a:pt x="0" y="4549"/>
                  <a:pt x="4549" y="0"/>
                  <a:pt x="10161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050D07E-65E1-4E59-B31A-98B2874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357943"/>
            <a:ext cx="14881190" cy="6304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55A3B76-7CCE-4BC4-AD94-0E193E00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8960" flipH="1" flipV="0">
            <a:off x="14750812" y="62398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8e048ba09b4145">
              <a:extLst>
                <a:ext uri="{96DAC541-7B7A-43D3-8B79-37D633B846F1}">
                  <asvg:svgBlip xmlns:asvg="http://schemas.microsoft.com/office/drawing/2016/SVG/main" r:embed="R3c8dee7ccd9749b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7751581-DBE5-41FA-B008-2663C55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8229600"/>
            <a:ext cx="2091627" cy="2057400"/>
          </a:xfrm>
          <a:custGeom xmlns:a="http://schemas.openxmlformats.org/drawingml/2006/main">
            <a:rect l="l" t="t" r="r" b="b"/>
            <a:pathLst>
              <a:path w="2091627" h="2057400">
                <a:moveTo>
                  <a:pt x="2091627" y="0"/>
                </a:moveTo>
                <a:lnTo>
                  <a:pt x="0" y="0"/>
                </a:lnTo>
                <a:lnTo>
                  <a:pt x="0" y="2057400"/>
                </a:lnTo>
                <a:lnTo>
                  <a:pt x="2091627" y="2057400"/>
                </a:lnTo>
                <a:lnTo>
                  <a:pt x="209162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e66396cbf24ebd">
              <a:extLst>
                <a:ext uri="{96DAC541-7B7A-43D3-8B79-37D633B846F1}">
                  <asvg:svgBlip xmlns:asvg="http://schemas.microsoft.com/office/drawing/2016/SVG/main" r:embed="R46f0de79e2e447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{{positiv_title}}">
            <a:extLst xmlns:a="http://schemas.openxmlformats.org/drawingml/2006/main">
              <a:ext uri="{FF2B5EF4-FFF2-40B4-BE49-F238E27FC236}">
                <a16:creationId xmlns:a16="http://schemas.microsoft.com/office/drawing/2014/main" id="{044495EC-8B92-4DCF-8F64-1B30D33B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036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{{positiv_title}}</a:t>
            </a:r>
          </a:p>
        </p:txBody>
      </p:sp>
      <p:sp>
        <p:nvSpPr>
          <p:cNvPr id="10" name="{{positiv}}">
            <a:extLst xmlns:a="http://schemas.openxmlformats.org/drawingml/2006/main">
              <a:ext uri="{FF2B5EF4-FFF2-40B4-BE49-F238E27FC236}">
                <a16:creationId xmlns:a16="http://schemas.microsoft.com/office/drawing/2014/main" id="{DDBFE97E-F61E-455A-AFDA-0C6B611D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77640"/>
            <a:ext cx="6400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6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{{positiv}}</a:t>
            </a:r>
          </a:p>
        </p:txBody>
      </p:sp>
      <p:sp>
        <p:nvSpPr>
          <p:cNvPr id="11" name="{{negative_title}}">
            <a:extLst xmlns:a="http://schemas.openxmlformats.org/drawingml/2006/main">
              <a:ext uri="{FF2B5EF4-FFF2-40B4-BE49-F238E27FC236}">
                <a16:creationId xmlns:a16="http://schemas.microsoft.com/office/drawing/2014/main" id="{485F7209-9F69-41E7-817A-6DC4094E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8036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3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{{negative_title}}</a:t>
            </a:r>
          </a:p>
        </p:txBody>
      </p:sp>
      <p:sp>
        <p:nvSpPr>
          <p:cNvPr id="12" name="{{negative}}">
            <a:extLst xmlns:a="http://schemas.openxmlformats.org/drawingml/2006/main">
              <a:ext uri="{FF2B5EF4-FFF2-40B4-BE49-F238E27FC236}">
                <a16:creationId xmlns:a16="http://schemas.microsoft.com/office/drawing/2014/main" id="{679630B1-763F-4A28-819C-E3DF5BA2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77640"/>
            <a:ext cx="6400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6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{{negative}}</a:t>
            </a:r>
          </a:p>
        </p:txBody>
      </p:sp>
      <p:sp>
        <p:nvSpPr>
          <p:cNvPr id="13" name="static_16 / 20">
            <a:extLst xmlns:a="http://schemas.openxmlformats.org/drawingml/2006/main">
              <a:ext uri="{FF2B5EF4-FFF2-40B4-BE49-F238E27FC236}">
                <a16:creationId xmlns:a16="http://schemas.microsoft.com/office/drawing/2014/main" id="{E3F37C9D-587D-4496-B18C-FEEDD5F7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5867888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72E1063-D6C3-4D32-90BC-DADA2899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28240" y="-28240"/>
            <a:ext cx="4058320" cy="4114800"/>
          </a:xfrm>
          <a:custGeom xmlns:a="http://schemas.openxmlformats.org/drawingml/2006/main">
            <a:rect l="l" t="t" r="r" b="b"/>
            <a:pathLst>
              <a:path w="4058320" h="4114800">
                <a:moveTo>
                  <a:pt x="0" y="0"/>
                </a:moveTo>
                <a:lnTo>
                  <a:pt x="4058320" y="0"/>
                </a:lnTo>
                <a:lnTo>
                  <a:pt x="4058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ab9ac748f144e6">
              <a:extLst>
                <a:ext uri="{96DAC541-7B7A-43D3-8B79-37D633B846F1}">
                  <asvg:svgBlip xmlns:asvg="http://schemas.microsoft.com/office/drawing/2016/SVG/main" r:embed="Rdb05768db2ed40a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6E1C762-D6BB-4A59-B7AE-7B58B5AD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14201440" y="6200440"/>
            <a:ext cx="4058320" cy="4114800"/>
          </a:xfrm>
          <a:custGeom xmlns:a="http://schemas.openxmlformats.org/drawingml/2006/main">
            <a:rect l="l" t="t" r="r" b="b"/>
            <a:pathLst>
              <a:path w="4058320" h="4114800">
                <a:moveTo>
                  <a:pt x="405832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8320" y="0"/>
                </a:lnTo>
                <a:lnTo>
                  <a:pt x="405832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ab9ac748f144e6">
              <a:extLst>
                <a:ext uri="{96DAC541-7B7A-43D3-8B79-37D633B846F1}">
                  <asvg:svgBlip xmlns:asvg="http://schemas.microsoft.com/office/drawing/2016/SVG/main" r:embed="Rdb05768db2ed40a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535599E-77CB-46F5-9ECE-A8FE82C4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97639" y="87721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1" y="0"/>
                </a:lnTo>
                <a:lnTo>
                  <a:pt x="834341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c4167a41bd4e3e">
              <a:extLst>
                <a:ext uri="{96DAC541-7B7A-43D3-8B79-37D633B846F1}">
                  <asvg:svgBlip xmlns:asvg="http://schemas.microsoft.com/office/drawing/2016/SVG/main" r:embed="Rccd56932e24941e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C4C0753-A56A-4F15-9BBB-BF20FA8E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143500"/>
            <a:ext cx="1866181" cy="186618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2871B3C-27E8-4A6E-9A86-814702D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3654" y="5230977"/>
            <a:ext cx="1516272" cy="16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ADC0458-C407-40F7-9BF0-99D943D1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06650" y="5857863"/>
            <a:ext cx="1423732" cy="14237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91CFB11-A2FF-44DA-939B-B564E500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0124" y="5924600"/>
            <a:ext cx="1156782" cy="1223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207689E-2146-4CC3-BD5F-F53A77A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49468" y="1028700"/>
            <a:ext cx="1997983" cy="1997983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1D4BF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9A35CED-C340-443D-A9DB-9BDFAB39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36778" y="1122355"/>
            <a:ext cx="1623361" cy="1717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47F2134-D384-40BD-A4A2-42C8558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37560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c4167a41bd4e3e">
              <a:extLst>
                <a:ext uri="{96DAC541-7B7A-43D3-8B79-37D633B846F1}">
                  <asvg:svgBlip xmlns:asvg="http://schemas.microsoft.com/office/drawing/2016/SVG/main" r:embed="Rccd56932e24941e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4B452FC-E1EA-4BD5-8D46-89452D68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382" flipH="1" flipV="0">
            <a:off x="548956" y="4453949"/>
            <a:ext cx="2768518" cy="2567172"/>
          </a:xfrm>
          <a:custGeom xmlns:a="http://schemas.openxmlformats.org/drawingml/2006/main">
            <a:rect l="l" t="t" r="r" b="b"/>
            <a:pathLst>
              <a:path w="2768518" h="2567172">
                <a:moveTo>
                  <a:pt x="2768518" y="0"/>
                </a:moveTo>
                <a:lnTo>
                  <a:pt x="0" y="0"/>
                </a:lnTo>
                <a:lnTo>
                  <a:pt x="0" y="2567171"/>
                </a:lnTo>
                <a:lnTo>
                  <a:pt x="2768518" y="2567171"/>
                </a:lnTo>
                <a:lnTo>
                  <a:pt x="27685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e8d158254f4c10">
              <a:extLst>
                <a:ext uri="{96DAC541-7B7A-43D3-8B79-37D633B846F1}">
                  <asvg:svgBlip xmlns:asvg="http://schemas.microsoft.com/office/drawing/2016/SVG/main" r:embed="R3f5fac6d29da4fe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434A9F7-A9A7-4DD3-8148-551E5752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07894" y="1028700"/>
            <a:ext cx="1481132" cy="1826508"/>
          </a:xfrm>
          <a:custGeom xmlns:a="http://schemas.openxmlformats.org/drawingml/2006/main">
            <a:rect l="l" t="t" r="r" b="b"/>
            <a:pathLst>
              <a:path w="1481132" h="1826508">
                <a:moveTo>
                  <a:pt x="0" y="0"/>
                </a:moveTo>
                <a:lnTo>
                  <a:pt x="1481132" y="0"/>
                </a:lnTo>
                <a:lnTo>
                  <a:pt x="1481132" y="1826508"/>
                </a:lnTo>
                <a:lnTo>
                  <a:pt x="0" y="18265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b97ac3eefe4ebf">
              <a:extLst>
                <a:ext uri="{96DAC541-7B7A-43D3-8B79-37D633B846F1}">
                  <asvg:svgBlip xmlns:asvg="http://schemas.microsoft.com/office/drawing/2016/SVG/main" r:embed="R709818f4de894b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6154039-14C1-48D4-93B9-93C73CC0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60926" flipH="0" flipV="0">
            <a:off x="15068795" y="5711001"/>
            <a:ext cx="1499443" cy="1530043"/>
          </a:xfrm>
          <a:custGeom xmlns:a="http://schemas.openxmlformats.org/drawingml/2006/main">
            <a:rect l="l" t="t" r="r" b="b"/>
            <a:pathLst>
              <a:path w="1499443" h="1530043">
                <a:moveTo>
                  <a:pt x="0" y="0"/>
                </a:moveTo>
                <a:lnTo>
                  <a:pt x="1499442" y="0"/>
                </a:lnTo>
                <a:lnTo>
                  <a:pt x="1499442" y="1530043"/>
                </a:lnTo>
                <a:lnTo>
                  <a:pt x="0" y="15300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d98cc43a6d442ef">
              <a:extLst>
                <a:ext uri="{96DAC541-7B7A-43D3-8B79-37D633B846F1}">
                  <asvg:svgBlip xmlns:asvg="http://schemas.microsoft.com/office/drawing/2016/SVG/main" r:embed="R405e5b7855ba406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877DAC2A-6A92-4BDC-B611-D295A6AD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767" y="6820113"/>
            <a:ext cx="6492240" cy="0"/>
          </a:xfrm>
          <a:prstGeom xmlns:a="http://schemas.openxmlformats.org/drawingml/2006/main" prst="line">
            <a:avLst/>
          </a:prstGeom>
          <a:ln xmlns:a="http://schemas.openxmlformats.org/drawingml/2006/main" w="38100" cap="flat">
            <a:solidFill>
              <a:srgbClr val="B4B9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CF9AF43-6E6E-47FE-B52E-E08743C8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9202" y="6688182"/>
            <a:ext cx="263863" cy="263863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763398-AF56-4F19-B6F0-71F39DE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3939" y="6700550"/>
            <a:ext cx="214388" cy="2267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2" name="{{xulosa}}">
            <a:extLst xmlns:a="http://schemas.openxmlformats.org/drawingml/2006/main">
              <a:ext uri="{FF2B5EF4-FFF2-40B4-BE49-F238E27FC236}">
                <a16:creationId xmlns:a16="http://schemas.microsoft.com/office/drawing/2014/main" id="{0B858B9A-8E36-4937-9E07-44DC48E0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11430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76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{{xulosa}}</a:t>
            </a:r>
          </a:p>
        </p:txBody>
      </p:sp>
      <p:sp>
        <p:nvSpPr>
          <p:cNvPr id="23" name="static_17 / 20">
            <a:extLst xmlns:a="http://schemas.openxmlformats.org/drawingml/2006/main">
              <a:ext uri="{FF2B5EF4-FFF2-40B4-BE49-F238E27FC236}">
                <a16:creationId xmlns:a16="http://schemas.microsoft.com/office/drawing/2014/main" id="{DE6F39D9-C0CB-45A3-A441-4F4F8EE0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8125793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01B6D0-8BFE-4E00-A1CC-C117EB8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894aa8e31545a5">
              <a:extLst>
                <a:ext uri="{96DAC541-7B7A-43D3-8B79-37D633B846F1}">
                  <asvg:svgBlip xmlns:asvg="http://schemas.microsoft.com/office/drawing/2016/SVG/main" r:embed="Rd2a4f1366f8544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0D7ECB5-EB89-428F-88E0-C20AF5DB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30127" flipH="1" flipV="0">
            <a:off x="14036011" y="4808280"/>
            <a:ext cx="2850666" cy="2643345"/>
          </a:xfrm>
          <a:custGeom xmlns:a="http://schemas.openxmlformats.org/drawingml/2006/main">
            <a:rect l="l" t="t" r="r" b="b"/>
            <a:pathLst>
              <a:path w="2850666" h="2643345">
                <a:moveTo>
                  <a:pt x="2850665" y="0"/>
                </a:moveTo>
                <a:lnTo>
                  <a:pt x="0" y="0"/>
                </a:lnTo>
                <a:lnTo>
                  <a:pt x="0" y="2643345"/>
                </a:lnTo>
                <a:lnTo>
                  <a:pt x="2850665" y="2643345"/>
                </a:lnTo>
                <a:lnTo>
                  <a:pt x="2850665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abb54c9f7d44da">
              <a:extLst>
                <a:ext uri="{96DAC541-7B7A-43D3-8B79-37D633B846F1}">
                  <asvg:svgBlip xmlns:asvg="http://schemas.microsoft.com/office/drawing/2016/SVG/main" r:embed="R471c56b9817445d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BF3A2F9-8AD6-4481-9C0E-FE2A4D2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122308"/>
            <a:ext cx="2137535" cy="2167284"/>
          </a:xfrm>
          <a:custGeom xmlns:a="http://schemas.openxmlformats.org/drawingml/2006/main">
            <a:rect l="l" t="t" r="r" b="b"/>
            <a:pathLst>
              <a:path w="2137535" h="2167284">
                <a:moveTo>
                  <a:pt x="0" y="0"/>
                </a:moveTo>
                <a:lnTo>
                  <a:pt x="2137535" y="0"/>
                </a:lnTo>
                <a:lnTo>
                  <a:pt x="2137535" y="2167284"/>
                </a:lnTo>
                <a:lnTo>
                  <a:pt x="0" y="2167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988187bc654def">
              <a:extLst>
                <a:ext uri="{96DAC541-7B7A-43D3-8B79-37D633B846F1}">
                  <asvg:svgBlip xmlns:asvg="http://schemas.microsoft.com/office/drawing/2016/SVG/main" r:embed="R66279b1c51a3486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image_13}}" descr="{{image_13}}">
            <a:extLst xmlns:a="http://schemas.openxmlformats.org/drawingml/2006/main">
              <a:ext uri="{FF2B5EF4-FFF2-40B4-BE49-F238E27FC236}">
                <a16:creationId xmlns:a16="http://schemas.microsoft.com/office/drawing/2014/main" id="{2B2464DC-B1F2-46C7-B246-6823985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9160" y="3869392"/>
            <a:ext cx="4356902" cy="435690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83516" y="0"/>
                </a:moveTo>
                <a:lnTo>
                  <a:pt x="729284" y="0"/>
                </a:lnTo>
                <a:cubicBezTo>
                  <a:pt x="775409" y="0"/>
                  <a:pt x="812800" y="37391"/>
                  <a:pt x="812800" y="83516"/>
                </a:cubicBezTo>
                <a:lnTo>
                  <a:pt x="812800" y="729284"/>
                </a:lnTo>
                <a:cubicBezTo>
                  <a:pt x="812800" y="775409"/>
                  <a:pt x="775409" y="812800"/>
                  <a:pt x="729284" y="812800"/>
                </a:cubicBezTo>
                <a:lnTo>
                  <a:pt x="83516" y="812800"/>
                </a:lnTo>
                <a:cubicBezTo>
                  <a:pt x="37391" y="812800"/>
                  <a:pt x="0" y="775409"/>
                  <a:pt x="0" y="729284"/>
                </a:cubicBezTo>
                <a:lnTo>
                  <a:pt x="0" y="83516"/>
                </a:lnTo>
                <a:cubicBezTo>
                  <a:pt x="0" y="37391"/>
                  <a:pt x="37391" y="0"/>
                  <a:pt x="83516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fdec57e21649e2"/>
            <a:stretch>
              <a:fillRect l="-24931" t="0" r="-24931" b="0"/>
            </a:stretch>
          </a:blipFill>
        </p:spPr>
      </p:sp>
      <p:sp>
        <p:nvSpPr>
          <p:cNvPr id="7" name="{{xulosa}}">
            <a:extLst xmlns:a="http://schemas.openxmlformats.org/drawingml/2006/main">
              <a:ext uri="{FF2B5EF4-FFF2-40B4-BE49-F238E27FC236}">
                <a16:creationId xmlns:a16="http://schemas.microsoft.com/office/drawing/2014/main" id="{8171DEE5-78BD-4E32-A7F8-BC98D103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88720"/>
            <a:ext cx="7680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5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{{xulosa}}</a:t>
            </a:r>
          </a:p>
        </p:txBody>
      </p:sp>
      <p:sp>
        <p:nvSpPr>
          <p:cNvPr id="8" name="{{xulosa_matni}}">
            <a:extLst xmlns:a="http://schemas.openxmlformats.org/drawingml/2006/main">
              <a:ext uri="{FF2B5EF4-FFF2-40B4-BE49-F238E27FC236}">
                <a16:creationId xmlns:a16="http://schemas.microsoft.com/office/drawing/2014/main" id="{A7FFAD50-5032-4EFB-96CB-42D6DE64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7406640" cy="489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{{xulosa_matni}}</a:t>
            </a:r>
          </a:p>
        </p:txBody>
      </p:sp>
      <p:sp>
        <p:nvSpPr>
          <p:cNvPr id="9" name="static_18 / 20">
            <a:extLst xmlns:a="http://schemas.openxmlformats.org/drawingml/2006/main">
              <a:ext uri="{FF2B5EF4-FFF2-40B4-BE49-F238E27FC236}">
                <a16:creationId xmlns:a16="http://schemas.microsoft.com/office/drawing/2014/main" id="{5B162A62-1901-4DD6-AFBD-69A0A8B9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4351502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E25B5D1-7D3F-4044-B04D-C71DD51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8421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55cf9bf039423e">
              <a:extLst>
                <a:ext uri="{96DAC541-7B7A-43D3-8B79-37D633B846F1}">
                  <asvg:svgBlip xmlns:asvg="http://schemas.microsoft.com/office/drawing/2016/SVG/main" r:embed="R94ebb15a03b547b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840186E-E3D4-4121-BB00-40458C6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783153"/>
            <a:ext cx="14881190" cy="5879554"/>
          </a:xfrm>
          <a:custGeom xmlns:a="http://schemas.openxmlformats.org/drawingml/2006/main">
            <a:rect l="l" t="t" r="r" b="b"/>
            <a:pathLst>
              <a:path w="1333396" h="526824">
                <a:moveTo>
                  <a:pt x="10161" y="0"/>
                </a:moveTo>
                <a:lnTo>
                  <a:pt x="1323235" y="0"/>
                </a:lnTo>
                <a:cubicBezTo>
                  <a:pt x="1328846" y="0"/>
                  <a:pt x="1333396" y="4549"/>
                  <a:pt x="1333396" y="10161"/>
                </a:cubicBezTo>
                <a:lnTo>
                  <a:pt x="1333396" y="516663"/>
                </a:lnTo>
                <a:cubicBezTo>
                  <a:pt x="1333396" y="519358"/>
                  <a:pt x="1332325" y="521943"/>
                  <a:pt x="1330420" y="523848"/>
                </a:cubicBezTo>
                <a:cubicBezTo>
                  <a:pt x="1328514" y="525754"/>
                  <a:pt x="1325929" y="526824"/>
                  <a:pt x="1323235" y="526824"/>
                </a:cubicBezTo>
                <a:lnTo>
                  <a:pt x="10161" y="526824"/>
                </a:lnTo>
                <a:cubicBezTo>
                  <a:pt x="7466" y="526824"/>
                  <a:pt x="4882" y="525754"/>
                  <a:pt x="2976" y="523848"/>
                </a:cubicBezTo>
                <a:cubicBezTo>
                  <a:pt x="1071" y="521943"/>
                  <a:pt x="0" y="519358"/>
                  <a:pt x="0" y="516663"/>
                </a:cubicBezTo>
                <a:lnTo>
                  <a:pt x="0" y="10161"/>
                </a:lnTo>
                <a:cubicBezTo>
                  <a:pt x="0" y="4549"/>
                  <a:pt x="4549" y="0"/>
                  <a:pt x="10161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  <a:ln xmlns:a="http://schemas.openxmlformats.org/drawingml/2006/main" cap="rnd">
            <a:noFill/>
            <a:prstDash val="solid"/>
            <a:round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050D07E-65E1-4E59-B31A-98B2874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405" y="2357943"/>
            <a:ext cx="14881190" cy="6304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55A3B76-7CCE-4BC4-AD94-0E193E00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8960" flipH="1" flipV="0">
            <a:off x="14750812" y="6239881"/>
            <a:ext cx="4044757" cy="3750593"/>
          </a:xfrm>
          <a:custGeom xmlns:a="http://schemas.openxmlformats.org/drawingml/2006/main">
            <a:rect l="l" t="t" r="r" b="b"/>
            <a:pathLst>
              <a:path w="4044757" h="3750593">
                <a:moveTo>
                  <a:pt x="4044757" y="0"/>
                </a:moveTo>
                <a:lnTo>
                  <a:pt x="0" y="0"/>
                </a:lnTo>
                <a:lnTo>
                  <a:pt x="0" y="3750593"/>
                </a:lnTo>
                <a:lnTo>
                  <a:pt x="4044757" y="3750593"/>
                </a:lnTo>
                <a:lnTo>
                  <a:pt x="404475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c4a3322e8748de">
              <a:extLst>
                <a:ext uri="{96DAC541-7B7A-43D3-8B79-37D633B846F1}">
                  <asvg:svgBlip xmlns:asvg="http://schemas.microsoft.com/office/drawing/2016/SVG/main" r:embed="R6d247084e2674cf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7751581-DBE5-41FA-B008-2663C55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8229600"/>
            <a:ext cx="2091627" cy="2057400"/>
          </a:xfrm>
          <a:custGeom xmlns:a="http://schemas.openxmlformats.org/drawingml/2006/main">
            <a:rect l="l" t="t" r="r" b="b"/>
            <a:pathLst>
              <a:path w="2091627" h="2057400">
                <a:moveTo>
                  <a:pt x="2091627" y="0"/>
                </a:moveTo>
                <a:lnTo>
                  <a:pt x="0" y="0"/>
                </a:lnTo>
                <a:lnTo>
                  <a:pt x="0" y="2057400"/>
                </a:lnTo>
                <a:lnTo>
                  <a:pt x="2091627" y="2057400"/>
                </a:lnTo>
                <a:lnTo>
                  <a:pt x="209162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f8b7ce66a54382">
              <a:extLst>
                <a:ext uri="{96DAC541-7B7A-43D3-8B79-37D633B846F1}">
                  <asvg:svgBlip xmlns:asvg="http://schemas.microsoft.com/office/drawing/2016/SVG/main" r:embed="Rf0ab33dc47d745e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{{adabiyotlar}}">
            <a:extLst xmlns:a="http://schemas.openxmlformats.org/drawingml/2006/main">
              <a:ext uri="{FF2B5EF4-FFF2-40B4-BE49-F238E27FC236}">
                <a16:creationId xmlns:a16="http://schemas.microsoft.com/office/drawing/2014/main" id="{026B9F98-7AEE-4154-9DCA-1476271E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80160"/>
            <a:ext cx="1371600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60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{{adabiyotlar}}</a:t>
            </a:r>
          </a:p>
        </p:txBody>
      </p:sp>
      <p:sp>
        <p:nvSpPr>
          <p:cNvPr id="10" name="{{adabiyotlar_ro_yxati}}">
            <a:extLst xmlns:a="http://schemas.openxmlformats.org/drawingml/2006/main">
              <a:ext uri="{FF2B5EF4-FFF2-40B4-BE49-F238E27FC236}">
                <a16:creationId xmlns:a16="http://schemas.microsoft.com/office/drawing/2014/main" id="{80CDE843-5CBA-4316-A3E0-E9375037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291840"/>
            <a:ext cx="13441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2700" b="0">
                <a:solidFill>
                  <a:srgbClr val="263526"/>
                </a:solidFill>
                <a:latin typeface="Akzidenz-Grotesk"/>
                <a:ea typeface="Akzidenz-Grotesk"/>
                <a:cs typeface="Akzidenz-Grotesk"/>
              </a:rPr>
              <a:t>{{adabiyotlar_ro_yxati}}</a:t>
            </a:r>
          </a:p>
        </p:txBody>
      </p:sp>
      <p:sp>
        <p:nvSpPr>
          <p:cNvPr id="11" name="static_19 / 20">
            <a:extLst xmlns:a="http://schemas.openxmlformats.org/drawingml/2006/main">
              <a:ext uri="{FF2B5EF4-FFF2-40B4-BE49-F238E27FC236}">
                <a16:creationId xmlns:a16="http://schemas.microsoft.com/office/drawing/2014/main" id="{DD3A0064-F1DF-4E75-8D82-3D2DF6C6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5867888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72E1063-D6C3-4D32-90BC-DADA2899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28240" y="-28240"/>
            <a:ext cx="4058320" cy="4114800"/>
          </a:xfrm>
          <a:custGeom xmlns:a="http://schemas.openxmlformats.org/drawingml/2006/main">
            <a:rect l="l" t="t" r="r" b="b"/>
            <a:pathLst>
              <a:path w="4058320" h="4114800">
                <a:moveTo>
                  <a:pt x="0" y="0"/>
                </a:moveTo>
                <a:lnTo>
                  <a:pt x="4058320" y="0"/>
                </a:lnTo>
                <a:lnTo>
                  <a:pt x="4058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ade4a6a482402d">
              <a:extLst>
                <a:ext uri="{96DAC541-7B7A-43D3-8B79-37D633B846F1}">
                  <asvg:svgBlip xmlns:asvg="http://schemas.microsoft.com/office/drawing/2016/SVG/main" r:embed="Rf88c4cd2698c40f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6E1C762-D6BB-4A59-B7AE-7B58B5AD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14201440" y="6200440"/>
            <a:ext cx="4058320" cy="4114800"/>
          </a:xfrm>
          <a:custGeom xmlns:a="http://schemas.openxmlformats.org/drawingml/2006/main">
            <a:rect l="l" t="t" r="r" b="b"/>
            <a:pathLst>
              <a:path w="4058320" h="4114800">
                <a:moveTo>
                  <a:pt x="405832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8320" y="0"/>
                </a:lnTo>
                <a:lnTo>
                  <a:pt x="405832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ade4a6a482402d">
              <a:extLst>
                <a:ext uri="{96DAC541-7B7A-43D3-8B79-37D633B846F1}">
                  <asvg:svgBlip xmlns:asvg="http://schemas.microsoft.com/office/drawing/2016/SVG/main" r:embed="Rf88c4cd2698c40f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535599E-77CB-46F5-9ECE-A8FE82C4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97639" y="87721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1" y="0"/>
                </a:lnTo>
                <a:lnTo>
                  <a:pt x="834341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228554e8894ab3">
              <a:extLst>
                <a:ext uri="{96DAC541-7B7A-43D3-8B79-37D633B846F1}">
                  <asvg:svgBlip xmlns:asvg="http://schemas.microsoft.com/office/drawing/2016/SVG/main" r:embed="Re5995bb3c2494c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C4C0753-A56A-4F15-9BBB-BF20FA8E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143500"/>
            <a:ext cx="1866181" cy="186618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2871B3C-27E8-4A6E-9A86-814702D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3654" y="5230977"/>
            <a:ext cx="1516272" cy="16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ADC0458-C407-40F7-9BF0-99D943D1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06650" y="5857863"/>
            <a:ext cx="1423732" cy="1423732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EDCCA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91CFB11-A2FF-44DA-939B-B564E500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0124" y="5924600"/>
            <a:ext cx="1156782" cy="1223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207689E-2146-4CC3-BD5F-F53A77A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49468" y="1028700"/>
            <a:ext cx="1997983" cy="1997983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D1D4BF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9A35CED-C340-443D-A9DB-9BDFAB39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36778" y="1122355"/>
            <a:ext cx="1623361" cy="1717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47F2134-D384-40BD-A4A2-42C8558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3756029" y="542590"/>
            <a:ext cx="834341" cy="972220"/>
          </a:xfrm>
          <a:custGeom xmlns:a="http://schemas.openxmlformats.org/drawingml/2006/main">
            <a:rect l="l" t="t" r="r" b="b"/>
            <a:pathLst>
              <a:path w="834341" h="972220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228554e8894ab3">
              <a:extLst>
                <a:ext uri="{96DAC541-7B7A-43D3-8B79-37D633B846F1}">
                  <asvg:svgBlip xmlns:asvg="http://schemas.microsoft.com/office/drawing/2016/SVG/main" r:embed="Re5995bb3c2494c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4B452FC-E1EA-4BD5-8D46-89452D68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382" flipH="1" flipV="0">
            <a:off x="548956" y="4453949"/>
            <a:ext cx="2768518" cy="2567172"/>
          </a:xfrm>
          <a:custGeom xmlns:a="http://schemas.openxmlformats.org/drawingml/2006/main">
            <a:rect l="l" t="t" r="r" b="b"/>
            <a:pathLst>
              <a:path w="2768518" h="2567172">
                <a:moveTo>
                  <a:pt x="2768518" y="0"/>
                </a:moveTo>
                <a:lnTo>
                  <a:pt x="0" y="0"/>
                </a:lnTo>
                <a:lnTo>
                  <a:pt x="0" y="2567171"/>
                </a:lnTo>
                <a:lnTo>
                  <a:pt x="2768518" y="2567171"/>
                </a:lnTo>
                <a:lnTo>
                  <a:pt x="276851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183eaf041da47b3">
              <a:extLst>
                <a:ext uri="{96DAC541-7B7A-43D3-8B79-37D633B846F1}">
                  <asvg:svgBlip xmlns:asvg="http://schemas.microsoft.com/office/drawing/2016/SVG/main" r:embed="R0bc41323249146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9434A9F7-A9A7-4DD3-8148-551E5752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07894" y="1028700"/>
            <a:ext cx="1481132" cy="1826508"/>
          </a:xfrm>
          <a:custGeom xmlns:a="http://schemas.openxmlformats.org/drawingml/2006/main">
            <a:rect l="l" t="t" r="r" b="b"/>
            <a:pathLst>
              <a:path w="1481132" h="1826508">
                <a:moveTo>
                  <a:pt x="0" y="0"/>
                </a:moveTo>
                <a:lnTo>
                  <a:pt x="1481132" y="0"/>
                </a:lnTo>
                <a:lnTo>
                  <a:pt x="1481132" y="1826508"/>
                </a:lnTo>
                <a:lnTo>
                  <a:pt x="0" y="18265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9e152b78494d6d">
              <a:extLst>
                <a:ext uri="{96DAC541-7B7A-43D3-8B79-37D633B846F1}">
                  <asvg:svgBlip xmlns:asvg="http://schemas.microsoft.com/office/drawing/2016/SVG/main" r:embed="Rf47cbd4ea89f48e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6154039-14C1-48D4-93B9-93C73CC0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60926" flipH="0" flipV="0">
            <a:off x="15068795" y="5711001"/>
            <a:ext cx="1499443" cy="1530043"/>
          </a:xfrm>
          <a:custGeom xmlns:a="http://schemas.openxmlformats.org/drawingml/2006/main">
            <a:rect l="l" t="t" r="r" b="b"/>
            <a:pathLst>
              <a:path w="1499443" h="1530043">
                <a:moveTo>
                  <a:pt x="0" y="0"/>
                </a:moveTo>
                <a:lnTo>
                  <a:pt x="1499442" y="0"/>
                </a:lnTo>
                <a:lnTo>
                  <a:pt x="1499442" y="1530043"/>
                </a:lnTo>
                <a:lnTo>
                  <a:pt x="0" y="15300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ddf97cece6c46f6">
              <a:extLst>
                <a:ext uri="{96DAC541-7B7A-43D3-8B79-37D633B846F1}">
                  <asvg:svgBlip xmlns:asvg="http://schemas.microsoft.com/office/drawing/2016/SVG/main" r:embed="R3fe9839984ff46f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877DAC2A-6A92-4BDC-B611-D295A6AD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767" y="6820113"/>
            <a:ext cx="6492240" cy="0"/>
          </a:xfrm>
          <a:prstGeom xmlns:a="http://schemas.openxmlformats.org/drawingml/2006/main" prst="line">
            <a:avLst/>
          </a:prstGeom>
          <a:ln xmlns:a="http://schemas.openxmlformats.org/drawingml/2006/main" w="38100" cap="flat">
            <a:solidFill>
              <a:srgbClr val="B4B9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CF9AF43-6E6E-47FE-B52E-E08743C8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9202" y="6688182"/>
            <a:ext cx="263863" cy="263863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80885F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763398-AF56-4F19-B6F0-71F39DE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3939" y="6700550"/>
            <a:ext cx="214388" cy="2267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2" name="{{yakun}}">
            <a:extLst xmlns:a="http://schemas.openxmlformats.org/drawingml/2006/main">
              <a:ext uri="{FF2B5EF4-FFF2-40B4-BE49-F238E27FC236}">
                <a16:creationId xmlns:a16="http://schemas.microsoft.com/office/drawing/2014/main" id="{48FFB410-AB9F-4A3A-9604-5ED73840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17520"/>
            <a:ext cx="10972800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defRPr>
            </a:pPr>
            <a:r>
              <a:rPr sz="6600" b="1">
                <a:solidFill>
                  <a:srgbClr val="475844"/>
                </a:solidFill>
                <a:latin typeface="Akzidenz-Grotesk Bold"/>
                <a:ea typeface="Akzidenz-Grotesk Bold"/>
                <a:cs typeface="Akzidenz-Grotesk Bold"/>
              </a:rPr>
              <a:t>{{yakun}}</a:t>
            </a:r>
          </a:p>
        </p:txBody>
      </p:sp>
      <p:sp>
        <p:nvSpPr>
          <p:cNvPr id="23" name="static_20 / 20">
            <a:extLst xmlns:a="http://schemas.openxmlformats.org/drawingml/2006/main">
              <a:ext uri="{FF2B5EF4-FFF2-40B4-BE49-F238E27FC236}">
                <a16:creationId xmlns:a16="http://schemas.microsoft.com/office/drawing/2014/main" id="{181750FA-B1FF-4400-B5BE-A2C8F5B4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defRPr>
            </a:pPr>
            <a:r>
              <a:rPr sz="1400" b="0">
                <a:solidFill>
                  <a:srgbClr val="475844"/>
                </a:solidFill>
                <a:latin typeface="Akzidenz-Grotesk"/>
                <a:ea typeface="Akzidenz-Grotesk"/>
                <a:cs typeface="Akzidenz-Grotesk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8125793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2026-10-07T14:06:06.0930000Z</dcterms:created>
  <dcterms:modified xsi:type="dcterms:W3CDTF">2026-10-07T14:06:06.0930000Z</dcterms:modified>
</coreProperties>
</file>