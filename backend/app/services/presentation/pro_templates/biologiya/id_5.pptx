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21aa172fedc04eab"/><Relationship Type="http://schemas.openxmlformats.org/officeDocument/2006/relationships/extended-properties" Target="/docProps/app.xml" Id="R04d5b196fafb4e93"/><Relationship Type="http://schemas.openxmlformats.org/officeDocument/2006/relationships/officeDocument" Target="/ppt/presentation.xml" Id="R72ec9b042d4f498b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5c58464ff734c5c"/>
  </p:sldMasterIdLst>
  <p:notesMasterIdLst>
    <p:notesMasterId xmlns:r="http://schemas.openxmlformats.org/officeDocument/2006/relationships" r:id="R6c2c2a7b28204a90"/>
  </p:notesMasterIdLst>
  <p:sldIdLst>
    <p:sldId xmlns:r="http://schemas.openxmlformats.org/officeDocument/2006/relationships" id="256" r:id="Rfcd2268f1fc042ae"/>
    <p:sldId xmlns:r="http://schemas.openxmlformats.org/officeDocument/2006/relationships" id="270" r:id="R44de3a1419884553"/>
    <p:sldId xmlns:r="http://schemas.openxmlformats.org/officeDocument/2006/relationships" id="273" r:id="R2f564e0271ca4c80"/>
    <p:sldId xmlns:r="http://schemas.openxmlformats.org/officeDocument/2006/relationships" id="267" r:id="R648d8faf3e834972"/>
    <p:sldId xmlns:r="http://schemas.openxmlformats.org/officeDocument/2006/relationships" id="266" r:id="R69b7c0aed7a2491d"/>
    <p:sldId xmlns:r="http://schemas.openxmlformats.org/officeDocument/2006/relationships" id="265" r:id="R48d505be8d414823"/>
    <p:sldId xmlns:r="http://schemas.openxmlformats.org/officeDocument/2006/relationships" id="264" r:id="R3e404521968b40a1"/>
    <p:sldId xmlns:r="http://schemas.openxmlformats.org/officeDocument/2006/relationships" id="263" r:id="Rd6bf972e6e024dbc"/>
    <p:sldId xmlns:r="http://schemas.openxmlformats.org/officeDocument/2006/relationships" id="262" r:id="R9e26718bf46b4112"/>
    <p:sldId xmlns:r="http://schemas.openxmlformats.org/officeDocument/2006/relationships" id="261" r:id="R468204bfcd234d6c"/>
    <p:sldId xmlns:r="http://schemas.openxmlformats.org/officeDocument/2006/relationships" id="260" r:id="Re8f1b2b6c76745eb"/>
    <p:sldId xmlns:r="http://schemas.openxmlformats.org/officeDocument/2006/relationships" id="269" r:id="Rcd4790d5ded9492e"/>
    <p:sldId xmlns:r="http://schemas.openxmlformats.org/officeDocument/2006/relationships" id="271" r:id="Rd7a658eb81be445b"/>
    <p:sldId xmlns:r="http://schemas.openxmlformats.org/officeDocument/2006/relationships" id="259" r:id="R7fe2ce16a27b48a0"/>
    <p:sldId xmlns:r="http://schemas.openxmlformats.org/officeDocument/2006/relationships" id="258" r:id="R3feb63fa01df4dc3"/>
    <p:sldId xmlns:r="http://schemas.openxmlformats.org/officeDocument/2006/relationships" id="268" r:id="R47733110828c47c7"/>
    <p:sldId xmlns:r="http://schemas.openxmlformats.org/officeDocument/2006/relationships" id="275" r:id="Rcd50980cf43147c4"/>
    <p:sldId xmlns:r="http://schemas.openxmlformats.org/officeDocument/2006/relationships" id="257" r:id="R07ef1c2e23144a5b"/>
    <p:sldId xmlns:r="http://schemas.openxmlformats.org/officeDocument/2006/relationships" id="272" r:id="Rb01527e528ad4f7e"/>
    <p:sldId xmlns:r="http://schemas.openxmlformats.org/officeDocument/2006/relationships" id="274" r:id="R3918ea300a25401e"/>
  </p:sldIdLst>
  <p:sldSz cx="18288000" cy="10287000"/>
  <p:notesSz cx="6858000" cy="9144000"/>
  <p:embeddedFontLst>
    <p:embeddedFont>
      <p:font typeface="Lazydog"/>
      <p:regular xmlns:r="http://schemas.openxmlformats.org/officeDocument/2006/relationships" r:id="R4b4b7ad0e9754475"/>
    </p:embeddedFont>
    <p:embeddedFont>
      <p:font typeface="Dreaming Outloud Sans"/>
      <p:regular xmlns:r="http://schemas.openxmlformats.org/officeDocument/2006/relationships" r:id="R807db931d30841c3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a1ffbd7e9944ff9"/><Relationship Type="http://schemas.openxmlformats.org/officeDocument/2006/relationships/slideMaster" Target="/ppt/slideMasters/slideMaster1.xml" Id="R65c58464ff734c5c"/><Relationship Type="http://schemas.openxmlformats.org/officeDocument/2006/relationships/notesMaster" Target="/ppt/notesMasters/notesMaster1.xml" Id="R6c2c2a7b28204a90"/><Relationship Type="http://schemas.openxmlformats.org/officeDocument/2006/relationships/presProps" Target="/ppt/presProps.xml" Id="R10e099f753cb4daf"/><Relationship Type="http://schemas.openxmlformats.org/officeDocument/2006/relationships/viewProps" Target="/ppt/viewProps.xml" Id="R3b95cf7b04d94322"/><Relationship Type="http://schemas.openxmlformats.org/officeDocument/2006/relationships/tableStyles" Target="/ppt/tableStyles.xml" Id="R89959333a7344168"/><Relationship Type="http://schemas.openxmlformats.org/officeDocument/2006/relationships/font" Target="/ppt/fonts/font.dat" Id="R4b4b7ad0e9754475"/><Relationship Type="http://schemas.openxmlformats.org/officeDocument/2006/relationships/font" Target="/ppt/fonts/font2.dat" Id="R807db931d30841c3"/><Relationship Type="http://schemas.openxmlformats.org/officeDocument/2006/relationships/slide" Target="/ppt/slides/slide1.xml" Id="Rfcd2268f1fc042ae"/><Relationship Type="http://schemas.openxmlformats.org/officeDocument/2006/relationships/slide" Target="/ppt/slides/slide18.xml" Id="R07ef1c2e23144a5b"/><Relationship Type="http://schemas.openxmlformats.org/officeDocument/2006/relationships/slide" Target="/ppt/slides/slide15.xml" Id="R3feb63fa01df4dc3"/><Relationship Type="http://schemas.openxmlformats.org/officeDocument/2006/relationships/slide" Target="/ppt/slides/slide14.xml" Id="R7fe2ce16a27b48a0"/><Relationship Type="http://schemas.openxmlformats.org/officeDocument/2006/relationships/slide" Target="/ppt/slides/slide11.xml" Id="Re8f1b2b6c76745eb"/><Relationship Type="http://schemas.openxmlformats.org/officeDocument/2006/relationships/slide" Target="/ppt/slides/slide10.xml" Id="R468204bfcd234d6c"/><Relationship Type="http://schemas.openxmlformats.org/officeDocument/2006/relationships/slide" Target="/ppt/slides/slide9.xml" Id="R9e26718bf46b4112"/><Relationship Type="http://schemas.openxmlformats.org/officeDocument/2006/relationships/slide" Target="/ppt/slides/slide8.xml" Id="Rd6bf972e6e024dbc"/><Relationship Type="http://schemas.openxmlformats.org/officeDocument/2006/relationships/slide" Target="/ppt/slides/slide7.xml" Id="R3e404521968b40a1"/><Relationship Type="http://schemas.openxmlformats.org/officeDocument/2006/relationships/slide" Target="/ppt/slides/slide6.xml" Id="R48d505be8d414823"/><Relationship Type="http://schemas.openxmlformats.org/officeDocument/2006/relationships/slide" Target="/ppt/slides/slide5.xml" Id="R69b7c0aed7a2491d"/><Relationship Type="http://schemas.openxmlformats.org/officeDocument/2006/relationships/slide" Target="/ppt/slides/slide4.xml" Id="R648d8faf3e834972"/><Relationship Type="http://schemas.openxmlformats.org/officeDocument/2006/relationships/slide" Target="/ppt/slides/slide16.xml" Id="R47733110828c47c7"/><Relationship Type="http://schemas.openxmlformats.org/officeDocument/2006/relationships/slide" Target="/ppt/slides/slide12.xml" Id="Rcd4790d5ded9492e"/><Relationship Type="http://schemas.openxmlformats.org/officeDocument/2006/relationships/slide" Target="/ppt/slides/slide2.xml" Id="R44de3a1419884553"/><Relationship Type="http://schemas.openxmlformats.org/officeDocument/2006/relationships/slide" Target="/ppt/slides/slide13.xml" Id="Rd7a658eb81be445b"/><Relationship Type="http://schemas.openxmlformats.org/officeDocument/2006/relationships/slide" Target="/ppt/slides/slide19.xml" Id="Rb01527e528ad4f7e"/><Relationship Type="http://schemas.openxmlformats.org/officeDocument/2006/relationships/slide" Target="/ppt/slides/slide3.xml" Id="R2f564e0271ca4c80"/><Relationship Type="http://schemas.openxmlformats.org/officeDocument/2006/relationships/slide" Target="/ppt/slides/slide20.xml" Id="R3918ea300a25401e"/><Relationship Type="http://schemas.openxmlformats.org/officeDocument/2006/relationships/slide" Target="/ppt/slides/slide17.xml" Id="Rcd50980cf43147c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5fa956ec532b4023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4ed93ca3fbef4d9f"/><Relationship Type="http://schemas.openxmlformats.org/officeDocument/2006/relationships/notesMaster" Target="/ppt/notesMasters/notesMaster1.xml" Id="R2c7cd8331d664c30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61a57d78f8714699"/><Relationship Type="http://schemas.openxmlformats.org/officeDocument/2006/relationships/notesMaster" Target="/ppt/notesMasters/notesMaster1.xml" Id="Rdab0653f2d2b4b28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402b28f979f74965"/><Relationship Type="http://schemas.openxmlformats.org/officeDocument/2006/relationships/notesMaster" Target="/ppt/notesMasters/notesMaster1.xml" Id="Rdca22af84fca485e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7f4348e6a46b47e4"/><Relationship Type="http://schemas.openxmlformats.org/officeDocument/2006/relationships/notesMaster" Target="/ppt/notesMasters/notesMaster1.xml" Id="Rbdd02b067ac94fee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e8e80aeac1044c45"/><Relationship Type="http://schemas.openxmlformats.org/officeDocument/2006/relationships/notesMaster" Target="/ppt/notesMasters/notesMaster1.xml" Id="R07f1d09285c74ce5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3ecb54013f384de9"/><Relationship Type="http://schemas.openxmlformats.org/officeDocument/2006/relationships/notesMaster" Target="/ppt/notesMasters/notesMaster1.xml" Id="R63c38081af8c44bb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ee989422983f4b56"/><Relationship Type="http://schemas.openxmlformats.org/officeDocument/2006/relationships/notesMaster" Target="/ppt/notesMasters/notesMaster1.xml" Id="R6a74e5bd31f84708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5bd8940b072a44e5"/><Relationship Type="http://schemas.openxmlformats.org/officeDocument/2006/relationships/notesMaster" Target="/ppt/notesMasters/notesMaster1.xml" Id="Re6069c394cf74425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500cd29e198641da"/><Relationship Type="http://schemas.openxmlformats.org/officeDocument/2006/relationships/notesMaster" Target="/ppt/notesMasters/notesMaster1.xml" Id="R1380cc6c44b641b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c31a100e8d1e48ca"/><Relationship Type="http://schemas.openxmlformats.org/officeDocument/2006/relationships/notesMaster" Target="/ppt/notesMasters/notesMaster1.xml" Id="R0add8e3cb25a4c8d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45794ea2cefc4557"/><Relationship Type="http://schemas.openxmlformats.org/officeDocument/2006/relationships/notesMaster" Target="/ppt/notesMasters/notesMaster1.xml" Id="R30ae9f792afe491d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52375f4dbbaf4b39"/><Relationship Type="http://schemas.openxmlformats.org/officeDocument/2006/relationships/notesMaster" Target="/ppt/notesMasters/notesMaster1.xml" Id="R8468171cf3334251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7dea708432e54eb0"/><Relationship Type="http://schemas.openxmlformats.org/officeDocument/2006/relationships/notesMaster" Target="/ppt/notesMasters/notesMaster1.xml" Id="Rd7f9fa1e91db47b6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ff9054ce1c6d4ac4"/><Relationship Type="http://schemas.openxmlformats.org/officeDocument/2006/relationships/notesMaster" Target="/ppt/notesMasters/notesMaster1.xml" Id="R81195c4d416a4dde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8a8c30cc3a354de9"/><Relationship Type="http://schemas.openxmlformats.org/officeDocument/2006/relationships/notesMaster" Target="/ppt/notesMasters/notesMaster1.xml" Id="Rea3f929879b6488a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1e16846322914893"/><Relationship Type="http://schemas.openxmlformats.org/officeDocument/2006/relationships/notesMaster" Target="/ppt/notesMasters/notesMaster1.xml" Id="Rf5e403e2a183440b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2352f4c9b7654572"/><Relationship Type="http://schemas.openxmlformats.org/officeDocument/2006/relationships/notesMaster" Target="/ppt/notesMasters/notesMaster1.xml" Id="R304b426545994650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03edbbef931442e2"/><Relationship Type="http://schemas.openxmlformats.org/officeDocument/2006/relationships/notesMaster" Target="/ppt/notesMasters/notesMaster1.xml" Id="R34b085f23bf64bbb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3408a79869664cae"/><Relationship Type="http://schemas.openxmlformats.org/officeDocument/2006/relationships/notesMaster" Target="/ppt/notesMasters/notesMaster1.xml" Id="R4c6f39cf3d2b4586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df04f820a428463a"/><Relationship Type="http://schemas.openxmlformats.org/officeDocument/2006/relationships/notesMaster" Target="/ppt/notesMasters/notesMaster1.xml" Id="Rdec7a885eb594e0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3d32719cae04519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718afa7514d4804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2cb39ff007140cf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ca36a4523b145c7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72e3c4fa5ba4eaa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f77cc1aec994f34"/></Relationships>
</file>

<file path=ppt/slideLayouts/_rels/slideLayout7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68fcd2eb45434d49"/></Relationships>
</file>

<file path=ppt/slideLayouts/_rels/slideLayout8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d5e86dd14b144b0"/></Relationships>
</file>

<file path=ppt/slideLayouts/_rels/slideLayout9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cdeb7e11dc1410c"/></Relationships>
</file>

<file path=ppt/slideLayouts/_rels/slideLayout10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ef089894fbdc42da"/></Relationships>
</file>

<file path=ppt/slideLayouts/_rels/slideLayout1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652239004584bda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E70250-27C2-4791-A978-058890EB2E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44EED19-A6F8-488B-93D2-9C2E752009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EF219AD-8519-4E8E-894C-B592D6DD7E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37583F-F30A-4BC9-A781-DE317B83F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811C17-A743-4CAA-B112-C2A740890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2D85A8-4F45-4763-854B-341E004B9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295AE9-66AE-47EB-BDA2-4C1C0E7713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FA425D-54BA-4B83-AB62-C578BBA722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8F62AA-C097-493E-B11D-6F0A8F6B27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EAB169-DC44-4E71-8733-843F5FA932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1CE535-D3B0-417F-8B67-039521A884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E6D73D-5294-43CC-93B6-5F9D746686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86591C-CEFF-4C82-A1D4-CBA55DD2FD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5B199-2786-4BFC-BE06-B3DE804B7F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73A909-8C53-428D-BB12-050E84D906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A56302-6478-4AEC-AFA3-1238928EF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1830BF-BEBD-4E0C-81B9-2B92080F8A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3B8AA0-AFFA-42BC-923B-4DB98D0B07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66A103-C268-495E-B79B-C112B58699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06376B-8ED4-436A-B654-912C438B89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2AC15D-1C31-4A77-A603-C8DB798C68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D5E414-6377-4C35-8391-FFF10B49D7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B0EB27-D090-488B-88B4-7564022EC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E66175-6361-4143-94C6-0E525F645C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23CEB4D-04B7-4B39-A0BD-9BB25D1310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B272A32-E4BD-49C0-AFE2-DE0686B3513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05190A6-C946-4C7A-A169-C951D36EB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3023E0-8913-4ED9-8AAE-FE8B17E95D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3CB0877-95E3-40E3-AC3F-42D97487A2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9D251C-2F19-4305-8467-92C66F73D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28FBB0-B09D-445D-B48B-1A536DEC7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B071AB-7C64-4F1C-82F9-7F9775A4AA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8ACBBB4-4E07-459A-853E-C43DC5EA13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7C1AC68-9E82-47CE-88AB-3063EB58C1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78E818-DFAA-4410-9219-7236920B7E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A6904BC-796E-49E5-96C7-F4C83FE6E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ED3763-DC34-413E-AB4B-7185C2639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A5BD5E-711D-4FE6-ACFE-3A7348B437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1FB0E81-57DD-4030-A9BF-E345505A24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31868C3-6002-4296-84CD-1607406D3A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D3AB08-DAF4-486E-9143-8D2F97D227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0A1591-2363-4C8F-AED2-4B484B133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37A00C-F537-4294-B526-371FBDAC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BB952A8-2D2C-4FD6-849A-681BE466F6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056452-11D8-46BC-B985-436335DA7C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680BA07-7450-42B2-B513-A86BB9989B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A5EA825-8055-4C32-B426-EF31FB28AF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A81FFB8-03D6-4F3A-9324-CD49BA809B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0667C7-BA8F-4E50-977D-8C5BAFA03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597C00-E2BE-4DB6-B135-81BF199EC1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020931-1DB7-4398-8BAE-8AE43DD9D1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C0D5E5-2A63-4BA4-9E52-0C40858AE2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7DF711-9A9F-428F-B6B7-7D8203BDB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C355CC7-4779-4EAE-8FDF-1C2E358574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A2EBAE-979E-4789-9304-2060D3312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69141-207D-4AF7-BF1A-DB881B8EC1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1F9615-A2B7-4B22-AD4B-C4EE3F1E9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A46CA3-AF98-4C67-8AFA-6EB6D343D2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2f0507930de44261"/><Relationship Type="http://schemas.openxmlformats.org/officeDocument/2006/relationships/slideLayout" Target="/ppt/slideLayouts/slideLayout1.xml" Id="Ra3654aaec9ec42b7"/><Relationship Type="http://schemas.openxmlformats.org/officeDocument/2006/relationships/slideLayout" Target="/ppt/slideLayouts/slideLayout2.xml" Id="Rc512775fea984eb6"/><Relationship Type="http://schemas.openxmlformats.org/officeDocument/2006/relationships/slideLayout" Target="/ppt/slideLayouts/slideLayout3.xml" Id="R445b9314062c4606"/><Relationship Type="http://schemas.openxmlformats.org/officeDocument/2006/relationships/slideLayout" Target="/ppt/slideLayouts/slideLayout4.xml" Id="R7dc698475e3541e3"/><Relationship Type="http://schemas.openxmlformats.org/officeDocument/2006/relationships/slideLayout" Target="/ppt/slideLayouts/slideLayout5.xml" Id="Rd5246bab1de7433f"/><Relationship Type="http://schemas.openxmlformats.org/officeDocument/2006/relationships/slideLayout" Target="/ppt/slideLayouts/slideLayout6.xml" Id="R773b0ead11534a4e"/><Relationship Type="http://schemas.openxmlformats.org/officeDocument/2006/relationships/slideLayout" Target="/ppt/slideLayouts/slideLayout7.xml" Id="R706468699ea0446a"/><Relationship Type="http://schemas.openxmlformats.org/officeDocument/2006/relationships/slideLayout" Target="/ppt/slideLayouts/slideLayout8.xml" Id="Ra6ddf32b8c114375"/><Relationship Type="http://schemas.openxmlformats.org/officeDocument/2006/relationships/slideLayout" Target="/ppt/slideLayouts/slideLayout9.xml" Id="R821afaa1b15648e2"/><Relationship Type="http://schemas.openxmlformats.org/officeDocument/2006/relationships/slideLayout" Target="/ppt/slideLayouts/slideLayout10.xml" Id="Ra9a41924a5974ecc"/><Relationship Type="http://schemas.openxmlformats.org/officeDocument/2006/relationships/slideLayout" Target="/ppt/slideLayouts/slideLayout11.xml" Id="R801a80f6a0884dba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0E15657-FE70-4552-8CC2-34C3753B7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68A161-E249-47BD-959F-2923F5AAE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10B851-6BC6-47E7-9EE4-A74128BE6A8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827A5C-8FFD-4E8C-BBCE-B0ED89A3DE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3434E4-74E7-4FDE-A527-591A98F465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54aaec9ec42b7"/>
    <p:sldLayoutId xmlns:r="http://schemas.openxmlformats.org/officeDocument/2006/relationships" id="2147483650" r:id="Rc512775fea984eb6"/>
    <p:sldLayoutId xmlns:r="http://schemas.openxmlformats.org/officeDocument/2006/relationships" id="2147483651" r:id="R445b9314062c4606"/>
    <p:sldLayoutId xmlns:r="http://schemas.openxmlformats.org/officeDocument/2006/relationships" id="2147483652" r:id="R7dc698475e3541e3"/>
    <p:sldLayoutId xmlns:r="http://schemas.openxmlformats.org/officeDocument/2006/relationships" id="2147483653" r:id="Rd5246bab1de7433f"/>
    <p:sldLayoutId xmlns:r="http://schemas.openxmlformats.org/officeDocument/2006/relationships" id="2147483654" r:id="R773b0ead11534a4e"/>
    <p:sldLayoutId xmlns:r="http://schemas.openxmlformats.org/officeDocument/2006/relationships" id="2147483655" r:id="R706468699ea0446a"/>
    <p:sldLayoutId xmlns:r="http://schemas.openxmlformats.org/officeDocument/2006/relationships" id="2147483656" r:id="Ra6ddf32b8c114375"/>
    <p:sldLayoutId xmlns:r="http://schemas.openxmlformats.org/officeDocument/2006/relationships" id="2147483657" r:id="R821afaa1b15648e2"/>
    <p:sldLayoutId xmlns:r="http://schemas.openxmlformats.org/officeDocument/2006/relationships" id="2147483658" r:id="Ra9a41924a5974ecc"/>
    <p:sldLayoutId xmlns:r="http://schemas.openxmlformats.org/officeDocument/2006/relationships" id="2147483659" r:id="R801a80f6a0884dba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eada5fa8aed94abe"/><Relationship Type="http://schemas.openxmlformats.org/officeDocument/2006/relationships/image" Target="/ppt/media/image.png" Id="R8196004bc5fa4870"/><Relationship Type="http://schemas.openxmlformats.org/officeDocument/2006/relationships/image" Target="/ppt/media/image.svg" Id="Rd39a43d4f01b47ce"/><Relationship Type="http://schemas.openxmlformats.org/officeDocument/2006/relationships/image" Target="/ppt/media/image2.png" Id="R3a7e01d6aca24eda"/><Relationship Type="http://schemas.openxmlformats.org/officeDocument/2006/relationships/image" Target="/ppt/media/image2.svg" Id="Ra8af500d52904556"/><Relationship Type="http://schemas.openxmlformats.org/officeDocument/2006/relationships/image" Target="/ppt/media/image3.png" Id="R28b875e8cd2c41a4"/><Relationship Type="http://schemas.openxmlformats.org/officeDocument/2006/relationships/image" Target="/ppt/media/image3.svg" Id="Rf730975c216a4af8"/><Relationship Type="http://schemas.openxmlformats.org/officeDocument/2006/relationships/image" Target="/ppt/media/image4.png" Id="R813029abdd6e44ac"/><Relationship Type="http://schemas.openxmlformats.org/officeDocument/2006/relationships/image" Target="/ppt/media/image4.svg" Id="Re15a09a0d5bc44d0"/><Relationship Type="http://schemas.openxmlformats.org/officeDocument/2006/relationships/image" Target="/ppt/media/image5.png" Id="R6cc711bd5d4c49ce"/><Relationship Type="http://schemas.openxmlformats.org/officeDocument/2006/relationships/image" Target="/ppt/media/image5.svg" Id="Rf261d5c8467b486e"/><Relationship Type="http://schemas.openxmlformats.org/officeDocument/2006/relationships/image" Target="/ppt/media/image6.png" Id="Rd327983b05fc41e5"/><Relationship Type="http://schemas.openxmlformats.org/officeDocument/2006/relationships/image" Target="/ppt/media/image6.svg" Id="Rc4215a8bf21942e2"/><Relationship Type="http://schemas.openxmlformats.org/officeDocument/2006/relationships/image" Target="/ppt/media/image7.png" Id="R96783f9b34e2444f"/><Relationship Type="http://schemas.openxmlformats.org/officeDocument/2006/relationships/image" Target="/ppt/media/image7.svg" Id="R943e21ded2a14aea"/><Relationship Type="http://schemas.openxmlformats.org/officeDocument/2006/relationships/notesSlide" Target="/ppt/notesSlides/notesSlide1.xml" Id="Re550541631b741cf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6b754ea2f5b4cb6"/><Relationship Type="http://schemas.openxmlformats.org/officeDocument/2006/relationships/image" Target="/ppt/media/image9.png" Id="R58eb92079f4c4d2d"/><Relationship Type="http://schemas.openxmlformats.org/officeDocument/2006/relationships/image" Target="/ppt/media/image9.svg" Id="R28fb343297bd4f77"/><Relationship Type="http://schemas.openxmlformats.org/officeDocument/2006/relationships/image" Target="/ppt/media/image5.png" Id="R1e39ba53940a40ef"/><Relationship Type="http://schemas.openxmlformats.org/officeDocument/2006/relationships/image" Target="/ppt/media/image5.svg" Id="R787761917e2d4281"/><Relationship Type="http://schemas.openxmlformats.org/officeDocument/2006/relationships/notesSlide" Target="/ppt/notesSlides/notesSlide15.xml" Id="R342279cc51a94e4e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37e66f6254a244a8"/><Relationship Type="http://schemas.openxmlformats.org/officeDocument/2006/relationships/image" Target="/ppt/media/image9.png" Id="R459c8cf2ea674139"/><Relationship Type="http://schemas.openxmlformats.org/officeDocument/2006/relationships/image" Target="/ppt/media/image9.svg" Id="R6095c88717534d7a"/><Relationship Type="http://schemas.openxmlformats.org/officeDocument/2006/relationships/image" Target="/ppt/media/image2.png" Id="Re08e677edf45472b"/><Relationship Type="http://schemas.openxmlformats.org/officeDocument/2006/relationships/image" Target="/ppt/media/image2.svg" Id="R6b2ed8370ef84e16"/><Relationship Type="http://schemas.openxmlformats.org/officeDocument/2006/relationships/notesSlide" Target="/ppt/notesSlides/notesSlide18.xml" Id="R04bd7c7b91324159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09c53324badf48ae"/><Relationship Type="http://schemas.openxmlformats.org/officeDocument/2006/relationships/image" Target="/ppt/media/image8.png" Id="Rd55c7b809bf94897"/><Relationship Type="http://schemas.openxmlformats.org/officeDocument/2006/relationships/image" Target="/ppt/media/image8.svg" Id="R52ddf839d5cd4776"/><Relationship Type="http://schemas.openxmlformats.org/officeDocument/2006/relationships/image" Target="/ppt/media/image3.png" Id="R10566c07d7a547e4"/><Relationship Type="http://schemas.openxmlformats.org/officeDocument/2006/relationships/image" Target="/ppt/media/image3.svg" Id="R279eb75bda134944"/><Relationship Type="http://schemas.openxmlformats.org/officeDocument/2006/relationships/image" Target="/ppt/media/image9.png" Id="R36da7d74754647e7"/><Relationship Type="http://schemas.openxmlformats.org/officeDocument/2006/relationships/image" Target="/ppt/media/image9.svg" Id="Rd7126cb74f164bc3"/><Relationship Type="http://schemas.openxmlformats.org/officeDocument/2006/relationships/notesSlide" Target="/ppt/notesSlides/notesSlide12.xml" Id="R57cd0490e21a4b53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45b2fc8b7354ea3"/><Relationship Type="http://schemas.openxmlformats.org/officeDocument/2006/relationships/image" Target="/ppt/media/image8.png" Id="R5c51582d4ee04322"/><Relationship Type="http://schemas.openxmlformats.org/officeDocument/2006/relationships/image" Target="/ppt/media/image8.svg" Id="R204cf2d4ccd84fb6"/><Relationship Type="http://schemas.openxmlformats.org/officeDocument/2006/relationships/image" Target="/ppt/media/image3.png" Id="R614a54e7380846e2"/><Relationship Type="http://schemas.openxmlformats.org/officeDocument/2006/relationships/image" Target="/ppt/media/image3.svg" Id="Rca41b10abe814cf8"/><Relationship Type="http://schemas.openxmlformats.org/officeDocument/2006/relationships/image" Target="/ppt/media/image9.png" Id="R75a2b33bf5b04b06"/><Relationship Type="http://schemas.openxmlformats.org/officeDocument/2006/relationships/image" Target="/ppt/media/image9.svg" Id="R211d64e0e4bd43d0"/><Relationship Type="http://schemas.openxmlformats.org/officeDocument/2006/relationships/notesSlide" Target="/ppt/notesSlides/notesSlide11.xml" Id="R1a2198a8757d478a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80ad05d1fa846e1"/><Relationship Type="http://schemas.openxmlformats.org/officeDocument/2006/relationships/image" Target="/ppt/media/image8.png" Id="R63421568109c4364"/><Relationship Type="http://schemas.openxmlformats.org/officeDocument/2006/relationships/image" Target="/ppt/media/image8.svg" Id="Reec67a22bd3f4ec3"/><Relationship Type="http://schemas.openxmlformats.org/officeDocument/2006/relationships/image" Target="/ppt/media/image3.png" Id="Rb22ce694c62a4a57"/><Relationship Type="http://schemas.openxmlformats.org/officeDocument/2006/relationships/image" Target="/ppt/media/image3.svg" Id="R5ee2c362cf884d4b"/><Relationship Type="http://schemas.openxmlformats.org/officeDocument/2006/relationships/image" Target="/ppt/media/image9.png" Id="R542957be1ff54312"/><Relationship Type="http://schemas.openxmlformats.org/officeDocument/2006/relationships/image" Target="/ppt/media/image9.svg" Id="Ra9fa63e4c3744054"/><Relationship Type="http://schemas.openxmlformats.org/officeDocument/2006/relationships/notesSlide" Target="/ppt/notesSlides/notesSlide10.xml" Id="R44866e908c964957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59607e72c7be41f6"/><Relationship Type="http://schemas.openxmlformats.org/officeDocument/2006/relationships/image" Target="/ppt/media/image8.png" Id="R00c1fcbd75d74a1a"/><Relationship Type="http://schemas.openxmlformats.org/officeDocument/2006/relationships/image" Target="/ppt/media/image8.svg" Id="Re7fdcfcf56b14dc0"/><Relationship Type="http://schemas.openxmlformats.org/officeDocument/2006/relationships/image" Target="/ppt/media/image3.png" Id="Ref4d5e7645fe4fb2"/><Relationship Type="http://schemas.openxmlformats.org/officeDocument/2006/relationships/image" Target="/ppt/media/image3.svg" Id="Re9cda40b58564efc"/><Relationship Type="http://schemas.openxmlformats.org/officeDocument/2006/relationships/image" Target="/ppt/media/image9.png" Id="R224400c756e94255"/><Relationship Type="http://schemas.openxmlformats.org/officeDocument/2006/relationships/image" Target="/ppt/media/image9.svg" Id="R6e2bde594c954bb8"/><Relationship Type="http://schemas.openxmlformats.org/officeDocument/2006/relationships/notesSlide" Target="/ppt/notesSlides/notesSlide9.xml" Id="R5ab16f0e021d489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16ac3e4bb7e4f96"/><Relationship Type="http://schemas.openxmlformats.org/officeDocument/2006/relationships/image" Target="/ppt/media/image8.png" Id="R87ee62dadce94441"/><Relationship Type="http://schemas.openxmlformats.org/officeDocument/2006/relationships/image" Target="/ppt/media/image8.svg" Id="R326b3cf3f42347b6"/><Relationship Type="http://schemas.openxmlformats.org/officeDocument/2006/relationships/image" Target="/ppt/media/image3.png" Id="R4907f8d01f5a464d"/><Relationship Type="http://schemas.openxmlformats.org/officeDocument/2006/relationships/image" Target="/ppt/media/image3.svg" Id="Rb051898c5a98429a"/><Relationship Type="http://schemas.openxmlformats.org/officeDocument/2006/relationships/image" Target="/ppt/media/image9.png" Id="Rbc4676ea1f6a4368"/><Relationship Type="http://schemas.openxmlformats.org/officeDocument/2006/relationships/image" Target="/ppt/media/image9.svg" Id="R461a6ba2a0f644b7"/><Relationship Type="http://schemas.openxmlformats.org/officeDocument/2006/relationships/notesSlide" Target="/ppt/notesSlides/notesSlide8.xml" Id="R63fc9ee8107d44bd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ae3d6bc87624703"/><Relationship Type="http://schemas.openxmlformats.org/officeDocument/2006/relationships/image" Target="/ppt/media/image8.png" Id="Ra6b24133d68d4cb3"/><Relationship Type="http://schemas.openxmlformats.org/officeDocument/2006/relationships/image" Target="/ppt/media/image8.svg" Id="Rccc9408fdb5f4553"/><Relationship Type="http://schemas.openxmlformats.org/officeDocument/2006/relationships/image" Target="/ppt/media/image3.png" Id="R0c6a201eb5e44fb1"/><Relationship Type="http://schemas.openxmlformats.org/officeDocument/2006/relationships/image" Target="/ppt/media/image3.svg" Id="R91500132050449cb"/><Relationship Type="http://schemas.openxmlformats.org/officeDocument/2006/relationships/image" Target="/ppt/media/image9.png" Id="Rd02009ca363147a4"/><Relationship Type="http://schemas.openxmlformats.org/officeDocument/2006/relationships/image" Target="/ppt/media/image9.svg" Id="R3dfce18584734cc3"/><Relationship Type="http://schemas.openxmlformats.org/officeDocument/2006/relationships/notesSlide" Target="/ppt/notesSlides/notesSlide7.xml" Id="R6e76ef8754c04d7c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fd5d6172eb5d408b"/><Relationship Type="http://schemas.openxmlformats.org/officeDocument/2006/relationships/image" Target="/ppt/media/image8.png" Id="R19ec3f9f997c4483"/><Relationship Type="http://schemas.openxmlformats.org/officeDocument/2006/relationships/image" Target="/ppt/media/image8.svg" Id="R214996bc9edc4fdc"/><Relationship Type="http://schemas.openxmlformats.org/officeDocument/2006/relationships/image" Target="/ppt/media/image3.png" Id="Ra945ea8b5a934773"/><Relationship Type="http://schemas.openxmlformats.org/officeDocument/2006/relationships/image" Target="/ppt/media/image3.svg" Id="R59e90ebb3c1547af"/><Relationship Type="http://schemas.openxmlformats.org/officeDocument/2006/relationships/image" Target="/ppt/media/image9.png" Id="Rdba0ec8897b446e4"/><Relationship Type="http://schemas.openxmlformats.org/officeDocument/2006/relationships/image" Target="/ppt/media/image9.svg" Id="R7252ff610cf9453b"/><Relationship Type="http://schemas.openxmlformats.org/officeDocument/2006/relationships/notesSlide" Target="/ppt/notesSlides/notesSlide6.xml" Id="R55af5cbbfb5946f7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ef447982b7b44457"/><Relationship Type="http://schemas.openxmlformats.org/officeDocument/2006/relationships/image" Target="/ppt/media/image8.png" Id="R0f0b47c6a4f540bc"/><Relationship Type="http://schemas.openxmlformats.org/officeDocument/2006/relationships/image" Target="/ppt/media/image8.svg" Id="Rf4929a6a409d4f42"/><Relationship Type="http://schemas.openxmlformats.org/officeDocument/2006/relationships/image" Target="/ppt/media/image3.png" Id="Ra2f81d8ee5a54411"/><Relationship Type="http://schemas.openxmlformats.org/officeDocument/2006/relationships/image" Target="/ppt/media/image3.svg" Id="R5af728fa99a54763"/><Relationship Type="http://schemas.openxmlformats.org/officeDocument/2006/relationships/image" Target="/ppt/media/image9.png" Id="R2e783aa275574d52"/><Relationship Type="http://schemas.openxmlformats.org/officeDocument/2006/relationships/image" Target="/ppt/media/image9.svg" Id="Rd637cda17fa742fa"/><Relationship Type="http://schemas.openxmlformats.org/officeDocument/2006/relationships/notesSlide" Target="/ppt/notesSlides/notesSlide5.xml" Id="Rfffad65205e1448c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ce3a11f0b8f43ea"/><Relationship Type="http://schemas.openxmlformats.org/officeDocument/2006/relationships/image" Target="/ppt/media/image9.png" Id="Rb4674d60391d4492"/><Relationship Type="http://schemas.openxmlformats.org/officeDocument/2006/relationships/image" Target="/ppt/media/image9.svg" Id="Ra7d228d778794150"/><Relationship Type="http://schemas.openxmlformats.org/officeDocument/2006/relationships/image" Target="/ppt/media/image5.png" Id="R51a56c88f54444e1"/><Relationship Type="http://schemas.openxmlformats.org/officeDocument/2006/relationships/image" Target="/ppt/media/image5.svg" Id="Rd1aededea8b546fc"/><Relationship Type="http://schemas.openxmlformats.org/officeDocument/2006/relationships/notesSlide" Target="/ppt/notesSlides/notesSlide14.xml" Id="R48f3826a6fec43f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17a820afce0b4786"/><Relationship Type="http://schemas.openxmlformats.org/officeDocument/2006/relationships/image" Target="/ppt/media/image3.png" Id="Rfb1d7bf4b7e54e16"/><Relationship Type="http://schemas.openxmlformats.org/officeDocument/2006/relationships/image" Target="/ppt/media/image3.svg" Id="R5b546a3a54be4792"/><Relationship Type="http://schemas.openxmlformats.org/officeDocument/2006/relationships/image" Target="/ppt/media/image9.png" Id="R173ccd49b7f2426d"/><Relationship Type="http://schemas.openxmlformats.org/officeDocument/2006/relationships/image" Target="/ppt/media/image9.svg" Id="Rf19a919fb5a14819"/><Relationship Type="http://schemas.openxmlformats.org/officeDocument/2006/relationships/notesSlide" Target="/ppt/notesSlides/notesSlide16.xml" Id="R0c90522d3472491f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a085d00ce8d54e4b"/><Relationship Type="http://schemas.openxmlformats.org/officeDocument/2006/relationships/image" Target="/ppt/media/image8.png" Id="Rd5a2ec338714415d"/><Relationship Type="http://schemas.openxmlformats.org/officeDocument/2006/relationships/image" Target="/ppt/media/image8.svg" Id="Re84ff47c48f84e9d"/><Relationship Type="http://schemas.openxmlformats.org/officeDocument/2006/relationships/image" Target="/ppt/media/image3.png" Id="Rf02b179f918d4a7d"/><Relationship Type="http://schemas.openxmlformats.org/officeDocument/2006/relationships/image" Target="/ppt/media/image3.svg" Id="R32b9144e05f846cc"/><Relationship Type="http://schemas.openxmlformats.org/officeDocument/2006/relationships/image" Target="/ppt/media/image9.png" Id="R550c9127c6584fbb"/><Relationship Type="http://schemas.openxmlformats.org/officeDocument/2006/relationships/image" Target="/ppt/media/image9.svg" Id="Rb6db9bfc587c4831"/><Relationship Type="http://schemas.openxmlformats.org/officeDocument/2006/relationships/notesSlide" Target="/ppt/notesSlides/notesSlide4.xml" Id="R207047057e794c0e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782f38bb78d346fb"/><Relationship Type="http://schemas.openxmlformats.org/officeDocument/2006/relationships/image" Target="/ppt/media/image8.png" Id="R842c4eafe116487b"/><Relationship Type="http://schemas.openxmlformats.org/officeDocument/2006/relationships/image" Target="/ppt/media/image8.svg" Id="R9ddbd1b8741d4e81"/><Relationship Type="http://schemas.openxmlformats.org/officeDocument/2006/relationships/image" Target="/ppt/media/image3.png" Id="Rc44bde7d80a34b9f"/><Relationship Type="http://schemas.openxmlformats.org/officeDocument/2006/relationships/image" Target="/ppt/media/image3.svg" Id="Rafb41e14e2df47d4"/><Relationship Type="http://schemas.openxmlformats.org/officeDocument/2006/relationships/image" Target="/ppt/media/image9.png" Id="R1548e77412744c8f"/><Relationship Type="http://schemas.openxmlformats.org/officeDocument/2006/relationships/image" Target="/ppt/media/image9.svg" Id="R7c585b270e9c43bf"/><Relationship Type="http://schemas.openxmlformats.org/officeDocument/2006/relationships/notesSlide" Target="/ppt/notesSlides/notesSlide3.xml" Id="Ra51f3c67d9b548ab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97bf292ef98f4764"/><Relationship Type="http://schemas.openxmlformats.org/officeDocument/2006/relationships/image" Target="/ppt/media/image9.png" Id="Rea80529e00624b87"/><Relationship Type="http://schemas.openxmlformats.org/officeDocument/2006/relationships/image" Target="/ppt/media/image9.svg" Id="R7bcd14ab201a4646"/><Relationship Type="http://schemas.openxmlformats.org/officeDocument/2006/relationships/image" Target="/ppt/media/image5.png" Id="R5470916109ac4735"/><Relationship Type="http://schemas.openxmlformats.org/officeDocument/2006/relationships/image" Target="/ppt/media/image5.svg" Id="R64af1ff90f754851"/><Relationship Type="http://schemas.openxmlformats.org/officeDocument/2006/relationships/notesSlide" Target="/ppt/notesSlides/notesSlide13.xml" Id="R769d004e98034c59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2c098874e61466a"/><Relationship Type="http://schemas.openxmlformats.org/officeDocument/2006/relationships/image" Target="/ppt/media/image.png" Id="R89c50cd792ef44b1"/><Relationship Type="http://schemas.openxmlformats.org/officeDocument/2006/relationships/image" Target="/ppt/media/image.svg" Id="Ra7b4faaed96f406b"/><Relationship Type="http://schemas.openxmlformats.org/officeDocument/2006/relationships/image" Target="/ppt/media/image2.png" Id="Rff9854ec11a64930"/><Relationship Type="http://schemas.openxmlformats.org/officeDocument/2006/relationships/image" Target="/ppt/media/image2.svg" Id="R2fe8e4f54622471d"/><Relationship Type="http://schemas.openxmlformats.org/officeDocument/2006/relationships/image" Target="/ppt/media/image3.png" Id="Rc975a3e0f1bf4548"/><Relationship Type="http://schemas.openxmlformats.org/officeDocument/2006/relationships/image" Target="/ppt/media/image3.svg" Id="Rc30426b9fd8e44e1"/><Relationship Type="http://schemas.openxmlformats.org/officeDocument/2006/relationships/image" Target="/ppt/media/image4.png" Id="R8f0759d692b64b9b"/><Relationship Type="http://schemas.openxmlformats.org/officeDocument/2006/relationships/image" Target="/ppt/media/image4.svg" Id="R99d0e87cfc4f4642"/><Relationship Type="http://schemas.openxmlformats.org/officeDocument/2006/relationships/image" Target="/ppt/media/image5.png" Id="R79ebfd8a50134add"/><Relationship Type="http://schemas.openxmlformats.org/officeDocument/2006/relationships/image" Target="/ppt/media/image5.svg" Id="Rad4d19a649764891"/><Relationship Type="http://schemas.openxmlformats.org/officeDocument/2006/relationships/image" Target="/ppt/media/image6.png" Id="Rb750d7735aff44ce"/><Relationship Type="http://schemas.openxmlformats.org/officeDocument/2006/relationships/image" Target="/ppt/media/image6.svg" Id="Ra415d7da18674f79"/><Relationship Type="http://schemas.openxmlformats.org/officeDocument/2006/relationships/image" Target="/ppt/media/image10.png" Id="R7a0e97a49a324308"/><Relationship Type="http://schemas.openxmlformats.org/officeDocument/2006/relationships/image" Target="/ppt/media/image10.svg" Id="R317170d930cc4ff2"/><Relationship Type="http://schemas.openxmlformats.org/officeDocument/2006/relationships/image" Target="/ppt/media/image11.png" Id="R7f8a99ed71a542f6"/><Relationship Type="http://schemas.openxmlformats.org/officeDocument/2006/relationships/image" Target="/ppt/media/image11.svg" Id="Ref95a5348691433e"/><Relationship Type="http://schemas.openxmlformats.org/officeDocument/2006/relationships/notesSlide" Target="/ppt/notesSlides/notesSlide20.xml" Id="Rd5456e12190e42db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4832759105494929"/><Relationship Type="http://schemas.openxmlformats.org/officeDocument/2006/relationships/image" Target="/ppt/media/image8.png" Id="R577de8ba97be45bb"/><Relationship Type="http://schemas.openxmlformats.org/officeDocument/2006/relationships/image" Target="/ppt/media/image8.svg" Id="Rded8194e810d43f4"/><Relationship Type="http://schemas.openxmlformats.org/officeDocument/2006/relationships/image" Target="/ppt/media/image3.png" Id="Ra2ec8197639e419c"/><Relationship Type="http://schemas.openxmlformats.org/officeDocument/2006/relationships/image" Target="/ppt/media/image3.svg" Id="R7ae8451f8fab4de0"/><Relationship Type="http://schemas.openxmlformats.org/officeDocument/2006/relationships/image" Target="/ppt/media/image9.png" Id="R007e143b0eb34170"/><Relationship Type="http://schemas.openxmlformats.org/officeDocument/2006/relationships/image" Target="/ppt/media/image9.svg" Id="R90b24c443be143ef"/><Relationship Type="http://schemas.openxmlformats.org/officeDocument/2006/relationships/notesSlide" Target="/ppt/notesSlides/notesSlide2.xml" Id="R0848ea3ef26745da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b60e218df756434a"/><Relationship Type="http://schemas.openxmlformats.org/officeDocument/2006/relationships/image" Target="/ppt/media/image9.png" Id="Rd6de0561dbf44a4e"/><Relationship Type="http://schemas.openxmlformats.org/officeDocument/2006/relationships/image" Target="/ppt/media/image9.svg" Id="Rd865ee416dad4738"/><Relationship Type="http://schemas.openxmlformats.org/officeDocument/2006/relationships/image" Target="/ppt/media/image2.png" Id="R522438d2a56446c1"/><Relationship Type="http://schemas.openxmlformats.org/officeDocument/2006/relationships/image" Target="/ppt/media/image2.svg" Id="Rf680baf45fb6418a"/><Relationship Type="http://schemas.openxmlformats.org/officeDocument/2006/relationships/notesSlide" Target="/ppt/notesSlides/notesSlide17.xml" Id="R6b13149ee71f41ad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7.xml" Id="Rc7079e753a3e4158"/><Relationship Type="http://schemas.openxmlformats.org/officeDocument/2006/relationships/image" Target="/ppt/media/image.png" Id="R0e27639a5dd44e4d"/><Relationship Type="http://schemas.openxmlformats.org/officeDocument/2006/relationships/image" Target="/ppt/media/image.svg" Id="Rc5dd157528bf4aed"/><Relationship Type="http://schemas.openxmlformats.org/officeDocument/2006/relationships/image" Target="/ppt/media/image2.png" Id="Rdc319fd3994247ec"/><Relationship Type="http://schemas.openxmlformats.org/officeDocument/2006/relationships/image" Target="/ppt/media/image2.svg" Id="R44728dad29a54f8b"/><Relationship Type="http://schemas.openxmlformats.org/officeDocument/2006/relationships/image" Target="/ppt/media/image3.png" Id="R57c2ecc0b27244ef"/><Relationship Type="http://schemas.openxmlformats.org/officeDocument/2006/relationships/image" Target="/ppt/media/image3.svg" Id="Rebc28542e2424f3e"/><Relationship Type="http://schemas.openxmlformats.org/officeDocument/2006/relationships/image" Target="/ppt/media/image4.png" Id="Rfdbfe72f954a45ef"/><Relationship Type="http://schemas.openxmlformats.org/officeDocument/2006/relationships/image" Target="/ppt/media/image4.svg" Id="R95612fd8307242d1"/><Relationship Type="http://schemas.openxmlformats.org/officeDocument/2006/relationships/image" Target="/ppt/media/image5.png" Id="Rb103ac15475f4229"/><Relationship Type="http://schemas.openxmlformats.org/officeDocument/2006/relationships/image" Target="/ppt/media/image5.svg" Id="Rb5c09e84e2f444ca"/><Relationship Type="http://schemas.openxmlformats.org/officeDocument/2006/relationships/image" Target="/ppt/media/image6.png" Id="Ref72af6c899347f9"/><Relationship Type="http://schemas.openxmlformats.org/officeDocument/2006/relationships/image" Target="/ppt/media/image6.svg" Id="R478c5ac347f1418d"/><Relationship Type="http://schemas.openxmlformats.org/officeDocument/2006/relationships/image" Target="/ppt/media/image10.png" Id="Rbd15d68ae59d4241"/><Relationship Type="http://schemas.openxmlformats.org/officeDocument/2006/relationships/image" Target="/ppt/media/image10.svg" Id="R1599246d2b05434e"/><Relationship Type="http://schemas.openxmlformats.org/officeDocument/2006/relationships/image" Target="/ppt/media/image11.png" Id="Re0a5dfff9d6c478a"/><Relationship Type="http://schemas.openxmlformats.org/officeDocument/2006/relationships/image" Target="/ppt/media/image11.svg" Id="Rf0e90d92dd1344ae"/><Relationship Type="http://schemas.openxmlformats.org/officeDocument/2006/relationships/notesSlide" Target="/ppt/notesSlides/notesSlide19.xml" Id="R012801cea8634026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7459D12-B05D-48BD-B67C-7A8D694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3178765" y="697950"/>
            <a:ext cx="7008551" cy="8760688"/>
          </a:xfrm>
          <a:custGeom xmlns:a="http://schemas.openxmlformats.org/drawingml/2006/main">
            <a:rect l="l" t="t" r="r" b="b"/>
            <a:pathLst>
              <a:path w="9344735" h="11680918">
                <a:moveTo>
                  <a:pt x="0" y="0"/>
                </a:moveTo>
                <a:lnTo>
                  <a:pt x="9344734" y="0"/>
                </a:lnTo>
                <a:lnTo>
                  <a:pt x="9344734" y="11680918"/>
                </a:lnTo>
                <a:lnTo>
                  <a:pt x="0" y="1168091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96004bc5fa4870">
              <a:extLst>
                <a:ext uri="{96DAC541-7B7A-43D3-8B79-37D633B846F1}">
                  <asvg:svgBlip xmlns:asvg="http://schemas.microsoft.com/office/drawing/2016/SVG/main" r:embed="Rd39a43d4f01b47c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BC11D85-39A7-4C10-8EA3-C2093577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1">
            <a:off x="8100685" y="697950"/>
            <a:ext cx="7008551" cy="8760688"/>
          </a:xfrm>
          <a:custGeom xmlns:a="http://schemas.openxmlformats.org/drawingml/2006/main">
            <a:rect l="l" t="t" r="r" b="b"/>
            <a:pathLst>
              <a:path w="9344735" h="11680918">
                <a:moveTo>
                  <a:pt x="0" y="11680918"/>
                </a:moveTo>
                <a:lnTo>
                  <a:pt x="9344735" y="11680918"/>
                </a:lnTo>
                <a:lnTo>
                  <a:pt x="9344735" y="0"/>
                </a:lnTo>
                <a:lnTo>
                  <a:pt x="0" y="0"/>
                </a:lnTo>
                <a:lnTo>
                  <a:pt x="0" y="116809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96004bc5fa4870">
              <a:extLst>
                <a:ext uri="{96DAC541-7B7A-43D3-8B79-37D633B846F1}">
                  <asvg:svgBlip xmlns:asvg="http://schemas.microsoft.com/office/drawing/2016/SVG/main" r:embed="Rd39a43d4f01b47c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25DBA75-6AA5-4A1A-8AA1-F6DD7D63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40878" y="676430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0" y="0"/>
                </a:moveTo>
                <a:lnTo>
                  <a:pt x="5122962" y="0"/>
                </a:lnTo>
                <a:lnTo>
                  <a:pt x="5122962" y="4844540"/>
                </a:lnTo>
                <a:lnTo>
                  <a:pt x="0" y="4844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7e01d6aca24eda">
              <a:extLst>
                <a:ext uri="{96DAC541-7B7A-43D3-8B79-37D633B846F1}">
                  <asvg:svgBlip xmlns:asvg="http://schemas.microsoft.com/office/drawing/2016/SVG/main" r:embed="Ra8af500d529045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DDF2AD87-813B-46F5-9324-FC642F5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1175840" y="-132184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5122962" y="4844540"/>
                </a:moveTo>
                <a:lnTo>
                  <a:pt x="0" y="4844540"/>
                </a:lnTo>
                <a:lnTo>
                  <a:pt x="0" y="0"/>
                </a:lnTo>
                <a:lnTo>
                  <a:pt x="5122962" y="0"/>
                </a:lnTo>
                <a:lnTo>
                  <a:pt x="5122962" y="48445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7e01d6aca24eda">
              <a:extLst>
                <a:ext uri="{96DAC541-7B7A-43D3-8B79-37D633B846F1}">
                  <asvg:svgBlip xmlns:asvg="http://schemas.microsoft.com/office/drawing/2016/SVG/main" r:embed="Ra8af500d529045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E131E2A-E335-410E-8A2E-53CFF66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b875e8cd2c41a4">
              <a:extLst>
                <a:ext uri="{96DAC541-7B7A-43D3-8B79-37D633B846F1}">
                  <asvg:svgBlip xmlns:asvg="http://schemas.microsoft.com/office/drawing/2016/SVG/main" r:embed="Rf730975c216a4af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50F46C65-B793-4725-83D9-CD0DB416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b875e8cd2c41a4">
              <a:extLst>
                <a:ext uri="{96DAC541-7B7A-43D3-8B79-37D633B846F1}">
                  <asvg:svgBlip xmlns:asvg="http://schemas.microsoft.com/office/drawing/2016/SVG/main" r:embed="Rf730975c216a4af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ACCA212C-627F-475C-89CA-3A382F5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0353" flipH="0" flipV="0">
            <a:off x="231243" y="3697148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7" y="0"/>
                </a:lnTo>
                <a:lnTo>
                  <a:pt x="876057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3029abdd6e44ac">
              <a:extLst>
                <a:ext uri="{96DAC541-7B7A-43D3-8B79-37D633B846F1}">
                  <asvg:svgBlip xmlns:asvg="http://schemas.microsoft.com/office/drawing/2016/SVG/main" r:embed="Re15a09a0d5bc44d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037CEC0-36EF-402F-A588-AE2A989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391" flipH="0" flipV="0">
            <a:off x="17166232" y="4422592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6" y="0"/>
                </a:lnTo>
                <a:lnTo>
                  <a:pt x="876056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3029abdd6e44ac">
              <a:extLst>
                <a:ext uri="{96DAC541-7B7A-43D3-8B79-37D633B846F1}">
                  <asvg:svgBlip xmlns:asvg="http://schemas.microsoft.com/office/drawing/2016/SVG/main" r:embed="Re15a09a0d5bc44d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A382EC8-0589-4A86-B3AD-0ADECACC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3359" y="-4093145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c711bd5d4c49ce">
              <a:extLst>
                <a:ext uri="{96DAC541-7B7A-43D3-8B79-37D633B846F1}">
                  <asvg:svgBlip xmlns:asvg="http://schemas.microsoft.com/office/drawing/2016/SVG/main" r:embed="Rf261d5c8467b486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EEA19FA-132C-4828-AECD-305FBE9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7526" y="8761499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5"/>
                </a:lnTo>
                <a:lnTo>
                  <a:pt x="0" y="51935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c711bd5d4c49ce">
              <a:extLst>
                <a:ext uri="{96DAC541-7B7A-43D3-8B79-37D633B846F1}">
                  <asvg:svgBlip xmlns:asvg="http://schemas.microsoft.com/office/drawing/2016/SVG/main" r:embed="Rf261d5c8467b486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0B242339-441D-45E0-B157-B2C1F401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0" flipV="0">
            <a:off x="9525323" y="88919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0" y="0"/>
                </a:moveTo>
                <a:lnTo>
                  <a:pt x="4377446" y="0"/>
                </a:lnTo>
                <a:lnTo>
                  <a:pt x="4377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27983b05fc41e5">
              <a:extLst>
                <a:ext uri="{96DAC541-7B7A-43D3-8B79-37D633B846F1}">
                  <asvg:svgBlip xmlns:asvg="http://schemas.microsoft.com/office/drawing/2016/SVG/main" r:embed="Rc4215a8bf21942e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A03B26B-AE97-4C47-B71B-BDEF68A0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1" flipV="1">
            <a:off x="4385231" y="-27197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437744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77446" y="0"/>
                </a:lnTo>
                <a:lnTo>
                  <a:pt x="4377446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327983b05fc41e5">
              <a:extLst>
                <a:ext uri="{96DAC541-7B7A-43D3-8B79-37D633B846F1}">
                  <asvg:svgBlip xmlns:asvg="http://schemas.microsoft.com/office/drawing/2016/SVG/main" r:embed="Rc4215a8bf21942e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9B2F4960-0FC3-42D6-8C89-53B299C0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6323" y="1100429"/>
            <a:ext cx="1695353" cy="1364759"/>
          </a:xfrm>
          <a:custGeom xmlns:a="http://schemas.openxmlformats.org/drawingml/2006/main">
            <a:rect l="l" t="t" r="r" b="b"/>
            <a:pathLst>
              <a:path w="1695353" h="1364759">
                <a:moveTo>
                  <a:pt x="0" y="0"/>
                </a:moveTo>
                <a:lnTo>
                  <a:pt x="1695354" y="0"/>
                </a:lnTo>
                <a:lnTo>
                  <a:pt x="1695354" y="1364760"/>
                </a:lnTo>
                <a:lnTo>
                  <a:pt x="0" y="13647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783f9b34e2444f">
              <a:extLst>
                <a:ext uri="{96DAC541-7B7A-43D3-8B79-37D633B846F1}">
                  <asvg:svgBlip xmlns:asvg="http://schemas.microsoft.com/office/drawing/2016/SVG/main" r:embed="R943e21ded2a14ae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{{topic}}">
            <a:extLst xmlns:a="http://schemas.openxmlformats.org/drawingml/2006/main">
              <a:ext uri="{FF2B5EF4-FFF2-40B4-BE49-F238E27FC236}">
                <a16:creationId xmlns:a16="http://schemas.microsoft.com/office/drawing/2014/main" id="{4A775446-6991-4B27-8636-39FE2AA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1060704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72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{{topic}}</a:t>
            </a:r>
          </a:p>
        </p:txBody>
      </p:sp>
      <p:sp>
        <p:nvSpPr>
          <p:cNvPr id="18" name="{{muallif}}">
            <a:extLst xmlns:a="http://schemas.openxmlformats.org/drawingml/2006/main">
              <a:ext uri="{FF2B5EF4-FFF2-40B4-BE49-F238E27FC236}">
                <a16:creationId xmlns:a16="http://schemas.microsoft.com/office/drawing/2014/main" id="{3BA2AFEC-713F-40C9-85E8-C37BF12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04088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8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{{muallif}}</a:t>
            </a:r>
          </a:p>
        </p:txBody>
      </p:sp>
      <p:sp>
        <p:nvSpPr>
          <p:cNvPr id="19" name="static_01 / 20">
            <a:extLst xmlns:a="http://schemas.openxmlformats.org/drawingml/2006/main">
              <a:ext uri="{FF2B5EF4-FFF2-40B4-BE49-F238E27FC236}">
                <a16:creationId xmlns:a16="http://schemas.microsoft.com/office/drawing/2014/main" id="{77022365-D9A1-4A44-8048-050C6C64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958355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1688547-3FFC-4FF4-B9AC-5B8FB1B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eb92079f4c4d2d">
              <a:extLst>
                <a:ext uri="{96DAC541-7B7A-43D3-8B79-37D633B846F1}">
                  <asvg:svgBlip xmlns:asvg="http://schemas.microsoft.com/office/drawing/2016/SVG/main" r:embed="R28fb343297bd4f77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FC05BD8-CABE-4965-8C6A-5AD7F52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8eb92079f4c4d2d">
              <a:extLst>
                <a:ext uri="{96DAC541-7B7A-43D3-8B79-37D633B846F1}">
                  <asvg:svgBlip xmlns:asvg="http://schemas.microsoft.com/office/drawing/2016/SVG/main" r:embed="R28fb343297bd4f77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{{image_2}}" descr="{{image_2}}">
            <a:extLst xmlns:a="http://schemas.openxmlformats.org/drawingml/2006/main">
              <a:ext uri="{FF2B5EF4-FFF2-40B4-BE49-F238E27FC236}">
                <a16:creationId xmlns:a16="http://schemas.microsoft.com/office/drawing/2014/main" id="{2ED1641F-EB4B-4C7A-9887-57E8DA4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18721" y="-1568087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39ba53940a40ef">
              <a:extLst>
                <a:ext uri="{96DAC541-7B7A-43D3-8B79-37D633B846F1}">
                  <asvg:svgBlip xmlns:asvg="http://schemas.microsoft.com/office/drawing/2016/SVG/main" r:embed="R787761917e2d42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1E29319-E7EB-4270-BDC8-09CAC52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3123163" y="6661513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4492442" y="5193574"/>
                </a:moveTo>
                <a:lnTo>
                  <a:pt x="0" y="5193574"/>
                </a:lnTo>
                <a:lnTo>
                  <a:pt x="0" y="0"/>
                </a:lnTo>
                <a:lnTo>
                  <a:pt x="4492442" y="0"/>
                </a:lnTo>
                <a:lnTo>
                  <a:pt x="4492442" y="51935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e39ba53940a40ef">
              <a:extLst>
                <a:ext uri="{96DAC541-7B7A-43D3-8B79-37D633B846F1}">
                  <asvg:svgBlip xmlns:asvg="http://schemas.microsoft.com/office/drawing/2016/SVG/main" r:embed="R787761917e2d42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reja}}">
            <a:extLst xmlns:a="http://schemas.openxmlformats.org/drawingml/2006/main">
              <a:ext uri="{FF2B5EF4-FFF2-40B4-BE49-F238E27FC236}">
                <a16:creationId xmlns:a16="http://schemas.microsoft.com/office/drawing/2014/main" id="{8BB67F07-88D4-4801-8971-DCD5155A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097280"/>
            <a:ext cx="14630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6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{{reja}}</a:t>
            </a:r>
          </a:p>
        </p:txBody>
      </p:sp>
      <p:sp>
        <p:nvSpPr>
          <p:cNvPr id="7" name="static_01">
            <a:extLst xmlns:a="http://schemas.openxmlformats.org/drawingml/2006/main">
              <a:ext uri="{FF2B5EF4-FFF2-40B4-BE49-F238E27FC236}">
                <a16:creationId xmlns:a16="http://schemas.microsoft.com/office/drawing/2014/main" id="{40A80D84-6B7F-44EC-934C-60010111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2A8A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62A8A5"/>
                </a:solidFill>
                <a:latin typeface="Lazydog"/>
                <a:ea typeface="Lazydog"/>
                <a:cs typeface="Lazydog"/>
              </a:rPr>
              <a:t>01</a:t>
            </a:r>
          </a:p>
        </p:txBody>
      </p:sp>
      <p:sp>
        <p:nvSpPr>
          <p:cNvPr id="8" name="{{reja_1}}">
            <a:extLst xmlns:a="http://schemas.openxmlformats.org/drawingml/2006/main">
              <a:ext uri="{FF2B5EF4-FFF2-40B4-BE49-F238E27FC236}">
                <a16:creationId xmlns:a16="http://schemas.microsoft.com/office/drawing/2014/main" id="{4F35BB4F-D429-4BEF-BE36-F8D3728D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9184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{{reja_1}}</a:t>
            </a:r>
          </a:p>
        </p:txBody>
      </p:sp>
      <p:sp>
        <p:nvSpPr>
          <p:cNvPr id="9" name="static_02">
            <a:extLst xmlns:a="http://schemas.openxmlformats.org/drawingml/2006/main">
              <a:ext uri="{FF2B5EF4-FFF2-40B4-BE49-F238E27FC236}">
                <a16:creationId xmlns:a16="http://schemas.microsoft.com/office/drawing/2014/main" id="{E3DC7DFC-3C45-4770-8DBD-28CC3F0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9432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2A8A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62A8A5"/>
                </a:solidFill>
                <a:latin typeface="Lazydog"/>
                <a:ea typeface="Lazydog"/>
                <a:cs typeface="Lazydog"/>
              </a:rPr>
              <a:t>02</a:t>
            </a:r>
          </a:p>
        </p:txBody>
      </p:sp>
      <p:sp>
        <p:nvSpPr>
          <p:cNvPr id="10" name="{{reja_2}}">
            <a:extLst xmlns:a="http://schemas.openxmlformats.org/drawingml/2006/main">
              <a:ext uri="{FF2B5EF4-FFF2-40B4-BE49-F238E27FC236}">
                <a16:creationId xmlns:a16="http://schemas.microsoft.com/office/drawing/2014/main" id="{E36751EE-302B-46CE-BC36-CD716794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9432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{{reja_2}}</a:t>
            </a:r>
          </a:p>
        </p:txBody>
      </p:sp>
      <p:sp>
        <p:nvSpPr>
          <p:cNvPr id="11" name="static_03">
            <a:extLst xmlns:a="http://schemas.openxmlformats.org/drawingml/2006/main">
              <a:ext uri="{FF2B5EF4-FFF2-40B4-BE49-F238E27FC236}">
                <a16:creationId xmlns:a16="http://schemas.microsoft.com/office/drawing/2014/main" id="{A3D9D253-3779-4A40-9A01-AE626B61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07024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2A8A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62A8A5"/>
                </a:solidFill>
                <a:latin typeface="Lazydog"/>
                <a:ea typeface="Lazydog"/>
                <a:cs typeface="Lazydog"/>
              </a:rPr>
              <a:t>03</a:t>
            </a:r>
          </a:p>
        </p:txBody>
      </p:sp>
      <p:sp>
        <p:nvSpPr>
          <p:cNvPr id="12" name="{{reja_3}}">
            <a:extLst xmlns:a="http://schemas.openxmlformats.org/drawingml/2006/main">
              <a:ext uri="{FF2B5EF4-FFF2-40B4-BE49-F238E27FC236}">
                <a16:creationId xmlns:a16="http://schemas.microsoft.com/office/drawing/2014/main" id="{1EF1445F-46D3-46F5-919F-E80CDB8E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07024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{{reja_3}}</a:t>
            </a:r>
          </a:p>
        </p:txBody>
      </p:sp>
      <p:sp>
        <p:nvSpPr>
          <p:cNvPr id="13" name="static_04">
            <a:extLst xmlns:a="http://schemas.openxmlformats.org/drawingml/2006/main">
              <a:ext uri="{FF2B5EF4-FFF2-40B4-BE49-F238E27FC236}">
                <a16:creationId xmlns:a16="http://schemas.microsoft.com/office/drawing/2014/main" id="{A6304D4A-7A10-48E5-81E8-5607400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214616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2A8A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62A8A5"/>
                </a:solidFill>
                <a:latin typeface="Lazydog"/>
                <a:ea typeface="Lazydog"/>
                <a:cs typeface="Lazydog"/>
              </a:rPr>
              <a:t>04</a:t>
            </a:r>
          </a:p>
        </p:txBody>
      </p:sp>
      <p:sp>
        <p:nvSpPr>
          <p:cNvPr id="14" name="{{reja_4}}">
            <a:extLst xmlns:a="http://schemas.openxmlformats.org/drawingml/2006/main">
              <a:ext uri="{FF2B5EF4-FFF2-40B4-BE49-F238E27FC236}">
                <a16:creationId xmlns:a16="http://schemas.microsoft.com/office/drawing/2014/main" id="{0BBAC64C-3895-48CB-B8D9-7DF7488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214616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3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{{reja_4}}</a:t>
            </a:r>
          </a:p>
        </p:txBody>
      </p:sp>
      <p:sp>
        <p:nvSpPr>
          <p:cNvPr id="15" name="static_02 / 20">
            <a:extLst xmlns:a="http://schemas.openxmlformats.org/drawingml/2006/main">
              <a:ext uri="{FF2B5EF4-FFF2-40B4-BE49-F238E27FC236}">
                <a16:creationId xmlns:a16="http://schemas.microsoft.com/office/drawing/2014/main" id="{422B98AD-67A0-4BEC-B6DF-126E8AA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912691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6E6BCAE-55F4-4941-922D-31CD43F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9c8cf2ea674139">
              <a:extLst>
                <a:ext uri="{96DAC541-7B7A-43D3-8B79-37D633B846F1}">
                  <asvg:svgBlip xmlns:asvg="http://schemas.microsoft.com/office/drawing/2016/SVG/main" r:embed="R6095c88717534d7a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335FDD5-DDB5-4E85-B2AB-1EBC721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59c8cf2ea674139">
              <a:extLst>
                <a:ext uri="{96DAC541-7B7A-43D3-8B79-37D633B846F1}">
                  <asvg:svgBlip xmlns:asvg="http://schemas.microsoft.com/office/drawing/2016/SVG/main" r:embed="R6095c88717534d7a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CE65ED6-56B9-4961-9A7C-6A7886A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9134" flipH="1" flipV="1">
            <a:off x="14220065" y="-1393570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5122962" y="4844540"/>
                </a:moveTo>
                <a:lnTo>
                  <a:pt x="0" y="4844540"/>
                </a:lnTo>
                <a:lnTo>
                  <a:pt x="0" y="0"/>
                </a:lnTo>
                <a:lnTo>
                  <a:pt x="5122962" y="0"/>
                </a:lnTo>
                <a:lnTo>
                  <a:pt x="5122962" y="48445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8e677edf45472b">
              <a:extLst>
                <a:ext uri="{96DAC541-7B7A-43D3-8B79-37D633B846F1}">
                  <asvg:svgBlip xmlns:asvg="http://schemas.microsoft.com/office/drawing/2016/SVG/main" r:embed="R6b2ed8370ef84e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0198AF1-8A93-4659-8000-B3F157C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9134" flipH="0" flipV="0">
            <a:off x="-1055027" y="6836030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0" y="0"/>
                </a:moveTo>
                <a:lnTo>
                  <a:pt x="5122962" y="0"/>
                </a:lnTo>
                <a:lnTo>
                  <a:pt x="5122962" y="4844540"/>
                </a:lnTo>
                <a:lnTo>
                  <a:pt x="0" y="4844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8e677edf45472b">
              <a:extLst>
                <a:ext uri="{96DAC541-7B7A-43D3-8B79-37D633B846F1}">
                  <asvg:svgBlip xmlns:asvg="http://schemas.microsoft.com/office/drawing/2016/SVG/main" r:embed="R6b2ed8370ef84e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kirish}}">
            <a:extLst xmlns:a="http://schemas.openxmlformats.org/drawingml/2006/main">
              <a:ext uri="{FF2B5EF4-FFF2-40B4-BE49-F238E27FC236}">
                <a16:creationId xmlns:a16="http://schemas.microsoft.com/office/drawing/2014/main" id="{17642DF4-8D96-4767-A281-810BACD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54480"/>
            <a:ext cx="133502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6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{{kirish}}</a:t>
            </a:r>
          </a:p>
        </p:txBody>
      </p:sp>
      <p:sp>
        <p:nvSpPr>
          <p:cNvPr id="9" name="{{fraza}}">
            <a:extLst xmlns:a="http://schemas.openxmlformats.org/drawingml/2006/main">
              <a:ext uri="{FF2B5EF4-FFF2-40B4-BE49-F238E27FC236}">
                <a16:creationId xmlns:a16="http://schemas.microsoft.com/office/drawing/2014/main" id="{43B0004F-58D4-4C08-B525-731F94B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57600"/>
            <a:ext cx="123444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40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{{fraza}}</a:t>
            </a:r>
          </a:p>
        </p:txBody>
      </p:sp>
      <p:sp>
        <p:nvSpPr>
          <p:cNvPr id="10" name="static_03 / 20">
            <a:extLst xmlns:a="http://schemas.openxmlformats.org/drawingml/2006/main">
              <a:ext uri="{FF2B5EF4-FFF2-40B4-BE49-F238E27FC236}">
                <a16:creationId xmlns:a16="http://schemas.microsoft.com/office/drawing/2014/main" id="{2D8A5002-7F24-438A-80F8-92A8234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1676041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8}}" descr="{{image_8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5c7b809bf94897">
              <a:extLst>
                <a:ext uri="{96DAC541-7B7A-43D3-8B79-37D633B846F1}">
                  <asvg:svgBlip xmlns:asvg="http://schemas.microsoft.com/office/drawing/2016/SVG/main" r:embed="R52ddf839d5cd47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566c07d7a547e4">
              <a:extLst>
                <a:ext uri="{96DAC541-7B7A-43D3-8B79-37D633B846F1}">
                  <asvg:svgBlip xmlns:asvg="http://schemas.microsoft.com/office/drawing/2016/SVG/main" r:embed="R279eb75bda1349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566c07d7a547e4">
              <a:extLst>
                <a:ext uri="{96DAC541-7B7A-43D3-8B79-37D633B846F1}">
                  <asvg:svgBlip xmlns:asvg="http://schemas.microsoft.com/office/drawing/2016/SVG/main" r:embed="R279eb75bda1349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da7d74754647e7">
              <a:extLst>
                <a:ext uri="{96DAC541-7B7A-43D3-8B79-37D633B846F1}">
                  <asvg:svgBlip xmlns:asvg="http://schemas.microsoft.com/office/drawing/2016/SVG/main" r:embed="Rd7126cb74f164bc3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6da7d74754647e7">
              <a:extLst>
                <a:ext uri="{96DAC541-7B7A-43D3-8B79-37D633B846F1}">
                  <asvg:svgBlip xmlns:asvg="http://schemas.microsoft.com/office/drawing/2016/SVG/main" r:embed="Rd7126cb74f164bc3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kirish}}">
            <a:extLst xmlns:a="http://schemas.openxmlformats.org/drawingml/2006/main">
              <a:ext uri="{FF2B5EF4-FFF2-40B4-BE49-F238E27FC236}">
                <a16:creationId xmlns:a16="http://schemas.microsoft.com/office/drawing/2014/main" id="{E2F74F0D-9F66-469F-86C0-F1E1F0FE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{{kirish}}</a:t>
            </a:r>
          </a:p>
        </p:txBody>
      </p:sp>
      <p:sp>
        <p:nvSpPr>
          <p:cNvPr id="10" name="{{kirish_matni}}">
            <a:extLst xmlns:a="http://schemas.openxmlformats.org/drawingml/2006/main">
              <a:ext uri="{FF2B5EF4-FFF2-40B4-BE49-F238E27FC236}">
                <a16:creationId xmlns:a16="http://schemas.microsoft.com/office/drawing/2014/main" id="{1DC8FA6D-50D0-472E-8569-B629D0D6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{{kirish_matni}}</a:t>
            </a:r>
          </a:p>
        </p:txBody>
      </p:sp>
      <p:sp>
        <p:nvSpPr>
          <p:cNvPr id="11" name="static_04 / 20">
            <a:extLst xmlns:a="http://schemas.openxmlformats.org/drawingml/2006/main">
              <a:ext uri="{FF2B5EF4-FFF2-40B4-BE49-F238E27FC236}">
                <a16:creationId xmlns:a16="http://schemas.microsoft.com/office/drawing/2014/main" id="{3B14F53F-4396-4B91-B51C-2C73D0A5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3}}" descr="{{image_3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51582d4ee04322">
              <a:extLst>
                <a:ext uri="{96DAC541-7B7A-43D3-8B79-37D633B846F1}">
                  <asvg:svgBlip xmlns:asvg="http://schemas.microsoft.com/office/drawing/2016/SVG/main" r:embed="R204cf2d4ccd84fb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4a54e7380846e2">
              <a:extLst>
                <a:ext uri="{96DAC541-7B7A-43D3-8B79-37D633B846F1}">
                  <asvg:svgBlip xmlns:asvg="http://schemas.microsoft.com/office/drawing/2016/SVG/main" r:embed="Rca41b10abe814cf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4a54e7380846e2">
              <a:extLst>
                <a:ext uri="{96DAC541-7B7A-43D3-8B79-37D633B846F1}">
                  <asvg:svgBlip xmlns:asvg="http://schemas.microsoft.com/office/drawing/2016/SVG/main" r:embed="Rca41b10abe814cf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a2b33bf5b04b06">
              <a:extLst>
                <a:ext uri="{96DAC541-7B7A-43D3-8B79-37D633B846F1}">
                  <asvg:svgBlip xmlns:asvg="http://schemas.microsoft.com/office/drawing/2016/SVG/main" r:embed="R211d64e0e4bd43d0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a2b33bf5b04b06">
              <a:extLst>
                <a:ext uri="{96DAC541-7B7A-43D3-8B79-37D633B846F1}">
                  <asvg:svgBlip xmlns:asvg="http://schemas.microsoft.com/office/drawing/2016/SVG/main" r:embed="R211d64e0e4bd43d0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fakt_1}}">
            <a:extLst xmlns:a="http://schemas.openxmlformats.org/drawingml/2006/main">
              <a:ext uri="{FF2B5EF4-FFF2-40B4-BE49-F238E27FC236}">
                <a16:creationId xmlns:a16="http://schemas.microsoft.com/office/drawing/2014/main" id="{42B383C6-E2BB-4E33-B7F4-00635512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{{fakt_1}}</a:t>
            </a:r>
          </a:p>
        </p:txBody>
      </p:sp>
      <p:sp>
        <p:nvSpPr>
          <p:cNvPr id="10" name="{{fakt_1_asosi}}">
            <a:extLst xmlns:a="http://schemas.openxmlformats.org/drawingml/2006/main">
              <a:ext uri="{FF2B5EF4-FFF2-40B4-BE49-F238E27FC236}">
                <a16:creationId xmlns:a16="http://schemas.microsoft.com/office/drawing/2014/main" id="{FA4F96EB-676C-465B-B5FA-79BCEA8D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{{fakt_1_asosi}}</a:t>
            </a:r>
          </a:p>
        </p:txBody>
      </p:sp>
      <p:sp>
        <p:nvSpPr>
          <p:cNvPr id="11" name="static_05 / 20">
            <a:extLst xmlns:a="http://schemas.openxmlformats.org/drawingml/2006/main">
              <a:ext uri="{FF2B5EF4-FFF2-40B4-BE49-F238E27FC236}">
                <a16:creationId xmlns:a16="http://schemas.microsoft.com/office/drawing/2014/main" id="{F2C18B27-A4E9-402D-B21F-E1024D4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9}}" descr="{{image_9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421568109c4364">
              <a:extLst>
                <a:ext uri="{96DAC541-7B7A-43D3-8B79-37D633B846F1}">
                  <asvg:svgBlip xmlns:asvg="http://schemas.microsoft.com/office/drawing/2016/SVG/main" r:embed="Reec67a22bd3f4ec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2ce694c62a4a57">
              <a:extLst>
                <a:ext uri="{96DAC541-7B7A-43D3-8B79-37D633B846F1}">
                  <asvg:svgBlip xmlns:asvg="http://schemas.microsoft.com/office/drawing/2016/SVG/main" r:embed="R5ee2c362cf884d4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22ce694c62a4a57">
              <a:extLst>
                <a:ext uri="{96DAC541-7B7A-43D3-8B79-37D633B846F1}">
                  <asvg:svgBlip xmlns:asvg="http://schemas.microsoft.com/office/drawing/2016/SVG/main" r:embed="R5ee2c362cf884d4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2957be1ff54312">
              <a:extLst>
                <a:ext uri="{96DAC541-7B7A-43D3-8B79-37D633B846F1}">
                  <asvg:svgBlip xmlns:asvg="http://schemas.microsoft.com/office/drawing/2016/SVG/main" r:embed="Ra9fa63e4c3744054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2957be1ff54312">
              <a:extLst>
                <a:ext uri="{96DAC541-7B7A-43D3-8B79-37D633B846F1}">
                  <asvg:svgBlip xmlns:asvg="http://schemas.microsoft.com/office/drawing/2016/SVG/main" r:embed="Ra9fa63e4c3744054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fakt_2}}">
            <a:extLst xmlns:a="http://schemas.openxmlformats.org/drawingml/2006/main">
              <a:ext uri="{FF2B5EF4-FFF2-40B4-BE49-F238E27FC236}">
                <a16:creationId xmlns:a16="http://schemas.microsoft.com/office/drawing/2014/main" id="{8070FD5C-3AA9-48C3-A0F5-65B60E62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{{fakt_2}}</a:t>
            </a:r>
          </a:p>
        </p:txBody>
      </p:sp>
      <p:sp>
        <p:nvSpPr>
          <p:cNvPr id="10" name="{{fakt_2_asosi}}">
            <a:extLst xmlns:a="http://schemas.openxmlformats.org/drawingml/2006/main">
              <a:ext uri="{FF2B5EF4-FFF2-40B4-BE49-F238E27FC236}">
                <a16:creationId xmlns:a16="http://schemas.microsoft.com/office/drawing/2014/main" id="{5D4F36A0-7D2C-4B1F-AB6F-12E88EB2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{{fakt_2_asosi}}</a:t>
            </a:r>
          </a:p>
        </p:txBody>
      </p:sp>
      <p:sp>
        <p:nvSpPr>
          <p:cNvPr id="11" name="static_06 / 20">
            <a:extLst xmlns:a="http://schemas.openxmlformats.org/drawingml/2006/main">
              <a:ext uri="{FF2B5EF4-FFF2-40B4-BE49-F238E27FC236}">
                <a16:creationId xmlns:a16="http://schemas.microsoft.com/office/drawing/2014/main" id="{067639EC-64FB-46B5-97A2-EF1AD96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4}}" descr="{{image_4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c1fcbd75d74a1a">
              <a:extLst>
                <a:ext uri="{96DAC541-7B7A-43D3-8B79-37D633B846F1}">
                  <asvg:svgBlip xmlns:asvg="http://schemas.microsoft.com/office/drawing/2016/SVG/main" r:embed="Re7fdcfcf56b14dc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4d5e7645fe4fb2">
              <a:extLst>
                <a:ext uri="{96DAC541-7B7A-43D3-8B79-37D633B846F1}">
                  <asvg:svgBlip xmlns:asvg="http://schemas.microsoft.com/office/drawing/2016/SVG/main" r:embed="Re9cda40b58564e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4d5e7645fe4fb2">
              <a:extLst>
                <a:ext uri="{96DAC541-7B7A-43D3-8B79-37D633B846F1}">
                  <asvg:svgBlip xmlns:asvg="http://schemas.microsoft.com/office/drawing/2016/SVG/main" r:embed="Re9cda40b58564e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4400c756e94255">
              <a:extLst>
                <a:ext uri="{96DAC541-7B7A-43D3-8B79-37D633B846F1}">
                  <asvg:svgBlip xmlns:asvg="http://schemas.microsoft.com/office/drawing/2016/SVG/main" r:embed="R6e2bde594c954bb8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4400c756e94255">
              <a:extLst>
                <a:ext uri="{96DAC541-7B7A-43D3-8B79-37D633B846F1}">
                  <asvg:svgBlip xmlns:asvg="http://schemas.microsoft.com/office/drawing/2016/SVG/main" r:embed="R6e2bde594c954bb8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fakt_3}}">
            <a:extLst xmlns:a="http://schemas.openxmlformats.org/drawingml/2006/main">
              <a:ext uri="{FF2B5EF4-FFF2-40B4-BE49-F238E27FC236}">
                <a16:creationId xmlns:a16="http://schemas.microsoft.com/office/drawing/2014/main" id="{BABF4937-F416-434F-9E3D-2EDE720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{{fakt_3}}</a:t>
            </a:r>
          </a:p>
        </p:txBody>
      </p:sp>
      <p:sp>
        <p:nvSpPr>
          <p:cNvPr id="10" name="{{fakt_3_asosi}}">
            <a:extLst xmlns:a="http://schemas.openxmlformats.org/drawingml/2006/main">
              <a:ext uri="{FF2B5EF4-FFF2-40B4-BE49-F238E27FC236}">
                <a16:creationId xmlns:a16="http://schemas.microsoft.com/office/drawing/2014/main" id="{43AF92E2-B324-43C5-BB40-E02AAFD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{{fakt_3_asosi}}</a:t>
            </a:r>
          </a:p>
        </p:txBody>
      </p:sp>
      <p:sp>
        <p:nvSpPr>
          <p:cNvPr id="11" name="static_07 / 20">
            <a:extLst xmlns:a="http://schemas.openxmlformats.org/drawingml/2006/main">
              <a:ext uri="{FF2B5EF4-FFF2-40B4-BE49-F238E27FC236}">
                <a16:creationId xmlns:a16="http://schemas.microsoft.com/office/drawing/2014/main" id="{07604CDC-2EFD-4CB6-803A-390C3450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5}}" descr="{{image_5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ee62dadce94441">
              <a:extLst>
                <a:ext uri="{96DAC541-7B7A-43D3-8B79-37D633B846F1}">
                  <asvg:svgBlip xmlns:asvg="http://schemas.microsoft.com/office/drawing/2016/SVG/main" r:embed="R326b3cf3f42347b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07f8d01f5a464d">
              <a:extLst>
                <a:ext uri="{96DAC541-7B7A-43D3-8B79-37D633B846F1}">
                  <asvg:svgBlip xmlns:asvg="http://schemas.microsoft.com/office/drawing/2016/SVG/main" r:embed="Rb051898c5a98429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907f8d01f5a464d">
              <a:extLst>
                <a:ext uri="{96DAC541-7B7A-43D3-8B79-37D633B846F1}">
                  <asvg:svgBlip xmlns:asvg="http://schemas.microsoft.com/office/drawing/2016/SVG/main" r:embed="Rb051898c5a98429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4676ea1f6a4368">
              <a:extLst>
                <a:ext uri="{96DAC541-7B7A-43D3-8B79-37D633B846F1}">
                  <asvg:svgBlip xmlns:asvg="http://schemas.microsoft.com/office/drawing/2016/SVG/main" r:embed="R461a6ba2a0f644b7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c4676ea1f6a4368">
              <a:extLst>
                <a:ext uri="{96DAC541-7B7A-43D3-8B79-37D633B846F1}">
                  <asvg:svgBlip xmlns:asvg="http://schemas.microsoft.com/office/drawing/2016/SVG/main" r:embed="R461a6ba2a0f644b7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reja_1}}">
            <a:extLst xmlns:a="http://schemas.openxmlformats.org/drawingml/2006/main">
              <a:ext uri="{FF2B5EF4-FFF2-40B4-BE49-F238E27FC236}">
                <a16:creationId xmlns:a16="http://schemas.microsoft.com/office/drawing/2014/main" id="{C5CD4150-B168-4967-8DDD-28E6A0E8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{{reja_1}}</a:t>
            </a:r>
          </a:p>
        </p:txBody>
      </p:sp>
      <p:sp>
        <p:nvSpPr>
          <p:cNvPr id="10" name="{{reja_1_matni}}">
            <a:extLst xmlns:a="http://schemas.openxmlformats.org/drawingml/2006/main">
              <a:ext uri="{FF2B5EF4-FFF2-40B4-BE49-F238E27FC236}">
                <a16:creationId xmlns:a16="http://schemas.microsoft.com/office/drawing/2014/main" id="{0C2C6767-F782-4AE4-A871-36B32C66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{{reja_1_matni}}</a:t>
            </a:r>
          </a:p>
        </p:txBody>
      </p:sp>
      <p:sp>
        <p:nvSpPr>
          <p:cNvPr id="11" name="static_08 / 20">
            <a:extLst xmlns:a="http://schemas.openxmlformats.org/drawingml/2006/main">
              <a:ext uri="{FF2B5EF4-FFF2-40B4-BE49-F238E27FC236}">
                <a16:creationId xmlns:a16="http://schemas.microsoft.com/office/drawing/2014/main" id="{D3CDA826-2772-4222-8C4F-37688CB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0}}" descr="{{image_10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b24133d68d4cb3">
              <a:extLst>
                <a:ext uri="{96DAC541-7B7A-43D3-8B79-37D633B846F1}">
                  <asvg:svgBlip xmlns:asvg="http://schemas.microsoft.com/office/drawing/2016/SVG/main" r:embed="Rccc9408fdb5f45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6a201eb5e44fb1">
              <a:extLst>
                <a:ext uri="{96DAC541-7B7A-43D3-8B79-37D633B846F1}">
                  <asvg:svgBlip xmlns:asvg="http://schemas.microsoft.com/office/drawing/2016/SVG/main" r:embed="R91500132050449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6a201eb5e44fb1">
              <a:extLst>
                <a:ext uri="{96DAC541-7B7A-43D3-8B79-37D633B846F1}">
                  <asvg:svgBlip xmlns:asvg="http://schemas.microsoft.com/office/drawing/2016/SVG/main" r:embed="R91500132050449c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2009ca363147a4">
              <a:extLst>
                <a:ext uri="{96DAC541-7B7A-43D3-8B79-37D633B846F1}">
                  <asvg:svgBlip xmlns:asvg="http://schemas.microsoft.com/office/drawing/2016/SVG/main" r:embed="R3dfce18584734cc3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2009ca363147a4">
              <a:extLst>
                <a:ext uri="{96DAC541-7B7A-43D3-8B79-37D633B846F1}">
                  <asvg:svgBlip xmlns:asvg="http://schemas.microsoft.com/office/drawing/2016/SVG/main" r:embed="R3dfce18584734cc3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reja_2}}">
            <a:extLst xmlns:a="http://schemas.openxmlformats.org/drawingml/2006/main">
              <a:ext uri="{FF2B5EF4-FFF2-40B4-BE49-F238E27FC236}">
                <a16:creationId xmlns:a16="http://schemas.microsoft.com/office/drawing/2014/main" id="{1515F276-49D4-4F35-A95B-9B39BA84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{{reja_2}}</a:t>
            </a:r>
          </a:p>
        </p:txBody>
      </p:sp>
      <p:sp>
        <p:nvSpPr>
          <p:cNvPr id="10" name="{{reja_2_matni}}">
            <a:extLst xmlns:a="http://schemas.openxmlformats.org/drawingml/2006/main">
              <a:ext uri="{FF2B5EF4-FFF2-40B4-BE49-F238E27FC236}">
                <a16:creationId xmlns:a16="http://schemas.microsoft.com/office/drawing/2014/main" id="{292DDDD7-C441-419A-98B5-566218A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{{reja_2_matni}}</a:t>
            </a:r>
          </a:p>
        </p:txBody>
      </p:sp>
      <p:sp>
        <p:nvSpPr>
          <p:cNvPr id="11" name="static_09 / 20">
            <a:extLst xmlns:a="http://schemas.openxmlformats.org/drawingml/2006/main">
              <a:ext uri="{FF2B5EF4-FFF2-40B4-BE49-F238E27FC236}">
                <a16:creationId xmlns:a16="http://schemas.microsoft.com/office/drawing/2014/main" id="{1DB0BEB7-0EC6-4CA8-97F3-AF77E991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6}}" descr="{{image_6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ec3f9f997c4483">
              <a:extLst>
                <a:ext uri="{96DAC541-7B7A-43D3-8B79-37D633B846F1}">
                  <asvg:svgBlip xmlns:asvg="http://schemas.microsoft.com/office/drawing/2016/SVG/main" r:embed="R214996bc9edc4fd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45ea8b5a934773">
              <a:extLst>
                <a:ext uri="{96DAC541-7B7A-43D3-8B79-37D633B846F1}">
                  <asvg:svgBlip xmlns:asvg="http://schemas.microsoft.com/office/drawing/2016/SVG/main" r:embed="R59e90ebb3c1547a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45ea8b5a934773">
              <a:extLst>
                <a:ext uri="{96DAC541-7B7A-43D3-8B79-37D633B846F1}">
                  <asvg:svgBlip xmlns:asvg="http://schemas.microsoft.com/office/drawing/2016/SVG/main" r:embed="R59e90ebb3c1547a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a0ec8897b446e4">
              <a:extLst>
                <a:ext uri="{96DAC541-7B7A-43D3-8B79-37D633B846F1}">
                  <asvg:svgBlip xmlns:asvg="http://schemas.microsoft.com/office/drawing/2016/SVG/main" r:embed="R7252ff610cf9453b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ba0ec8897b446e4">
              <a:extLst>
                <a:ext uri="{96DAC541-7B7A-43D3-8B79-37D633B846F1}">
                  <asvg:svgBlip xmlns:asvg="http://schemas.microsoft.com/office/drawing/2016/SVG/main" r:embed="R7252ff610cf9453b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reja_3}}">
            <a:extLst xmlns:a="http://schemas.openxmlformats.org/drawingml/2006/main">
              <a:ext uri="{FF2B5EF4-FFF2-40B4-BE49-F238E27FC236}">
                <a16:creationId xmlns:a16="http://schemas.microsoft.com/office/drawing/2014/main" id="{7A3D1D29-AA31-4B16-8F0F-016061B1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{{reja_3}}</a:t>
            </a:r>
          </a:p>
        </p:txBody>
      </p:sp>
      <p:sp>
        <p:nvSpPr>
          <p:cNvPr id="10" name="{{reja_3_matni}}">
            <a:extLst xmlns:a="http://schemas.openxmlformats.org/drawingml/2006/main">
              <a:ext uri="{FF2B5EF4-FFF2-40B4-BE49-F238E27FC236}">
                <a16:creationId xmlns:a16="http://schemas.microsoft.com/office/drawing/2014/main" id="{A02360BD-E5C2-4B49-838F-2BD6939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{{reja_3_matni}}</a:t>
            </a:r>
          </a:p>
        </p:txBody>
      </p:sp>
      <p:sp>
        <p:nvSpPr>
          <p:cNvPr id="11" name="static_10 / 20">
            <a:extLst xmlns:a="http://schemas.openxmlformats.org/drawingml/2006/main">
              <a:ext uri="{FF2B5EF4-FFF2-40B4-BE49-F238E27FC236}">
                <a16:creationId xmlns:a16="http://schemas.microsoft.com/office/drawing/2014/main" id="{87EA72EB-1FB4-487B-9F85-96631B5A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1}}" descr="{{image_11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0b47c6a4f540bc">
              <a:extLst>
                <a:ext uri="{96DAC541-7B7A-43D3-8B79-37D633B846F1}">
                  <asvg:svgBlip xmlns:asvg="http://schemas.microsoft.com/office/drawing/2016/SVG/main" r:embed="Rf4929a6a409d4f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f81d8ee5a54411">
              <a:extLst>
                <a:ext uri="{96DAC541-7B7A-43D3-8B79-37D633B846F1}">
                  <asvg:svgBlip xmlns:asvg="http://schemas.microsoft.com/office/drawing/2016/SVG/main" r:embed="R5af728fa99a547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f81d8ee5a54411">
              <a:extLst>
                <a:ext uri="{96DAC541-7B7A-43D3-8B79-37D633B846F1}">
                  <asvg:svgBlip xmlns:asvg="http://schemas.microsoft.com/office/drawing/2016/SVG/main" r:embed="R5af728fa99a547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783aa275574d52">
              <a:extLst>
                <a:ext uri="{96DAC541-7B7A-43D3-8B79-37D633B846F1}">
                  <asvg:svgBlip xmlns:asvg="http://schemas.microsoft.com/office/drawing/2016/SVG/main" r:embed="Rd637cda17fa742fa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783aa275574d52">
              <a:extLst>
                <a:ext uri="{96DAC541-7B7A-43D3-8B79-37D633B846F1}">
                  <asvg:svgBlip xmlns:asvg="http://schemas.microsoft.com/office/drawing/2016/SVG/main" r:embed="Rd637cda17fa742fa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reja_4}}">
            <a:extLst xmlns:a="http://schemas.openxmlformats.org/drawingml/2006/main">
              <a:ext uri="{FF2B5EF4-FFF2-40B4-BE49-F238E27FC236}">
                <a16:creationId xmlns:a16="http://schemas.microsoft.com/office/drawing/2014/main" id="{2DA202F2-6ED8-450D-9A0F-3878C12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{{reja_4}}</a:t>
            </a:r>
          </a:p>
        </p:txBody>
      </p:sp>
      <p:sp>
        <p:nvSpPr>
          <p:cNvPr id="10" name="{{reja_4_matni}}">
            <a:extLst xmlns:a="http://schemas.openxmlformats.org/drawingml/2006/main">
              <a:ext uri="{FF2B5EF4-FFF2-40B4-BE49-F238E27FC236}">
                <a16:creationId xmlns:a16="http://schemas.microsoft.com/office/drawing/2014/main" id="{9C5D509D-5FE7-4214-A21D-48F52F2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{{reja_4_matni}}</a:t>
            </a:r>
          </a:p>
        </p:txBody>
      </p:sp>
      <p:sp>
        <p:nvSpPr>
          <p:cNvPr id="11" name="static_11 / 20">
            <a:extLst xmlns:a="http://schemas.openxmlformats.org/drawingml/2006/main">
              <a:ext uri="{FF2B5EF4-FFF2-40B4-BE49-F238E27FC236}">
                <a16:creationId xmlns:a16="http://schemas.microsoft.com/office/drawing/2014/main" id="{B75EE29C-625B-4A44-A60B-9E725E9F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1688547-3FFC-4FF4-B9AC-5B8FB1B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674d60391d4492">
              <a:extLst>
                <a:ext uri="{96DAC541-7B7A-43D3-8B79-37D633B846F1}">
                  <asvg:svgBlip xmlns:asvg="http://schemas.microsoft.com/office/drawing/2016/SVG/main" r:embed="Ra7d228d778794150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FC05BD8-CABE-4965-8C6A-5AD7F52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674d60391d4492">
              <a:extLst>
                <a:ext uri="{96DAC541-7B7A-43D3-8B79-37D633B846F1}">
                  <asvg:svgBlip xmlns:asvg="http://schemas.microsoft.com/office/drawing/2016/SVG/main" r:embed="Ra7d228d778794150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ED1641F-EB4B-4C7A-9887-57E8DA4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18721" y="-1568087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a56c88f54444e1">
              <a:extLst>
                <a:ext uri="{96DAC541-7B7A-43D3-8B79-37D633B846F1}">
                  <asvg:svgBlip xmlns:asvg="http://schemas.microsoft.com/office/drawing/2016/SVG/main" r:embed="Rd1aededea8b546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1E29319-E7EB-4270-BDC8-09CAC52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3123163" y="6661513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4492442" y="5193574"/>
                </a:moveTo>
                <a:lnTo>
                  <a:pt x="0" y="5193574"/>
                </a:lnTo>
                <a:lnTo>
                  <a:pt x="0" y="0"/>
                </a:lnTo>
                <a:lnTo>
                  <a:pt x="4492442" y="0"/>
                </a:lnTo>
                <a:lnTo>
                  <a:pt x="4492442" y="51935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a56c88f54444e1">
              <a:extLst>
                <a:ext uri="{96DAC541-7B7A-43D3-8B79-37D633B846F1}">
                  <asvg:svgBlip xmlns:asvg="http://schemas.microsoft.com/office/drawing/2016/SVG/main" r:embed="Rd1aededea8b546f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analiz}}">
            <a:extLst xmlns:a="http://schemas.openxmlformats.org/drawingml/2006/main">
              <a:ext uri="{FF2B5EF4-FFF2-40B4-BE49-F238E27FC236}">
                <a16:creationId xmlns:a16="http://schemas.microsoft.com/office/drawing/2014/main" id="{B01F3765-B438-4974-8652-5344238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34440"/>
            <a:ext cx="137160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6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{{analiz}}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2377440" y="3017520"/>
          <a:ext xmlns:a="http://schemas.openxmlformats.org/drawingml/2006/main" cx="13533120" cy="548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7280"/>
                <a:gridCol w="12435840"/>
              </a:tblGrid>
              <a:tr h="1097280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62A8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18211C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{{analiz_ustun_nomi}}</a:t>
                      </a:r>
                    </a:p>
                  </a:txBody>
                  <a:tcPr marL="91440" marR="91440" marT="45720" marB="45720">
                    <a:solidFill>
                      <a:srgbClr val="62A8A5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{{analiz_ustunlari_1}}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{{analiz_ustunlari_2}}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{{analiz_ustunlari_3}}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0">
                          <a:solidFill>
                            <a:srgbClr val="20392E"/>
                          </a:solidFill>
                          <a:latin typeface="Dreaming Outloud Sans"/>
                          <a:ea typeface="Dreaming Outloud Sans"/>
                          <a:cs typeface="Dreaming Outloud Sans"/>
                        </a:rPr>
                        <a:t>{{analiz_ustunlari_4}}</a:t>
                      </a:r>
                    </a:p>
                  </a:txBody>
                  <a:tcPr marL="91440" marR="91440" marT="45720" marB="45720">
                    <a:solidFill>
                      <a:srgbClr val="EEFAFA"/>
                    </a:solidFill>
                  </a:tcPr>
                </a:tc>
              </a:tr>
            </a:tbl>
          </a:graphicData>
        </a:graphic>
      </p:graphicFrame>
      <p:sp>
        <p:nvSpPr>
          <p:cNvPr id="8" name="static_12 / 20">
            <a:extLst xmlns:a="http://schemas.openxmlformats.org/drawingml/2006/main">
              <a:ext uri="{FF2B5EF4-FFF2-40B4-BE49-F238E27FC236}">
                <a16:creationId xmlns:a16="http://schemas.microsoft.com/office/drawing/2014/main" id="{9CBCC405-670F-4116-B071-0738DED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912691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C75475-6BB0-451F-B3FE-49DB138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1d7bf4b7e54e16">
              <a:extLst>
                <a:ext uri="{96DAC541-7B7A-43D3-8B79-37D633B846F1}">
                  <asvg:svgBlip xmlns:asvg="http://schemas.microsoft.com/office/drawing/2016/SVG/main" r:embed="R5b546a3a54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B70D186-3EC2-4629-BD3C-86AEEB74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1d7bf4b7e54e16">
              <a:extLst>
                <a:ext uri="{96DAC541-7B7A-43D3-8B79-37D633B846F1}">
                  <asvg:svgBlip xmlns:asvg="http://schemas.microsoft.com/office/drawing/2016/SVG/main" r:embed="R5b546a3a54be47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B6F722F-5228-4388-BEA7-30D58CDC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3ccd49b7f2426d">
              <a:extLst>
                <a:ext uri="{96DAC541-7B7A-43D3-8B79-37D633B846F1}">
                  <asvg:svgBlip xmlns:asvg="http://schemas.microsoft.com/office/drawing/2016/SVG/main" r:embed="Rf19a919fb5a14819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492E552-1153-4F4B-B990-C9EFDDA3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73ccd49b7f2426d">
              <a:extLst>
                <a:ext uri="{96DAC541-7B7A-43D3-8B79-37D633B846F1}">
                  <asvg:svgBlip xmlns:asvg="http://schemas.microsoft.com/office/drawing/2016/SVG/main" r:embed="Rf19a919fb5a14819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7" name="{{line_graph_topic}}">
            <a:extLst xmlns:a="http://schemas.openxmlformats.org/drawingml/2006/main">
              <a:ext uri="{FF2B5EF4-FFF2-40B4-BE49-F238E27FC236}">
                <a16:creationId xmlns:a16="http://schemas.microsoft.com/office/drawing/2014/main" id="{D3784FCB-5134-4FA5-B4C3-739A3A3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143000"/>
            <a:ext cx="14081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2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{{line_graph_topic}}</a:t>
            </a:r>
          </a:p>
        </p:txBody>
      </p:sp>
      <p:sp>
        <p:nvSpPr>
          <p:cNvPr id="8" name="{{birinchi_liniya}}">
            <a:extLst xmlns:a="http://schemas.openxmlformats.org/drawingml/2006/main">
              <a:ext uri="{FF2B5EF4-FFF2-40B4-BE49-F238E27FC236}">
                <a16:creationId xmlns:a16="http://schemas.microsoft.com/office/drawing/2014/main" id="{D941BD3E-9BE3-4577-A6DC-D9B3781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{{birinchi_liniya}}</a:t>
            </a:r>
          </a:p>
        </p:txBody>
      </p:sp>
      <p:sp>
        <p:nvSpPr>
          <p:cNvPr id="9" name="{{bir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96F48D4F-87E6-4564-833A-3AC4877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{{birinchi_liniya_sharxi}}</a:t>
            </a:r>
          </a:p>
        </p:txBody>
      </p:sp>
      <p:sp>
        <p:nvSpPr>
          <p:cNvPr id="10" name="{{ikkinchi_liniya}}">
            <a:extLst xmlns:a="http://schemas.openxmlformats.org/drawingml/2006/main">
              <a:ext uri="{FF2B5EF4-FFF2-40B4-BE49-F238E27FC236}">
                <a16:creationId xmlns:a16="http://schemas.microsoft.com/office/drawing/2014/main" id="{292E279D-8EA3-4478-A43C-0B5BDE9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{{ikkinchi_liniya}}</a:t>
            </a:r>
          </a:p>
        </p:txBody>
      </p:sp>
      <p:sp>
        <p:nvSpPr>
          <p:cNvPr id="11" name="{{ikk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30C81509-7F1E-49EF-BE69-741DEE5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{{ikkinchi_liniya_sharxi}}</a:t>
            </a:r>
          </a:p>
        </p:txBody>
      </p:sp>
      <p:sp>
        <p:nvSpPr>
          <p:cNvPr id="12" name="{{uchinchi_liniya}}">
            <a:extLst xmlns:a="http://schemas.openxmlformats.org/drawingml/2006/main">
              <a:ext uri="{FF2B5EF4-FFF2-40B4-BE49-F238E27FC236}">
                <a16:creationId xmlns:a16="http://schemas.microsoft.com/office/drawing/2014/main" id="{8D4854A4-ED5F-4DC8-9320-27E6B0E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3337560"/>
            <a:ext cx="425196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{{uchinchi_liniya}}</a:t>
            </a:r>
          </a:p>
        </p:txBody>
      </p:sp>
      <p:sp>
        <p:nvSpPr>
          <p:cNvPr id="13" name="{{uchinchi_liniya_sharxi}}">
            <a:extLst xmlns:a="http://schemas.openxmlformats.org/drawingml/2006/main">
              <a:ext uri="{FF2B5EF4-FFF2-40B4-BE49-F238E27FC236}">
                <a16:creationId xmlns:a16="http://schemas.microsoft.com/office/drawing/2014/main" id="{B594F5B0-7991-4888-A8D0-242D2D0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0" y="4800600"/>
            <a:ext cx="425196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3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{{uchinchi_liniya_sharxi}}</a:t>
            </a:r>
          </a:p>
        </p:txBody>
      </p:sp>
      <p:sp>
        <p:nvSpPr>
          <p:cNvPr id="14" name="static_13 / 20">
            <a:extLst xmlns:a="http://schemas.openxmlformats.org/drawingml/2006/main">
              <a:ext uri="{FF2B5EF4-FFF2-40B4-BE49-F238E27FC236}">
                <a16:creationId xmlns:a16="http://schemas.microsoft.com/office/drawing/2014/main" id="{02E8C13F-D7F7-4AE9-B54D-562D2FB3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233180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2}}" descr="{{image_12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5a2ec338714415d">
              <a:extLst>
                <a:ext uri="{96DAC541-7B7A-43D3-8B79-37D633B846F1}">
                  <asvg:svgBlip xmlns:asvg="http://schemas.microsoft.com/office/drawing/2016/SVG/main" r:embed="Re84ff47c48f84e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b179f918d4a7d">
              <a:extLst>
                <a:ext uri="{96DAC541-7B7A-43D3-8B79-37D633B846F1}">
                  <asvg:svgBlip xmlns:asvg="http://schemas.microsoft.com/office/drawing/2016/SVG/main" r:embed="R32b9144e05f846c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b179f918d4a7d">
              <a:extLst>
                <a:ext uri="{96DAC541-7B7A-43D3-8B79-37D633B846F1}">
                  <asvg:svgBlip xmlns:asvg="http://schemas.microsoft.com/office/drawing/2016/SVG/main" r:embed="R32b9144e05f846c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0c9127c6584fbb">
              <a:extLst>
                <a:ext uri="{96DAC541-7B7A-43D3-8B79-37D633B846F1}">
                  <asvg:svgBlip xmlns:asvg="http://schemas.microsoft.com/office/drawing/2016/SVG/main" r:embed="Rb6db9bfc587c4831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50c9127c6584fbb">
              <a:extLst>
                <a:ext uri="{96DAC541-7B7A-43D3-8B79-37D633B846F1}">
                  <asvg:svgBlip xmlns:asvg="http://schemas.microsoft.com/office/drawing/2016/SVG/main" r:embed="Rb6db9bfc587c4831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gorizantal}}">
            <a:extLst xmlns:a="http://schemas.openxmlformats.org/drawingml/2006/main">
              <a:ext uri="{FF2B5EF4-FFF2-40B4-BE49-F238E27FC236}">
                <a16:creationId xmlns:a16="http://schemas.microsoft.com/office/drawing/2014/main" id="{97DBD1F9-E313-413E-ACEA-089CBD61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{{gorizantal}}</a:t>
            </a:r>
          </a:p>
        </p:txBody>
      </p:sp>
      <p:sp>
        <p:nvSpPr>
          <p:cNvPr id="10" name="{{gorizantal_fakt}}">
            <a:extLst xmlns:a="http://schemas.openxmlformats.org/drawingml/2006/main">
              <a:ext uri="{FF2B5EF4-FFF2-40B4-BE49-F238E27FC236}">
                <a16:creationId xmlns:a16="http://schemas.microsoft.com/office/drawing/2014/main" id="{D9F544D0-A7B0-4C42-8C0D-DF913DE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25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{{gorizantal_fakt}}</a:t>
            </a:r>
          </a:p>
        </p:txBody>
      </p:sp>
      <p:sp>
        <p:nvSpPr>
          <p:cNvPr id="11" name="{{gorizantal_reason}}">
            <a:extLst xmlns:a="http://schemas.openxmlformats.org/drawingml/2006/main">
              <a:ext uri="{FF2B5EF4-FFF2-40B4-BE49-F238E27FC236}">
                <a16:creationId xmlns:a16="http://schemas.microsoft.com/office/drawing/2014/main" id="{76EA4C69-565A-4CBF-A2F4-1EA96CFC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0640"/>
            <a:ext cx="754380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{{gorizantal_reason}}</a:t>
            </a:r>
          </a:p>
        </p:txBody>
      </p:sp>
      <p:sp>
        <p:nvSpPr>
          <p:cNvPr id="12" name="static_14 / 20">
            <a:extLst xmlns:a="http://schemas.openxmlformats.org/drawingml/2006/main">
              <a:ext uri="{FF2B5EF4-FFF2-40B4-BE49-F238E27FC236}">
                <a16:creationId xmlns:a16="http://schemas.microsoft.com/office/drawing/2014/main" id="{1CDABA8A-1306-4E2E-BD92-4ED42E6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7}}" descr="{{image_7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2c4eafe116487b">
              <a:extLst>
                <a:ext uri="{96DAC541-7B7A-43D3-8B79-37D633B846F1}">
                  <asvg:svgBlip xmlns:asvg="http://schemas.microsoft.com/office/drawing/2016/SVG/main" r:embed="R9ddbd1b8741d4e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4bde7d80a34b9f">
              <a:extLst>
                <a:ext uri="{96DAC541-7B7A-43D3-8B79-37D633B846F1}">
                  <asvg:svgBlip xmlns:asvg="http://schemas.microsoft.com/office/drawing/2016/SVG/main" r:embed="Rafb41e14e2df47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4bde7d80a34b9f">
              <a:extLst>
                <a:ext uri="{96DAC541-7B7A-43D3-8B79-37D633B846F1}">
                  <asvg:svgBlip xmlns:asvg="http://schemas.microsoft.com/office/drawing/2016/SVG/main" r:embed="Rafb41e14e2df47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48e77412744c8f">
              <a:extLst>
                <a:ext uri="{96DAC541-7B7A-43D3-8B79-37D633B846F1}">
                  <asvg:svgBlip xmlns:asvg="http://schemas.microsoft.com/office/drawing/2016/SVG/main" r:embed="R7c585b270e9c43bf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48e77412744c8f">
              <a:extLst>
                <a:ext uri="{96DAC541-7B7A-43D3-8B79-37D633B846F1}">
                  <asvg:svgBlip xmlns:asvg="http://schemas.microsoft.com/office/drawing/2016/SVG/main" r:embed="R7c585b270e9c43bf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vertikal}}">
            <a:extLst xmlns:a="http://schemas.openxmlformats.org/drawingml/2006/main">
              <a:ext uri="{FF2B5EF4-FFF2-40B4-BE49-F238E27FC236}">
                <a16:creationId xmlns:a16="http://schemas.microsoft.com/office/drawing/2014/main" id="{D824E088-6F7E-466A-9359-82A682E8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{{vertikal}}</a:t>
            </a:r>
          </a:p>
        </p:txBody>
      </p:sp>
      <p:sp>
        <p:nvSpPr>
          <p:cNvPr id="10" name="{{vertikal_fakt}}">
            <a:extLst xmlns:a="http://schemas.openxmlformats.org/drawingml/2006/main">
              <a:ext uri="{FF2B5EF4-FFF2-40B4-BE49-F238E27FC236}">
                <a16:creationId xmlns:a16="http://schemas.microsoft.com/office/drawing/2014/main" id="{B05C0D9A-ECE7-4733-BFC0-53CC94F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25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{{vertikal_fakt}}</a:t>
            </a:r>
          </a:p>
        </p:txBody>
      </p:sp>
      <p:sp>
        <p:nvSpPr>
          <p:cNvPr id="11" name="{{vertikal_reason}}">
            <a:extLst xmlns:a="http://schemas.openxmlformats.org/drawingml/2006/main">
              <a:ext uri="{FF2B5EF4-FFF2-40B4-BE49-F238E27FC236}">
                <a16:creationId xmlns:a16="http://schemas.microsoft.com/office/drawing/2014/main" id="{12978E82-4BF7-4078-AB74-C6276261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0640"/>
            <a:ext cx="754380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{{vertikal_reason}}</a:t>
            </a:r>
          </a:p>
        </p:txBody>
      </p:sp>
      <p:sp>
        <p:nvSpPr>
          <p:cNvPr id="12" name="static_15 / 20">
            <a:extLst xmlns:a="http://schemas.openxmlformats.org/drawingml/2006/main">
              <a:ext uri="{FF2B5EF4-FFF2-40B4-BE49-F238E27FC236}">
                <a16:creationId xmlns:a16="http://schemas.microsoft.com/office/drawing/2014/main" id="{036A791A-DFC9-412D-BFB6-C65CFF5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1688547-3FFC-4FF4-B9AC-5B8FB1B8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80529e00624b87">
              <a:extLst>
                <a:ext uri="{96DAC541-7B7A-43D3-8B79-37D633B846F1}">
                  <asvg:svgBlip xmlns:asvg="http://schemas.microsoft.com/office/drawing/2016/SVG/main" r:embed="R7bcd14ab201a4646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FC05BD8-CABE-4965-8C6A-5AD7F52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80529e00624b87">
              <a:extLst>
                <a:ext uri="{96DAC541-7B7A-43D3-8B79-37D633B846F1}">
                  <asvg:svgBlip xmlns:asvg="http://schemas.microsoft.com/office/drawing/2016/SVG/main" r:embed="R7bcd14ab201a4646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2ED1641F-EB4B-4C7A-9887-57E8DA4D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18721" y="-1568087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70916109ac4735">
              <a:extLst>
                <a:ext uri="{96DAC541-7B7A-43D3-8B79-37D633B846F1}">
                  <asvg:svgBlip xmlns:asvg="http://schemas.microsoft.com/office/drawing/2016/SVG/main" r:embed="R64af1ff90f7548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1E29319-E7EB-4270-BDC8-09CAC52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3123163" y="6661513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4492442" y="5193574"/>
                </a:moveTo>
                <a:lnTo>
                  <a:pt x="0" y="5193574"/>
                </a:lnTo>
                <a:lnTo>
                  <a:pt x="0" y="0"/>
                </a:lnTo>
                <a:lnTo>
                  <a:pt x="4492442" y="0"/>
                </a:lnTo>
                <a:lnTo>
                  <a:pt x="4492442" y="51935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70916109ac4735">
              <a:extLst>
                <a:ext uri="{96DAC541-7B7A-43D3-8B79-37D633B846F1}">
                  <asvg:svgBlip xmlns:asvg="http://schemas.microsoft.com/office/drawing/2016/SVG/main" r:embed="R64af1ff90f7548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{{positiv_title}}">
            <a:extLst xmlns:a="http://schemas.openxmlformats.org/drawingml/2006/main">
              <a:ext uri="{FF2B5EF4-FFF2-40B4-BE49-F238E27FC236}">
                <a16:creationId xmlns:a16="http://schemas.microsoft.com/office/drawing/2014/main" id="{62868FC4-1FEC-49F1-8906-715664E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{{positiv_title}}</a:t>
            </a:r>
          </a:p>
        </p:txBody>
      </p:sp>
      <p:sp>
        <p:nvSpPr>
          <p:cNvPr id="7" name="{{positiv}}">
            <a:extLst xmlns:a="http://schemas.openxmlformats.org/drawingml/2006/main">
              <a:ext uri="{FF2B5EF4-FFF2-40B4-BE49-F238E27FC236}">
                <a16:creationId xmlns:a16="http://schemas.microsoft.com/office/drawing/2014/main" id="{05275E73-0187-4C5F-B289-27706C4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6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{{positiv}}</a:t>
            </a:r>
          </a:p>
        </p:txBody>
      </p:sp>
      <p:sp>
        <p:nvSpPr>
          <p:cNvPr id="8" name="{{negative_title}}">
            <a:extLst xmlns:a="http://schemas.openxmlformats.org/drawingml/2006/main">
              <a:ext uri="{FF2B5EF4-FFF2-40B4-BE49-F238E27FC236}">
                <a16:creationId xmlns:a16="http://schemas.microsoft.com/office/drawing/2014/main" id="{336A1F49-90BA-4CBE-A1F0-5E2DC0F4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80360"/>
            <a:ext cx="640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3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{{negative_title}}</a:t>
            </a:r>
          </a:p>
        </p:txBody>
      </p:sp>
      <p:sp>
        <p:nvSpPr>
          <p:cNvPr id="9" name="{{negative}}">
            <a:extLst xmlns:a="http://schemas.openxmlformats.org/drawingml/2006/main">
              <a:ext uri="{FF2B5EF4-FFF2-40B4-BE49-F238E27FC236}">
                <a16:creationId xmlns:a16="http://schemas.microsoft.com/office/drawing/2014/main" id="{68C2D82A-5F85-4BC2-8526-EAB38D86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77640"/>
            <a:ext cx="6400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6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{{negative}}</a:t>
            </a:r>
          </a:p>
        </p:txBody>
      </p:sp>
      <p:sp>
        <p:nvSpPr>
          <p:cNvPr id="10" name="static_16 / 20">
            <a:extLst xmlns:a="http://schemas.openxmlformats.org/drawingml/2006/main">
              <a:ext uri="{FF2B5EF4-FFF2-40B4-BE49-F238E27FC236}">
                <a16:creationId xmlns:a16="http://schemas.microsoft.com/office/drawing/2014/main" id="{95B65C28-2096-4890-BF65-8B03421E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9126913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BEB6C5E-4F2B-42A6-A5AD-2C7EA349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39725" y="697950"/>
            <a:ext cx="7008551" cy="8760689"/>
          </a:xfrm>
          <a:custGeom xmlns:a="http://schemas.openxmlformats.org/drawingml/2006/main">
            <a:rect l="l" t="t" r="r" b="b"/>
            <a:pathLst>
              <a:path w="7008551" h="8760689">
                <a:moveTo>
                  <a:pt x="0" y="0"/>
                </a:moveTo>
                <a:lnTo>
                  <a:pt x="7008550" y="0"/>
                </a:lnTo>
                <a:lnTo>
                  <a:pt x="7008550" y="8760688"/>
                </a:lnTo>
                <a:lnTo>
                  <a:pt x="0" y="87606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9c50cd792ef44b1">
              <a:extLst>
                <a:ext uri="{96DAC541-7B7A-43D3-8B79-37D633B846F1}">
                  <asvg:svgBlip xmlns:asvg="http://schemas.microsoft.com/office/drawing/2016/SVG/main" r:embed="Ra7b4faaed96f40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DD41615-9817-4D18-AA44-1B1CE335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40878" y="676430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0" y="0"/>
                </a:moveTo>
                <a:lnTo>
                  <a:pt x="5122962" y="0"/>
                </a:lnTo>
                <a:lnTo>
                  <a:pt x="5122962" y="4844540"/>
                </a:lnTo>
                <a:lnTo>
                  <a:pt x="0" y="4844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9854ec11a64930">
              <a:extLst>
                <a:ext uri="{96DAC541-7B7A-43D3-8B79-37D633B846F1}">
                  <asvg:svgBlip xmlns:asvg="http://schemas.microsoft.com/office/drawing/2016/SVG/main" r:embed="R2fe8e4f5462247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4EC373B-97A0-4453-AC99-0391447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1175840" y="-132184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5122962" y="4844540"/>
                </a:moveTo>
                <a:lnTo>
                  <a:pt x="0" y="4844540"/>
                </a:lnTo>
                <a:lnTo>
                  <a:pt x="0" y="0"/>
                </a:lnTo>
                <a:lnTo>
                  <a:pt x="5122962" y="0"/>
                </a:lnTo>
                <a:lnTo>
                  <a:pt x="5122962" y="48445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9854ec11a64930">
              <a:extLst>
                <a:ext uri="{96DAC541-7B7A-43D3-8B79-37D633B846F1}">
                  <asvg:svgBlip xmlns:asvg="http://schemas.microsoft.com/office/drawing/2016/SVG/main" r:embed="R2fe8e4f5462247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E820449-57BE-45A9-8CDF-A91CC0B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75a3e0f1bf4548">
              <a:extLst>
                <a:ext uri="{96DAC541-7B7A-43D3-8B79-37D633B846F1}">
                  <asvg:svgBlip xmlns:asvg="http://schemas.microsoft.com/office/drawing/2016/SVG/main" r:embed="Rc30426b9fd8e44e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48EE7A2-9C1D-46FB-8A45-69EE9F5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975a3e0f1bf4548">
              <a:extLst>
                <a:ext uri="{96DAC541-7B7A-43D3-8B79-37D633B846F1}">
                  <asvg:svgBlip xmlns:asvg="http://schemas.microsoft.com/office/drawing/2016/SVG/main" r:embed="Rc30426b9fd8e44e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F18EDB9-2D9E-483A-87A3-5CD60276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0353" flipH="0" flipV="0">
            <a:off x="231243" y="3697148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7" y="0"/>
                </a:lnTo>
                <a:lnTo>
                  <a:pt x="876057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0759d692b64b9b">
              <a:extLst>
                <a:ext uri="{96DAC541-7B7A-43D3-8B79-37D633B846F1}">
                  <asvg:svgBlip xmlns:asvg="http://schemas.microsoft.com/office/drawing/2016/SVG/main" r:embed="R99d0e87cfc4f46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32631D-1263-4981-8F8E-ABEC03E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391" flipH="0" flipV="0">
            <a:off x="17166232" y="4422592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6" y="0"/>
                </a:lnTo>
                <a:lnTo>
                  <a:pt x="876056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0759d692b64b9b">
              <a:extLst>
                <a:ext uri="{96DAC541-7B7A-43D3-8B79-37D633B846F1}">
                  <asvg:svgBlip xmlns:asvg="http://schemas.microsoft.com/office/drawing/2016/SVG/main" r:embed="R99d0e87cfc4f46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47F326-DA93-4C7E-AB5C-EA2A122E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3359" y="-4093145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ebfd8a50134add">
              <a:extLst>
                <a:ext uri="{96DAC541-7B7A-43D3-8B79-37D633B846F1}">
                  <asvg:svgBlip xmlns:asvg="http://schemas.microsoft.com/office/drawing/2016/SVG/main" r:embed="Rad4d19a6497648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97B3463-D886-4719-86E5-B8D7022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7526" y="8761499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5"/>
                </a:lnTo>
                <a:lnTo>
                  <a:pt x="0" y="51935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9ebfd8a50134add">
              <a:extLst>
                <a:ext uri="{96DAC541-7B7A-43D3-8B79-37D633B846F1}">
                  <asvg:svgBlip xmlns:asvg="http://schemas.microsoft.com/office/drawing/2016/SVG/main" r:embed="Rad4d19a6497648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50CB8E7-8C35-46A7-8A85-82CFAA4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0" flipV="0">
            <a:off x="9525323" y="88919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0" y="0"/>
                </a:moveTo>
                <a:lnTo>
                  <a:pt x="4377446" y="0"/>
                </a:lnTo>
                <a:lnTo>
                  <a:pt x="4377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50d7735aff44ce">
              <a:extLst>
                <a:ext uri="{96DAC541-7B7A-43D3-8B79-37D633B846F1}">
                  <asvg:svgBlip xmlns:asvg="http://schemas.microsoft.com/office/drawing/2016/SVG/main" r:embed="Ra415d7da18674f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8179E6F-3E33-4C73-8B58-D4025121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1" flipV="1">
            <a:off x="4385231" y="-27197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437744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77446" y="0"/>
                </a:lnTo>
                <a:lnTo>
                  <a:pt x="4377446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750d7735aff44ce">
              <a:extLst>
                <a:ext uri="{96DAC541-7B7A-43D3-8B79-37D633B846F1}">
                  <asvg:svgBlip xmlns:asvg="http://schemas.microsoft.com/office/drawing/2016/SVG/main" r:embed="Ra415d7da18674f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E061135-5650-4727-980F-ACD27B9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847" y="1902444"/>
            <a:ext cx="2456230" cy="2345699"/>
          </a:xfrm>
          <a:custGeom xmlns:a="http://schemas.openxmlformats.org/drawingml/2006/main">
            <a:rect l="l" t="t" r="r" b="b"/>
            <a:pathLst>
              <a:path w="2456230" h="2345699">
                <a:moveTo>
                  <a:pt x="0" y="0"/>
                </a:moveTo>
                <a:lnTo>
                  <a:pt x="2456229" y="0"/>
                </a:lnTo>
                <a:lnTo>
                  <a:pt x="2456229" y="2345699"/>
                </a:lnTo>
                <a:lnTo>
                  <a:pt x="0" y="23456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0e97a49a324308">
              <a:extLst>
                <a:ext uri="{96DAC541-7B7A-43D3-8B79-37D633B846F1}">
                  <asvg:svgBlip xmlns:asvg="http://schemas.microsoft.com/office/drawing/2016/SVG/main" r:embed="R317170d930cc4ff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E965BDB-E75D-44BB-A1CB-37E324C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1561907" y="5762215"/>
            <a:ext cx="2921825" cy="2600425"/>
          </a:xfrm>
          <a:custGeom xmlns:a="http://schemas.openxmlformats.org/drawingml/2006/main">
            <a:rect l="l" t="t" r="r" b="b"/>
            <a:pathLst>
              <a:path w="2921825" h="2600425">
                <a:moveTo>
                  <a:pt x="2921826" y="0"/>
                </a:moveTo>
                <a:lnTo>
                  <a:pt x="0" y="0"/>
                </a:lnTo>
                <a:lnTo>
                  <a:pt x="0" y="2600425"/>
                </a:lnTo>
                <a:lnTo>
                  <a:pt x="2921826" y="2600425"/>
                </a:lnTo>
                <a:lnTo>
                  <a:pt x="292182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8a99ed71a542f6">
              <a:extLst>
                <a:ext uri="{96DAC541-7B7A-43D3-8B79-37D633B846F1}">
                  <asvg:svgBlip xmlns:asvg="http://schemas.microsoft.com/office/drawing/2016/SVG/main" r:embed="Ref95a534869143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{{xulosa}}">
            <a:extLst xmlns:a="http://schemas.openxmlformats.org/drawingml/2006/main">
              <a:ext uri="{FF2B5EF4-FFF2-40B4-BE49-F238E27FC236}">
                <a16:creationId xmlns:a16="http://schemas.microsoft.com/office/drawing/2014/main" id="{6C841E12-140F-468B-A69C-0894FA4D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11430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76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{{xulosa}}</a:t>
            </a:r>
          </a:p>
        </p:txBody>
      </p:sp>
      <p:sp>
        <p:nvSpPr>
          <p:cNvPr id="17" name="static_17 / 20">
            <a:extLst xmlns:a="http://schemas.openxmlformats.org/drawingml/2006/main">
              <a:ext uri="{FF2B5EF4-FFF2-40B4-BE49-F238E27FC236}">
                <a16:creationId xmlns:a16="http://schemas.microsoft.com/office/drawing/2014/main" id="{A6B2719E-C603-4B3E-B912-1533F6A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0438861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{{image_13}}" descr="{{image_13}}">
            <a:extLst xmlns:a="http://schemas.openxmlformats.org/drawingml/2006/main">
              <a:ext uri="{FF2B5EF4-FFF2-40B4-BE49-F238E27FC236}">
                <a16:creationId xmlns:a16="http://schemas.microsoft.com/office/drawing/2014/main" id="{585E9913-95A6-4207-8160-DC3AED9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9506" y="4006407"/>
            <a:ext cx="4448432" cy="4114800"/>
          </a:xfrm>
          <a:custGeom xmlns:a="http://schemas.openxmlformats.org/drawingml/2006/main">
            <a:rect l="l" t="t" r="r" b="b"/>
            <a:pathLst>
              <a:path w="4448432" h="4114800">
                <a:moveTo>
                  <a:pt x="0" y="0"/>
                </a:moveTo>
                <a:lnTo>
                  <a:pt x="4448433" y="0"/>
                </a:lnTo>
                <a:lnTo>
                  <a:pt x="444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7de8ba97be45bb">
              <a:extLst>
                <a:ext uri="{96DAC541-7B7A-43D3-8B79-37D633B846F1}">
                  <asvg:svgBlip xmlns:asvg="http://schemas.microsoft.com/office/drawing/2016/SVG/main" r:embed="Rded8194e810d43f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681669D-656D-4CBC-BD61-E6DD021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ec8197639e419c">
              <a:extLst>
                <a:ext uri="{96DAC541-7B7A-43D3-8B79-37D633B846F1}">
                  <asvg:svgBlip xmlns:asvg="http://schemas.microsoft.com/office/drawing/2016/SVG/main" r:embed="R7ae8451f8fab4de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1FB65BC-9740-4720-B97E-5149F9C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2ec8197639e419c">
              <a:extLst>
                <a:ext uri="{96DAC541-7B7A-43D3-8B79-37D633B846F1}">
                  <asvg:svgBlip xmlns:asvg="http://schemas.microsoft.com/office/drawing/2016/SVG/main" r:embed="R7ae8451f8fab4de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C5DE2C0-5192-48C2-8833-4C05EE0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7e143b0eb34170">
              <a:extLst>
                <a:ext uri="{96DAC541-7B7A-43D3-8B79-37D633B846F1}">
                  <asvg:svgBlip xmlns:asvg="http://schemas.microsoft.com/office/drawing/2016/SVG/main" r:embed="R90b24c443be143ef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C1FF597-EF95-42B5-A975-744F5F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7e143b0eb34170">
              <a:extLst>
                <a:ext uri="{96DAC541-7B7A-43D3-8B79-37D633B846F1}">
                  <asvg:svgBlip xmlns:asvg="http://schemas.microsoft.com/office/drawing/2016/SVG/main" r:embed="R90b24c443be143ef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9" name="{{xulosa}}">
            <a:extLst xmlns:a="http://schemas.openxmlformats.org/drawingml/2006/main">
              <a:ext uri="{FF2B5EF4-FFF2-40B4-BE49-F238E27FC236}">
                <a16:creationId xmlns:a16="http://schemas.microsoft.com/office/drawing/2014/main" id="{52193B3B-3A4D-41C0-B42D-69D5D1F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08760"/>
            <a:ext cx="12801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5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{{xulosa}}</a:t>
            </a:r>
          </a:p>
        </p:txBody>
      </p:sp>
      <p:sp>
        <p:nvSpPr>
          <p:cNvPr id="10" name="{{xulosa_matni}}">
            <a:extLst xmlns:a="http://schemas.openxmlformats.org/drawingml/2006/main">
              <a:ext uri="{FF2B5EF4-FFF2-40B4-BE49-F238E27FC236}">
                <a16:creationId xmlns:a16="http://schemas.microsoft.com/office/drawing/2014/main" id="{38ECC540-0F06-4781-8403-718352D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94760"/>
            <a:ext cx="7543800" cy="484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{{xulosa_matni}}</a:t>
            </a:r>
          </a:p>
        </p:txBody>
      </p:sp>
      <p:sp>
        <p:nvSpPr>
          <p:cNvPr id="11" name="static_18 / 20">
            <a:extLst xmlns:a="http://schemas.openxmlformats.org/drawingml/2006/main">
              <a:ext uri="{FF2B5EF4-FFF2-40B4-BE49-F238E27FC236}">
                <a16:creationId xmlns:a16="http://schemas.microsoft.com/office/drawing/2014/main" id="{AD12CB5D-477A-4295-B954-3015995D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1763761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6E6BCAE-55F4-4941-922D-31CD43F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-1559311" y="-2534927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0" y="0"/>
                </a:moveTo>
                <a:lnTo>
                  <a:pt x="4344699" y="0"/>
                </a:lnTo>
                <a:lnTo>
                  <a:pt x="4344699" y="4525728"/>
                </a:lnTo>
                <a:lnTo>
                  <a:pt x="0" y="45257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de0561dbf44a4e">
              <a:extLst>
                <a:ext uri="{96DAC541-7B7A-43D3-8B79-37D633B846F1}">
                  <asvg:svgBlip xmlns:asvg="http://schemas.microsoft.com/office/drawing/2016/SVG/main" r:embed="Rd865ee416dad4738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335FDD5-DDB5-4E85-B2AB-1EBC721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5502612" y="8296199"/>
            <a:ext cx="4344699" cy="4525728"/>
          </a:xfrm>
          <a:custGeom xmlns:a="http://schemas.openxmlformats.org/drawingml/2006/main">
            <a:rect l="l" t="t" r="r" b="b"/>
            <a:pathLst>
              <a:path w="4344699" h="4525728">
                <a:moveTo>
                  <a:pt x="4344699" y="4525728"/>
                </a:moveTo>
                <a:lnTo>
                  <a:pt x="0" y="4525728"/>
                </a:lnTo>
                <a:lnTo>
                  <a:pt x="0" y="0"/>
                </a:lnTo>
                <a:lnTo>
                  <a:pt x="4344699" y="0"/>
                </a:lnTo>
                <a:lnTo>
                  <a:pt x="4344699" y="452572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de0561dbf44a4e">
              <a:extLst>
                <a:ext uri="{96DAC541-7B7A-43D3-8B79-37D633B846F1}">
                  <asvg:svgBlip xmlns:asvg="http://schemas.microsoft.com/office/drawing/2016/SVG/main" r:embed="Rd865ee416dad4738"/>
                </a:ext>
              </a:extLst>
            </a:blip>
            <a:stretch>
              <a:fillRect l="0" t="0" r="0" b="0"/>
            </a:stretch>
          </a:blipFill>
          <a:ln xmlns:a="http://schemas.openxmlformats.org/drawingml/2006/main" cap="sq">
            <a:noFill/>
            <a:prstDash val="solid"/>
            <a:miter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CE65ED6-56B9-4961-9A7C-6A7886A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9134" flipH="1" flipV="1">
            <a:off x="14220065" y="-1393570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5122962" y="4844540"/>
                </a:moveTo>
                <a:lnTo>
                  <a:pt x="0" y="4844540"/>
                </a:lnTo>
                <a:lnTo>
                  <a:pt x="0" y="0"/>
                </a:lnTo>
                <a:lnTo>
                  <a:pt x="5122962" y="0"/>
                </a:lnTo>
                <a:lnTo>
                  <a:pt x="5122962" y="48445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2438d2a56446c1">
              <a:extLst>
                <a:ext uri="{96DAC541-7B7A-43D3-8B79-37D633B846F1}">
                  <asvg:svgBlip xmlns:asvg="http://schemas.microsoft.com/office/drawing/2016/SVG/main" r:embed="Rf680baf45fb641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0198AF1-8A93-4659-8000-B3F157C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9134" flipH="0" flipV="0">
            <a:off x="-1055027" y="6836030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0" y="0"/>
                </a:moveTo>
                <a:lnTo>
                  <a:pt x="5122962" y="0"/>
                </a:lnTo>
                <a:lnTo>
                  <a:pt x="5122962" y="4844540"/>
                </a:lnTo>
                <a:lnTo>
                  <a:pt x="0" y="4844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2438d2a56446c1">
              <a:extLst>
                <a:ext uri="{96DAC541-7B7A-43D3-8B79-37D633B846F1}">
                  <asvg:svgBlip xmlns:asvg="http://schemas.microsoft.com/office/drawing/2016/SVG/main" r:embed="Rf680baf45fb641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{{adabiyotlar}}">
            <a:extLst xmlns:a="http://schemas.openxmlformats.org/drawingml/2006/main">
              <a:ext uri="{FF2B5EF4-FFF2-40B4-BE49-F238E27FC236}">
                <a16:creationId xmlns:a16="http://schemas.microsoft.com/office/drawing/2014/main" id="{25201070-567A-4326-A4B9-33320667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280160"/>
            <a:ext cx="1371600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60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{{adabiyotlar}}</a:t>
            </a:r>
          </a:p>
        </p:txBody>
      </p:sp>
      <p:sp>
        <p:nvSpPr>
          <p:cNvPr id="9" name="{{adabiyotlar_ro_yxati}}">
            <a:extLst xmlns:a="http://schemas.openxmlformats.org/drawingml/2006/main">
              <a:ext uri="{FF2B5EF4-FFF2-40B4-BE49-F238E27FC236}">
                <a16:creationId xmlns:a16="http://schemas.microsoft.com/office/drawing/2014/main" id="{E54252E1-5DB7-48B7-AD23-B1EEA78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291840"/>
            <a:ext cx="13441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2700" b="0">
                <a:solidFill>
                  <a:srgbClr val="20392E"/>
                </a:solidFill>
                <a:latin typeface="Dreaming Outloud Sans"/>
                <a:ea typeface="Dreaming Outloud Sans"/>
                <a:cs typeface="Dreaming Outloud Sans"/>
              </a:rPr>
              <a:t>{{adabiyotlar_ro_yxati}}</a:t>
            </a:r>
          </a:p>
        </p:txBody>
      </p:sp>
      <p:sp>
        <p:nvSpPr>
          <p:cNvPr id="10" name="static_19 / 20">
            <a:extLst xmlns:a="http://schemas.openxmlformats.org/drawingml/2006/main">
              <a:ext uri="{FF2B5EF4-FFF2-40B4-BE49-F238E27FC236}">
                <a16:creationId xmlns:a16="http://schemas.microsoft.com/office/drawing/2014/main" id="{8DF5F036-C99E-4FF1-9492-815663B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6760414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EF9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BEB6C5E-4F2B-42A6-A5AD-2C7EA349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39725" y="697950"/>
            <a:ext cx="7008551" cy="8760689"/>
          </a:xfrm>
          <a:custGeom xmlns:a="http://schemas.openxmlformats.org/drawingml/2006/main">
            <a:rect l="l" t="t" r="r" b="b"/>
            <a:pathLst>
              <a:path w="7008551" h="8760689">
                <a:moveTo>
                  <a:pt x="0" y="0"/>
                </a:moveTo>
                <a:lnTo>
                  <a:pt x="7008550" y="0"/>
                </a:lnTo>
                <a:lnTo>
                  <a:pt x="7008550" y="8760688"/>
                </a:lnTo>
                <a:lnTo>
                  <a:pt x="0" y="87606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27639a5dd44e4d">
              <a:extLst>
                <a:ext uri="{96DAC541-7B7A-43D3-8B79-37D633B846F1}">
                  <asvg:svgBlip xmlns:asvg="http://schemas.microsoft.com/office/drawing/2016/SVG/main" r:embed="Rc5dd157528bf4ae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DD41615-9817-4D18-AA44-1B1CE335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40878" y="676430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0" y="0"/>
                </a:moveTo>
                <a:lnTo>
                  <a:pt x="5122962" y="0"/>
                </a:lnTo>
                <a:lnTo>
                  <a:pt x="5122962" y="4844540"/>
                </a:lnTo>
                <a:lnTo>
                  <a:pt x="0" y="48445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319fd3994247ec">
              <a:extLst>
                <a:ext uri="{96DAC541-7B7A-43D3-8B79-37D633B846F1}">
                  <asvg:svgBlip xmlns:asvg="http://schemas.microsoft.com/office/drawing/2016/SVG/main" r:embed="R44728dad29a54f8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4EC373B-97A0-4453-AC99-0391447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1">
            <a:off x="-1175840" y="-1321841"/>
            <a:ext cx="5122962" cy="4844540"/>
          </a:xfrm>
          <a:custGeom xmlns:a="http://schemas.openxmlformats.org/drawingml/2006/main">
            <a:rect l="l" t="t" r="r" b="b"/>
            <a:pathLst>
              <a:path w="5122962" h="4844540">
                <a:moveTo>
                  <a:pt x="5122962" y="4844540"/>
                </a:moveTo>
                <a:lnTo>
                  <a:pt x="0" y="4844540"/>
                </a:lnTo>
                <a:lnTo>
                  <a:pt x="0" y="0"/>
                </a:lnTo>
                <a:lnTo>
                  <a:pt x="5122962" y="0"/>
                </a:lnTo>
                <a:lnTo>
                  <a:pt x="5122962" y="48445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319fd3994247ec">
              <a:extLst>
                <a:ext uri="{96DAC541-7B7A-43D3-8B79-37D633B846F1}">
                  <asvg:svgBlip xmlns:asvg="http://schemas.microsoft.com/office/drawing/2016/SVG/main" r:embed="R44728dad29a54f8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E820449-57BE-45A9-8CDF-A91CC0B6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0" flipV="0">
            <a:off x="14003605" y="-472817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0" y="0"/>
                </a:moveTo>
                <a:lnTo>
                  <a:pt x="2680716" y="0"/>
                </a:lnTo>
                <a:lnTo>
                  <a:pt x="2680716" y="9406020"/>
                </a:lnTo>
                <a:lnTo>
                  <a:pt x="0" y="940602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c2ecc0b27244ef">
              <a:extLst>
                <a:ext uri="{96DAC541-7B7A-43D3-8B79-37D633B846F1}">
                  <asvg:svgBlip xmlns:asvg="http://schemas.microsoft.com/office/drawing/2016/SVG/main" r:embed="Rebc28542e2424f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A48EE7A2-9C1D-46FB-8A45-69EE9F5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 flipH="1" flipV="1">
            <a:off x="1603679" y="5609153"/>
            <a:ext cx="2680716" cy="9406020"/>
          </a:xfrm>
          <a:custGeom xmlns:a="http://schemas.openxmlformats.org/drawingml/2006/main">
            <a:rect l="l" t="t" r="r" b="b"/>
            <a:pathLst>
              <a:path w="2680716" h="9406020">
                <a:moveTo>
                  <a:pt x="2680716" y="9406020"/>
                </a:moveTo>
                <a:lnTo>
                  <a:pt x="0" y="9406020"/>
                </a:lnTo>
                <a:lnTo>
                  <a:pt x="0" y="0"/>
                </a:lnTo>
                <a:lnTo>
                  <a:pt x="2680716" y="0"/>
                </a:lnTo>
                <a:lnTo>
                  <a:pt x="2680716" y="940602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7c2ecc0b27244ef">
              <a:extLst>
                <a:ext uri="{96DAC541-7B7A-43D3-8B79-37D633B846F1}">
                  <asvg:svgBlip xmlns:asvg="http://schemas.microsoft.com/office/drawing/2016/SVG/main" r:embed="Rebc28542e2424f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F18EDB9-2D9E-483A-87A3-5CD60276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0353" flipH="0" flipV="0">
            <a:off x="231243" y="3697148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7" y="0"/>
                </a:lnTo>
                <a:lnTo>
                  <a:pt x="876057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bfe72f954a45ef">
              <a:extLst>
                <a:ext uri="{96DAC541-7B7A-43D3-8B79-37D633B846F1}">
                  <asvg:svgBlip xmlns:asvg="http://schemas.microsoft.com/office/drawing/2016/SVG/main" r:embed="R95612fd8307242d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32631D-1263-4981-8F8E-ABEC03E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391" flipH="0" flipV="0">
            <a:off x="17166232" y="4422592"/>
            <a:ext cx="876056" cy="2163102"/>
          </a:xfrm>
          <a:custGeom xmlns:a="http://schemas.openxmlformats.org/drawingml/2006/main">
            <a:rect l="l" t="t" r="r" b="b"/>
            <a:pathLst>
              <a:path w="876056" h="2163102">
                <a:moveTo>
                  <a:pt x="0" y="0"/>
                </a:moveTo>
                <a:lnTo>
                  <a:pt x="876056" y="0"/>
                </a:lnTo>
                <a:lnTo>
                  <a:pt x="876056" y="2163102"/>
                </a:lnTo>
                <a:lnTo>
                  <a:pt x="0" y="21631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bfe72f954a45ef">
              <a:extLst>
                <a:ext uri="{96DAC541-7B7A-43D3-8B79-37D633B846F1}">
                  <asvg:svgBlip xmlns:asvg="http://schemas.microsoft.com/office/drawing/2016/SVG/main" r:embed="R95612fd8307242d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47F326-DA93-4C7E-AB5C-EA2A122E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3359" y="-4093145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4"/>
                </a:lnTo>
                <a:lnTo>
                  <a:pt x="0" y="51935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03ac15475f4229">
              <a:extLst>
                <a:ext uri="{96DAC541-7B7A-43D3-8B79-37D633B846F1}">
                  <asvg:svgBlip xmlns:asvg="http://schemas.microsoft.com/office/drawing/2016/SVG/main" r:embed="Rb5c09e84e2f444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97B3463-D886-4719-86E5-B8D7022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7526" y="8761499"/>
            <a:ext cx="4492442" cy="5193575"/>
          </a:xfrm>
          <a:custGeom xmlns:a="http://schemas.openxmlformats.org/drawingml/2006/main">
            <a:rect l="l" t="t" r="r" b="b"/>
            <a:pathLst>
              <a:path w="4492442" h="5193575">
                <a:moveTo>
                  <a:pt x="0" y="0"/>
                </a:moveTo>
                <a:lnTo>
                  <a:pt x="4492442" y="0"/>
                </a:lnTo>
                <a:lnTo>
                  <a:pt x="4492442" y="5193575"/>
                </a:lnTo>
                <a:lnTo>
                  <a:pt x="0" y="51935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103ac15475f4229">
              <a:extLst>
                <a:ext uri="{96DAC541-7B7A-43D3-8B79-37D633B846F1}">
                  <asvg:svgBlip xmlns:asvg="http://schemas.microsoft.com/office/drawing/2016/SVG/main" r:embed="Rb5c09e84e2f444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50CB8E7-8C35-46A7-8A85-82CFAA4E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0" flipV="0">
            <a:off x="9525323" y="88919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0" y="0"/>
                </a:moveTo>
                <a:lnTo>
                  <a:pt x="4377446" y="0"/>
                </a:lnTo>
                <a:lnTo>
                  <a:pt x="4377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72af6c899347f9">
              <a:extLst>
                <a:ext uri="{96DAC541-7B7A-43D3-8B79-37D633B846F1}">
                  <asvg:svgBlip xmlns:asvg="http://schemas.microsoft.com/office/drawing/2016/SVG/main" r:embed="R478c5ac347f1418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68179E6F-3E33-4C73-8B58-D4025121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60389" flipH="1" flipV="1">
            <a:off x="4385231" y="-2719777"/>
            <a:ext cx="4377447" cy="4114800"/>
          </a:xfrm>
          <a:custGeom xmlns:a="http://schemas.openxmlformats.org/drawingml/2006/main">
            <a:rect l="l" t="t" r="r" b="b"/>
            <a:pathLst>
              <a:path w="4377447" h="4114800">
                <a:moveTo>
                  <a:pt x="437744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77446" y="0"/>
                </a:lnTo>
                <a:lnTo>
                  <a:pt x="4377446" y="4114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72af6c899347f9">
              <a:extLst>
                <a:ext uri="{96DAC541-7B7A-43D3-8B79-37D633B846F1}">
                  <asvg:svgBlip xmlns:asvg="http://schemas.microsoft.com/office/drawing/2016/SVG/main" r:embed="R478c5ac347f1418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{{image_1}}" descr="{{image_1}}">
            <a:extLst xmlns:a="http://schemas.openxmlformats.org/drawingml/2006/main">
              <a:ext uri="{FF2B5EF4-FFF2-40B4-BE49-F238E27FC236}">
                <a16:creationId xmlns:a16="http://schemas.microsoft.com/office/drawing/2014/main" id="{DE061135-5650-4727-980F-ACD27B99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74847" y="1902444"/>
            <a:ext cx="2456230" cy="2345699"/>
          </a:xfrm>
          <a:custGeom xmlns:a="http://schemas.openxmlformats.org/drawingml/2006/main">
            <a:rect l="l" t="t" r="r" b="b"/>
            <a:pathLst>
              <a:path w="2456230" h="2345699">
                <a:moveTo>
                  <a:pt x="0" y="0"/>
                </a:moveTo>
                <a:lnTo>
                  <a:pt x="2456229" y="0"/>
                </a:lnTo>
                <a:lnTo>
                  <a:pt x="2456229" y="2345699"/>
                </a:lnTo>
                <a:lnTo>
                  <a:pt x="0" y="234569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d15d68ae59d4241">
              <a:extLst>
                <a:ext uri="{96DAC541-7B7A-43D3-8B79-37D633B846F1}">
                  <asvg:svgBlip xmlns:asvg="http://schemas.microsoft.com/office/drawing/2016/SVG/main" r:embed="R1599246d2b05434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6E965BDB-E75D-44BB-A1CB-37E324C1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1561907" y="5762215"/>
            <a:ext cx="2921825" cy="2600425"/>
          </a:xfrm>
          <a:custGeom xmlns:a="http://schemas.openxmlformats.org/drawingml/2006/main">
            <a:rect l="l" t="t" r="r" b="b"/>
            <a:pathLst>
              <a:path w="2921825" h="2600425">
                <a:moveTo>
                  <a:pt x="2921826" y="0"/>
                </a:moveTo>
                <a:lnTo>
                  <a:pt x="0" y="0"/>
                </a:lnTo>
                <a:lnTo>
                  <a:pt x="0" y="2600425"/>
                </a:lnTo>
                <a:lnTo>
                  <a:pt x="2921826" y="2600425"/>
                </a:lnTo>
                <a:lnTo>
                  <a:pt x="2921826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a5dfff9d6c478a">
              <a:extLst>
                <a:ext uri="{96DAC541-7B7A-43D3-8B79-37D633B846F1}">
                  <asvg:svgBlip xmlns:asvg="http://schemas.microsoft.com/office/drawing/2016/SVG/main" r:embed="Rf0e90d92dd1344a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{{yakun}}">
            <a:extLst xmlns:a="http://schemas.openxmlformats.org/drawingml/2006/main">
              <a:ext uri="{FF2B5EF4-FFF2-40B4-BE49-F238E27FC236}">
                <a16:creationId xmlns:a16="http://schemas.microsoft.com/office/drawing/2014/main" id="{F2136AB8-9569-4498-A82C-3769FC8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17520"/>
            <a:ext cx="10972800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4F8365"/>
                </a:solidFill>
                <a:latin typeface="Lazydog"/>
                <a:ea typeface="Lazydog"/>
                <a:cs typeface="Lazydog"/>
              </a:defRPr>
            </a:pPr>
            <a:r>
              <a:rPr sz="6600" b="1">
                <a:solidFill>
                  <a:srgbClr val="4F8365"/>
                </a:solidFill>
                <a:latin typeface="Lazydog"/>
                <a:ea typeface="Lazydog"/>
                <a:cs typeface="Lazydog"/>
              </a:rPr>
              <a:t>{{yakun}}</a:t>
            </a:r>
          </a:p>
        </p:txBody>
      </p:sp>
      <p:sp>
        <p:nvSpPr>
          <p:cNvPr id="17" name="static_20 / 20">
            <a:extLst xmlns:a="http://schemas.openxmlformats.org/drawingml/2006/main">
              <a:ext uri="{FF2B5EF4-FFF2-40B4-BE49-F238E27FC236}">
                <a16:creationId xmlns:a16="http://schemas.microsoft.com/office/drawing/2014/main" id="{3672FE6E-2A06-4537-8310-3BCDAD81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9120" y="9646920"/>
            <a:ext cx="14630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86"/>
          </a:bodyPr>
          <a:lstStyle xmlns:a="http://schemas.openxmlformats.org/drawingml/2006/main"/>
          <a:p xmlns:a="http://schemas.openxmlformats.org/drawingml/2006/main">
            <a:pPr algn="r">
              <a:def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defRPr>
            </a:pPr>
            <a:r>
              <a:rPr sz="1400" b="0">
                <a:solidFill>
                  <a:srgbClr val="4F8365"/>
                </a:solidFill>
                <a:latin typeface="Dreaming Outloud Sans"/>
                <a:ea typeface="Dreaming Outloud Sans"/>
                <a:cs typeface="Dreaming Outloud Sans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043886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2026-10-07T14:06:27.9760000Z</dcterms:created>
  <dcterms:modified xsi:type="dcterms:W3CDTF">2026-10-07T14:06:27.9760000Z</dcterms:modified>
</coreProperties>
</file>