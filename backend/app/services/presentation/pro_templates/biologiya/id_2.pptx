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dacc3d72fa354472"/><Relationship Type="http://schemas.openxmlformats.org/officeDocument/2006/relationships/extended-properties" Target="/docProps/app.xml" Id="R0761c3349638401a"/><Relationship Type="http://schemas.openxmlformats.org/officeDocument/2006/relationships/officeDocument" Target="/ppt/presentation.xml" Id="Rdedf9b3831bd43ae"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fcc132a8a514299"/>
  </p:sldMasterIdLst>
  <p:notesMasterIdLst>
    <p:notesMasterId xmlns:r="http://schemas.openxmlformats.org/officeDocument/2006/relationships" r:id="R1754024e765544b9"/>
  </p:notesMasterIdLst>
  <p:sldIdLst>
    <p:sldId xmlns:r="http://schemas.openxmlformats.org/officeDocument/2006/relationships" id="256" r:id="Rb5d0a5562bf647cc"/>
    <p:sldId xmlns:r="http://schemas.openxmlformats.org/officeDocument/2006/relationships" id="275" r:id="R8e7e91cd13be48bb"/>
    <p:sldId xmlns:r="http://schemas.openxmlformats.org/officeDocument/2006/relationships" id="274" r:id="R0827799cee0441c4"/>
    <p:sldId xmlns:r="http://schemas.openxmlformats.org/officeDocument/2006/relationships" id="260" r:id="R87325e835c304162"/>
    <p:sldId xmlns:r="http://schemas.openxmlformats.org/officeDocument/2006/relationships" id="267" r:id="R0c05cda9c69a4a18"/>
    <p:sldId xmlns:r="http://schemas.openxmlformats.org/officeDocument/2006/relationships" id="264" r:id="R279f5d5cbc974664"/>
    <p:sldId xmlns:r="http://schemas.openxmlformats.org/officeDocument/2006/relationships" id="259" r:id="Rc6db5931828241b3"/>
    <p:sldId xmlns:r="http://schemas.openxmlformats.org/officeDocument/2006/relationships" id="266" r:id="R6f40837724114959"/>
    <p:sldId xmlns:r="http://schemas.openxmlformats.org/officeDocument/2006/relationships" id="263" r:id="R1f1fa9b7259b48b2"/>
    <p:sldId xmlns:r="http://schemas.openxmlformats.org/officeDocument/2006/relationships" id="258" r:id="Rcd5eb5539d9e48fd"/>
    <p:sldId xmlns:r="http://schemas.openxmlformats.org/officeDocument/2006/relationships" id="265" r:id="R8c1c652f1dd54bf2"/>
    <p:sldId xmlns:r="http://schemas.openxmlformats.org/officeDocument/2006/relationships" id="273" r:id="Rad221a7b324f460a"/>
    <p:sldId xmlns:r="http://schemas.openxmlformats.org/officeDocument/2006/relationships" id="272" r:id="Rcb99ce8b1da14613"/>
    <p:sldId xmlns:r="http://schemas.openxmlformats.org/officeDocument/2006/relationships" id="262" r:id="R34b83a58ddec457a"/>
    <p:sldId xmlns:r="http://schemas.openxmlformats.org/officeDocument/2006/relationships" id="257" r:id="Ra78634b61adb465f"/>
    <p:sldId xmlns:r="http://schemas.openxmlformats.org/officeDocument/2006/relationships" id="271" r:id="R0a5fae0f8f934f0e"/>
    <p:sldId xmlns:r="http://schemas.openxmlformats.org/officeDocument/2006/relationships" id="270" r:id="R9793f44fc0ab47bc"/>
    <p:sldId xmlns:r="http://schemas.openxmlformats.org/officeDocument/2006/relationships" id="261" r:id="Recbe0bd596df4d73"/>
    <p:sldId xmlns:r="http://schemas.openxmlformats.org/officeDocument/2006/relationships" id="269" r:id="R6b018952d1114c6c"/>
    <p:sldId xmlns:r="http://schemas.openxmlformats.org/officeDocument/2006/relationships" id="268" r:id="R42750e70b31547b3"/>
  </p:sldIdLst>
  <p:sldSz cx="18288000" cy="10287000"/>
  <p:notesSz cx="6858000" cy="9144000"/>
  <p:embeddedFontLst>
    <p:embeddedFont>
      <p:font typeface="Poppins"/>
      <p:regular xmlns:r="http://schemas.openxmlformats.org/officeDocument/2006/relationships" r:id="Ra43c2d65251b4819"/>
    </p:embeddedFont>
    <p:embeddedFont>
      <p:font typeface="Orelega One"/>
      <p:regular xmlns:r="http://schemas.openxmlformats.org/officeDocument/2006/relationships" r:id="R4955ccf4e028422b"/>
    </p:embeddedFont>
    <p:embeddedFont>
      <p:font typeface="Poppins Bold"/>
      <p:regular xmlns:r="http://schemas.openxmlformats.org/officeDocument/2006/relationships" r:id="Rc13ac3498db34da1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63eef04607574d4c"/><Relationship Type="http://schemas.openxmlformats.org/officeDocument/2006/relationships/slideMaster" Target="/ppt/slideMasters/slideMaster1.xml" Id="Rcfcc132a8a514299"/><Relationship Type="http://schemas.openxmlformats.org/officeDocument/2006/relationships/notesMaster" Target="/ppt/notesMasters/notesMaster1.xml" Id="R1754024e765544b9"/><Relationship Type="http://schemas.openxmlformats.org/officeDocument/2006/relationships/presProps" Target="/ppt/presProps.xml" Id="R4e7d80cf9c4941d1"/><Relationship Type="http://schemas.openxmlformats.org/officeDocument/2006/relationships/viewProps" Target="/ppt/viewProps.xml" Id="R829c70d24af64acc"/><Relationship Type="http://schemas.openxmlformats.org/officeDocument/2006/relationships/tableStyles" Target="/ppt/tableStyles.xml" Id="R5f92434521854422"/><Relationship Type="http://schemas.openxmlformats.org/officeDocument/2006/relationships/font" Target="/ppt/fonts/font.dat" Id="Ra43c2d65251b4819"/><Relationship Type="http://schemas.openxmlformats.org/officeDocument/2006/relationships/font" Target="/ppt/fonts/font2.dat" Id="R4955ccf4e028422b"/><Relationship Type="http://schemas.openxmlformats.org/officeDocument/2006/relationships/font" Target="/ppt/fonts/font3.dat" Id="Rc13ac3498db34da1"/><Relationship Type="http://schemas.openxmlformats.org/officeDocument/2006/relationships/slide" Target="/ppt/slides/slide1.xml" Id="Rb5d0a5562bf647cc"/><Relationship Type="http://schemas.openxmlformats.org/officeDocument/2006/relationships/slide" Target="/ppt/slides/slide15.xml" Id="Ra78634b61adb465f"/><Relationship Type="http://schemas.openxmlformats.org/officeDocument/2006/relationships/slide" Target="/ppt/slides/slide10.xml" Id="Rcd5eb5539d9e48fd"/><Relationship Type="http://schemas.openxmlformats.org/officeDocument/2006/relationships/slide" Target="/ppt/slides/slide7.xml" Id="Rc6db5931828241b3"/><Relationship Type="http://schemas.openxmlformats.org/officeDocument/2006/relationships/slide" Target="/ppt/slides/slide4.xml" Id="R87325e835c304162"/><Relationship Type="http://schemas.openxmlformats.org/officeDocument/2006/relationships/slide" Target="/ppt/slides/slide18.xml" Id="Recbe0bd596df4d73"/><Relationship Type="http://schemas.openxmlformats.org/officeDocument/2006/relationships/slide" Target="/ppt/slides/slide14.xml" Id="R34b83a58ddec457a"/><Relationship Type="http://schemas.openxmlformats.org/officeDocument/2006/relationships/slide" Target="/ppt/slides/slide9.xml" Id="R1f1fa9b7259b48b2"/><Relationship Type="http://schemas.openxmlformats.org/officeDocument/2006/relationships/slide" Target="/ppt/slides/slide6.xml" Id="R279f5d5cbc974664"/><Relationship Type="http://schemas.openxmlformats.org/officeDocument/2006/relationships/slide" Target="/ppt/slides/slide11.xml" Id="R8c1c652f1dd54bf2"/><Relationship Type="http://schemas.openxmlformats.org/officeDocument/2006/relationships/slide" Target="/ppt/slides/slide8.xml" Id="R6f40837724114959"/><Relationship Type="http://schemas.openxmlformats.org/officeDocument/2006/relationships/slide" Target="/ppt/slides/slide5.xml" Id="R0c05cda9c69a4a18"/><Relationship Type="http://schemas.openxmlformats.org/officeDocument/2006/relationships/slide" Target="/ppt/slides/slide20.xml" Id="R42750e70b31547b3"/><Relationship Type="http://schemas.openxmlformats.org/officeDocument/2006/relationships/slide" Target="/ppt/slides/slide19.xml" Id="R6b018952d1114c6c"/><Relationship Type="http://schemas.openxmlformats.org/officeDocument/2006/relationships/slide" Target="/ppt/slides/slide17.xml" Id="R9793f44fc0ab47bc"/><Relationship Type="http://schemas.openxmlformats.org/officeDocument/2006/relationships/slide" Target="/ppt/slides/slide16.xml" Id="R0a5fae0f8f934f0e"/><Relationship Type="http://schemas.openxmlformats.org/officeDocument/2006/relationships/slide" Target="/ppt/slides/slide13.xml" Id="Rcb99ce8b1da14613"/><Relationship Type="http://schemas.openxmlformats.org/officeDocument/2006/relationships/slide" Target="/ppt/slides/slide12.xml" Id="Rad221a7b324f460a"/><Relationship Type="http://schemas.openxmlformats.org/officeDocument/2006/relationships/slide" Target="/ppt/slides/slide3.xml" Id="R0827799cee0441c4"/><Relationship Type="http://schemas.openxmlformats.org/officeDocument/2006/relationships/slide" Target="/ppt/slides/slide2.xml" Id="R8e7e91cd13be48bb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3e9700bae104496c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8ca7cd4f5bbf49fa"/><Relationship Type="http://schemas.openxmlformats.org/officeDocument/2006/relationships/notesMaster" Target="/ppt/notesMasters/notesMaster1.xml" Id="Rb4a76d0559914025"/></Relationships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15.xml" Id="R75c35f22413c414f"/><Relationship Type="http://schemas.openxmlformats.org/officeDocument/2006/relationships/notesMaster" Target="/ppt/notesMasters/notesMaster1.xml" Id="R742ef83db8ef4c69"/></Relationships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ppt/slides/slide10.xml" Id="R74a96ae9b96f47d4"/><Relationship Type="http://schemas.openxmlformats.org/officeDocument/2006/relationships/notesMaster" Target="/ppt/notesMasters/notesMaster1.xml" Id="R9743e0a0431e4da3"/></Relationships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/ppt/slides/slide7.xml" Id="Rbc0259bf64f24907"/><Relationship Type="http://schemas.openxmlformats.org/officeDocument/2006/relationships/notesMaster" Target="/ppt/notesMasters/notesMaster1.xml" Id="Rcc2f769ba25d4c28"/></Relationships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4.xml" Id="R4492f631740241c5"/><Relationship Type="http://schemas.openxmlformats.org/officeDocument/2006/relationships/notesMaster" Target="/ppt/notesMasters/notesMaster1.xml" Id="Rb04b0230fd5249df"/></Relationships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/ppt/slides/slide18.xml" Id="Rad78b5b4bc5d48f7"/><Relationship Type="http://schemas.openxmlformats.org/officeDocument/2006/relationships/notesMaster" Target="/ppt/notesMasters/notesMaster1.xml" Id="R151f6d2a72704c88"/></Relationships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/ppt/slides/slide14.xml" Id="R201d81e781da408b"/><Relationship Type="http://schemas.openxmlformats.org/officeDocument/2006/relationships/notesMaster" Target="/ppt/notesMasters/notesMaster1.xml" Id="R31a13f0785dc4bf7"/></Relationships>
</file>

<file path=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/ppt/slides/slide9.xml" Id="R0eb88ed0bfd44eab"/><Relationship Type="http://schemas.openxmlformats.org/officeDocument/2006/relationships/notesMaster" Target="/ppt/notesMasters/notesMaster1.xml" Id="Rf942cd2d39004d9a"/></Relationships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/ppt/slides/slide6.xml" Id="Rcd273e3b73a743f9"/><Relationship Type="http://schemas.openxmlformats.org/officeDocument/2006/relationships/notesMaster" Target="/ppt/notesMasters/notesMaster1.xml" Id="R331259b2ba2d4a62"/></Relationships>
</file>

<file path=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/ppt/slides/slide11.xml" Id="R0152bc981e94489d"/><Relationship Type="http://schemas.openxmlformats.org/officeDocument/2006/relationships/notesMaster" Target="/ppt/notesMasters/notesMaster1.xml" Id="R510ae68029634ba2"/></Relationships>
</file>

<file path=ppt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/ppt/slides/slide8.xml" Id="R17b020613cc5482f"/><Relationship Type="http://schemas.openxmlformats.org/officeDocument/2006/relationships/notesMaster" Target="/ppt/notesMasters/notesMaster1.xml" Id="R2213b53c41534680"/></Relationships>
</file>

<file path=ppt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/ppt/slides/slide5.xml" Id="R945d60c9528a4e24"/><Relationship Type="http://schemas.openxmlformats.org/officeDocument/2006/relationships/notesMaster" Target="/ppt/notesMasters/notesMaster1.xml" Id="R2096cdb2b08b46b8"/></Relationships>
</file>

<file path=ppt/notesSlides/_rels/notesSlide13.xml.rels><?xml version='1.0' encoding='UTF-8' standalone='yes'?>
<Relationships xmlns="http://schemas.openxmlformats.org/package/2006/relationships"><Relationship Type="http://schemas.openxmlformats.org/officeDocument/2006/relationships/slide" Target="/ppt/slides/slide20.xml" Id="R9aed63e070344cf3"/><Relationship Type="http://schemas.openxmlformats.org/officeDocument/2006/relationships/notesMaster" Target="/ppt/notesMasters/notesMaster1.xml" Id="Rce6327d0635b4af1"/></Relationships>
</file>

<file path=ppt/notesSlides/_rels/notesSlide14.xml.rels><?xml version='1.0' encoding='UTF-8' standalone='yes'?>
<Relationships xmlns="http://schemas.openxmlformats.org/package/2006/relationships"><Relationship Type="http://schemas.openxmlformats.org/officeDocument/2006/relationships/slide" Target="/ppt/slides/slide19.xml" Id="Rd0c5516ef27a46cf"/><Relationship Type="http://schemas.openxmlformats.org/officeDocument/2006/relationships/notesMaster" Target="/ppt/notesMasters/notesMaster1.xml" Id="R2b1201dd42ef4c2b"/></Relationships>
</file>

<file path=ppt/notesSlides/_rels/notesSlide15.xml.rels><?xml version='1.0' encoding='UTF-8' standalone='yes'?>
<Relationships xmlns="http://schemas.openxmlformats.org/package/2006/relationships"><Relationship Type="http://schemas.openxmlformats.org/officeDocument/2006/relationships/slide" Target="/ppt/slides/slide17.xml" Id="R6a7807fcc64a4d41"/><Relationship Type="http://schemas.openxmlformats.org/officeDocument/2006/relationships/notesMaster" Target="/ppt/notesMasters/notesMaster1.xml" Id="R38883fe0dfd649aa"/></Relationships>
</file>

<file path=ppt/notesSlides/_rels/notesSlide16.xml.rels><?xml version='1.0' encoding='UTF-8' standalone='yes'?>
<Relationships xmlns="http://schemas.openxmlformats.org/package/2006/relationships"><Relationship Type="http://schemas.openxmlformats.org/officeDocument/2006/relationships/slide" Target="/ppt/slides/slide16.xml" Id="R467676d4c13d4628"/><Relationship Type="http://schemas.openxmlformats.org/officeDocument/2006/relationships/notesMaster" Target="/ppt/notesMasters/notesMaster1.xml" Id="Rf5f81fec04bd4baf"/></Relationships>
</file>

<file path=ppt/notesSlides/_rels/notesSlide17.xml.rels><?xml version='1.0' encoding='UTF-8' standalone='yes'?>
<Relationships xmlns="http://schemas.openxmlformats.org/package/2006/relationships"><Relationship Type="http://schemas.openxmlformats.org/officeDocument/2006/relationships/slide" Target="/ppt/slides/slide13.xml" Id="R76397bf54a774afc"/><Relationship Type="http://schemas.openxmlformats.org/officeDocument/2006/relationships/notesMaster" Target="/ppt/notesMasters/notesMaster1.xml" Id="Rc779c870cc2f49e1"/></Relationships>
</file>

<file path=ppt/notesSlides/_rels/notesSlide18.xml.rels><?xml version='1.0' encoding='UTF-8' standalone='yes'?>
<Relationships xmlns="http://schemas.openxmlformats.org/package/2006/relationships"><Relationship Type="http://schemas.openxmlformats.org/officeDocument/2006/relationships/slide" Target="/ppt/slides/slide12.xml" Id="Re725ab903a61493e"/><Relationship Type="http://schemas.openxmlformats.org/officeDocument/2006/relationships/notesMaster" Target="/ppt/notesMasters/notesMaster1.xml" Id="R192f83bae4784c86"/></Relationships>
</file>

<file path=ppt/notesSlides/_rels/notesSlide19.xml.rels><?xml version='1.0' encoding='UTF-8' standalone='yes'?>
<Relationships xmlns="http://schemas.openxmlformats.org/package/2006/relationships"><Relationship Type="http://schemas.openxmlformats.org/officeDocument/2006/relationships/slide" Target="/ppt/slides/slide3.xml" Id="Ra3c0f0034c0f45ef"/><Relationship Type="http://schemas.openxmlformats.org/officeDocument/2006/relationships/notesMaster" Target="/ppt/notesMasters/notesMaster1.xml" Id="Rf3dc6af534404569"/></Relationships>
</file>

<file path=ppt/notesSlides/_rels/notesSlide20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fb0bb614d9484975"/><Relationship Type="http://schemas.openxmlformats.org/officeDocument/2006/relationships/notesMaster" Target="/ppt/notesMasters/notesMaster1.xml" Id="R8c32248254bf4659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5d91b50298e34cbe"/></Relationships>
</file>

<file path=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5e72e273964b4a30"/></Relationships>
</file>

<file path=pp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7318316aad424f40"/></Relationships>
</file>

<file path=pp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d79e4adc0159455d"/></Relationships>
</file>

<file path=pp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f768fe8895544b5d"/></Relationships>
</file>

<file path=pp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6ce4b007017642d9"/></Relationships>
</file>

<file path=ppt/slideLayouts/_rels/slideLayout7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155531813dfb4cca"/></Relationships>
</file>

<file path=ppt/slideLayouts/_rels/slideLayout8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0ea393909af644c9"/></Relationships>
</file>

<file path=ppt/slideLayouts/_rels/slideLayout9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e50b28e0c7aa4394"/></Relationships>
</file>

<file path=ppt/slideLayouts/_rels/slideLayout10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f6b519185c484e5e"/></Relationships>
</file>

<file path=ppt/slideLayouts/_rels/slideLayout1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8ff10c391a6c40a6"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074CF7-9535-4511-A733-F6BC6DB094B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28D42CC-EDE5-4BB3-A3CA-9D2B41B50D2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4FF014E-B7C0-439B-8C0D-36BEA64E22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806B5F1-A377-41F0-B0EA-7631FF0A62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F3B7E8-1D18-438C-8AEE-6EACB767FC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796972-C89B-4811-B161-DE29080780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9ABCB8D-86D3-44B1-969A-8F9C956DDB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839F7D5-F75F-4DF5-986A-5C4D47A54C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E06C870-7A08-4046-8355-D8428465A8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148173-1A91-4062-B0E9-7B174F8CB3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03DB698-33DA-457B-8D34-14BD9F554D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EA9CE31-6655-4A55-A8EE-FAB577FE6E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3F06441-97B3-4177-9FC3-F3945DC839D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4381C5B-5AAE-401F-8A28-9347E8661C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50D3285-B7EB-43AF-95DC-5068B1D19D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CAD8284-FF62-497B-9808-8B3502178D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2E6C8DA-01E1-4BE6-9801-5A6436C396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74CA4E9-7C70-4936-9B56-B731DD4B23B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DB8F146-F3E6-4EC6-8F6E-DEC593251A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C60794E-1B42-4E23-AA08-52E6229EA8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4B4B4F8-BA8A-4111-8BE9-66E0568249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A69150F-EC09-41C9-A7CF-BC45D3583A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28347DC-CAC8-4A1D-BF70-AA1B529133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984E94A-A13D-4FA8-91F2-F408E3D14D6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F6B9694-7914-4180-9811-A829F0AF27C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029A9AE-9502-476A-9167-3D18C23F8FF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CBF6112-90B0-42EF-BAEB-3431505427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E741683-8255-4533-8931-58D672D55F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024AB85-9ADB-4A93-B50C-E5AF08804D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584E16-8F70-4D02-B4DB-CC5AFB433A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564151B-68CE-4200-ABBB-32735DD59C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008E1F2-4A42-4D4C-A8B4-B563B2CE9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6E21A14-0246-46BB-870E-01A57BA68D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CAD3B42-14F1-4175-B7CA-92EEC7BDBE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A4C4F6C-80F3-4BCC-BDF7-A05EEE9EDD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6BC0E40-AA2C-49C7-8C09-6AC69889A9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1C640AB-2B5E-4889-B09E-62B232173C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7483808-290A-44E6-9E2C-1B57C32AA21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5EC63A8-419A-4BB7-991C-C8F9802643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8765071-ED60-444A-8CF6-948D3F0F99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BBD7533-FA3E-427F-9ABF-D488FC1C7B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182D094-6274-4B4A-87C4-CFD7DBBE4C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3176FA6-2B40-4767-AD36-C61B3665B4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B2E3EB5-9AD6-4F11-9F8C-89BBA54E807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A234D0C-6A7A-4883-856D-6C95292EDE0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AB3B53D-0253-4C04-ACA7-16770A470F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98DB015-3DB2-4B8C-9880-2763A287C3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5115105-58B9-4876-BDEC-09FB32F3AB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C1A1EB-F383-4BA8-8B0F-F43ED3E0CD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236089D-CE9C-40BD-B27B-CB76A26F1C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0B5492B-1A0E-4E9C-8B94-9FCB66F81F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0DAD65-49C7-4351-A192-394381A68A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761D31-06F0-44D6-8EC4-86240B623C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538EAD7-A585-41B8-BB47-FE799B7CCA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EA8F9B-08FF-4082-8B7D-0AD94C14D9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6362CF7-5332-42FF-BB7F-2FB39AA04B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843659A-D625-4428-831D-A808484212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AB1133-7FC8-48C5-B40D-0FE9414EEE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ad081ff395b047e1"/><Relationship Type="http://schemas.openxmlformats.org/officeDocument/2006/relationships/slideLayout" Target="/ppt/slideLayouts/slideLayout1.xml" Id="Rc337120ccdb44c38"/><Relationship Type="http://schemas.openxmlformats.org/officeDocument/2006/relationships/slideLayout" Target="/ppt/slideLayouts/slideLayout2.xml" Id="Rf663a1c658f34dcd"/><Relationship Type="http://schemas.openxmlformats.org/officeDocument/2006/relationships/slideLayout" Target="/ppt/slideLayouts/slideLayout3.xml" Id="R9cf8acc7b0b74dac"/><Relationship Type="http://schemas.openxmlformats.org/officeDocument/2006/relationships/slideLayout" Target="/ppt/slideLayouts/slideLayout4.xml" Id="R16884cff14b74872"/><Relationship Type="http://schemas.openxmlformats.org/officeDocument/2006/relationships/slideLayout" Target="/ppt/slideLayouts/slideLayout5.xml" Id="Rbb74406a93c04676"/><Relationship Type="http://schemas.openxmlformats.org/officeDocument/2006/relationships/slideLayout" Target="/ppt/slideLayouts/slideLayout6.xml" Id="R7d5106e974e140e9"/><Relationship Type="http://schemas.openxmlformats.org/officeDocument/2006/relationships/slideLayout" Target="/ppt/slideLayouts/slideLayout7.xml" Id="R90c92a0d717b4d3f"/><Relationship Type="http://schemas.openxmlformats.org/officeDocument/2006/relationships/slideLayout" Target="/ppt/slideLayouts/slideLayout8.xml" Id="Rf0ab95deb5594ca1"/><Relationship Type="http://schemas.openxmlformats.org/officeDocument/2006/relationships/slideLayout" Target="/ppt/slideLayouts/slideLayout9.xml" Id="Rf2444dc38e7b4f11"/><Relationship Type="http://schemas.openxmlformats.org/officeDocument/2006/relationships/slideLayout" Target="/ppt/slideLayouts/slideLayout10.xml" Id="R713e3ae357004090"/><Relationship Type="http://schemas.openxmlformats.org/officeDocument/2006/relationships/slideLayout" Target="/ppt/slideLayouts/slideLayout11.xml" Id="Rda4839305eb24e2e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A4B31DB-F3E9-48CC-9F85-8A5F3FF715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D2461AD-CC82-49EF-A795-A41C61644D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FA8604-4903-403A-8825-E26156B3EBF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D18D9F8-38C6-4CA7-B1C8-18546C5C159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EF752D-8C15-4D58-88AA-40A3530FDB8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37120ccdb44c38"/>
    <p:sldLayoutId xmlns:r="http://schemas.openxmlformats.org/officeDocument/2006/relationships" id="2147483650" r:id="Rf663a1c658f34dcd"/>
    <p:sldLayoutId xmlns:r="http://schemas.openxmlformats.org/officeDocument/2006/relationships" id="2147483651" r:id="R9cf8acc7b0b74dac"/>
    <p:sldLayoutId xmlns:r="http://schemas.openxmlformats.org/officeDocument/2006/relationships" id="2147483652" r:id="R16884cff14b74872"/>
    <p:sldLayoutId xmlns:r="http://schemas.openxmlformats.org/officeDocument/2006/relationships" id="2147483653" r:id="Rbb74406a93c04676"/>
    <p:sldLayoutId xmlns:r="http://schemas.openxmlformats.org/officeDocument/2006/relationships" id="2147483654" r:id="R7d5106e974e140e9"/>
    <p:sldLayoutId xmlns:r="http://schemas.openxmlformats.org/officeDocument/2006/relationships" id="2147483655" r:id="R90c92a0d717b4d3f"/>
    <p:sldLayoutId xmlns:r="http://schemas.openxmlformats.org/officeDocument/2006/relationships" id="2147483656" r:id="Rf0ab95deb5594ca1"/>
    <p:sldLayoutId xmlns:r="http://schemas.openxmlformats.org/officeDocument/2006/relationships" id="2147483657" r:id="Rf2444dc38e7b4f11"/>
    <p:sldLayoutId xmlns:r="http://schemas.openxmlformats.org/officeDocument/2006/relationships" id="2147483658" r:id="R713e3ae357004090"/>
    <p:sldLayoutId xmlns:r="http://schemas.openxmlformats.org/officeDocument/2006/relationships" id="2147483659" r:id="Rda4839305eb24e2e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440d31aa95ab4305"/><Relationship Type="http://schemas.openxmlformats.org/officeDocument/2006/relationships/image" Target="/ppt/media/image.png" Id="Reab72e6357884662"/><Relationship Type="http://schemas.openxmlformats.org/officeDocument/2006/relationships/image" Target="/ppt/media/image2.png" Id="R7fab8dedbe5a493d"/><Relationship Type="http://schemas.openxmlformats.org/officeDocument/2006/relationships/image" Target="/ppt/media/image.jpeg" Id="Rbadbf012c2544243"/><Relationship Type="http://schemas.openxmlformats.org/officeDocument/2006/relationships/image" Target="/ppt/media/image2.jpeg" Id="R26dbeda332bb452c"/><Relationship Type="http://schemas.openxmlformats.org/officeDocument/2006/relationships/notesSlide" Target="/ppt/notesSlides/notesSlide1.xml" Id="R2e650e549d4e4231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1ff653bf16984093"/><Relationship Type="http://schemas.openxmlformats.org/officeDocument/2006/relationships/image" Target="/ppt/media/image2.png" Id="R3857b8fdb9784fb6"/><Relationship Type="http://schemas.openxmlformats.org/officeDocument/2006/relationships/notesSlide" Target="/ppt/notesSlides/notesSlide20.xml" Id="R93420b73d7c44280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f9cebbb99b81463a"/><Relationship Type="http://schemas.openxmlformats.org/officeDocument/2006/relationships/image" Target="/ppt/media/image2.png" Id="R0e267b2c17ad4709"/><Relationship Type="http://schemas.openxmlformats.org/officeDocument/2006/relationships/notesSlide" Target="/ppt/notesSlides/notesSlide19.xml" Id="Rba3183f5d64f475f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c5a3cd9ec35f4782"/><Relationship Type="http://schemas.openxmlformats.org/officeDocument/2006/relationships/image" Target="/ppt/media/image.png" Id="R9a58debef40d4262"/><Relationship Type="http://schemas.openxmlformats.org/officeDocument/2006/relationships/image" Target="/ppt/media/image3.jpeg" Id="R5f27713161d140d1"/><Relationship Type="http://schemas.openxmlformats.org/officeDocument/2006/relationships/image" Target="/ppt/media/image2.png" Id="R0de72722b5dd4bbb"/><Relationship Type="http://schemas.openxmlformats.org/officeDocument/2006/relationships/notesSlide" Target="/ppt/notesSlides/notesSlide5.xml" Id="Rfc3b260c0f314dc8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ad24ba3509c44dc6"/><Relationship Type="http://schemas.openxmlformats.org/officeDocument/2006/relationships/image" Target="/ppt/media/image2.png" Id="Rfde93ef5ef4e4270"/><Relationship Type="http://schemas.openxmlformats.org/officeDocument/2006/relationships/image" Target="/ppt/media/image.png" Id="Ra968e85b658f4308"/><Relationship Type="http://schemas.openxmlformats.org/officeDocument/2006/relationships/image" Target="/ppt/media/image5.jpeg" Id="R5eaa10128ee34000"/><Relationship Type="http://schemas.openxmlformats.org/officeDocument/2006/relationships/image" Target="/ppt/media/image6.jpeg" Id="R9704fa4dd02b438b"/><Relationship Type="http://schemas.openxmlformats.org/officeDocument/2006/relationships/image" Target="/ppt/media/image7.jpeg" Id="R9861ffe5c7fc4f55"/><Relationship Type="http://schemas.openxmlformats.org/officeDocument/2006/relationships/image" Target="/ppt/media/image8.jpeg" Id="Re99489652bd64529"/><Relationship Type="http://schemas.openxmlformats.org/officeDocument/2006/relationships/notesSlide" Target="/ppt/notesSlides/notesSlide12.xml" Id="R72d23b072da24041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dc223a00fc5e454e"/><Relationship Type="http://schemas.openxmlformats.org/officeDocument/2006/relationships/image" Target="/ppt/media/image2.png" Id="Rf5aede9ccb024f70"/><Relationship Type="http://schemas.openxmlformats.org/officeDocument/2006/relationships/image" Target="/ppt/media/image.png" Id="R0dfa62766fda4f5e"/><Relationship Type="http://schemas.openxmlformats.org/officeDocument/2006/relationships/image" Target="/ppt/media/image4.jpeg" Id="Rec796ce6adfa4f38"/><Relationship Type="http://schemas.openxmlformats.org/officeDocument/2006/relationships/notesSlide" Target="/ppt/notesSlides/notesSlide9.xml" Id="Raa4d7265cf6b49c2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6244b06c6ee5425d"/><Relationship Type="http://schemas.openxmlformats.org/officeDocument/2006/relationships/image" Target="/ppt/media/image.png" Id="Rc3bf8188225241fc"/><Relationship Type="http://schemas.openxmlformats.org/officeDocument/2006/relationships/image" Target="/ppt/media/image3.jpeg" Id="Rf0d349839bb249a0"/><Relationship Type="http://schemas.openxmlformats.org/officeDocument/2006/relationships/image" Target="/ppt/media/image2.png" Id="R8136838a397b4d05"/><Relationship Type="http://schemas.openxmlformats.org/officeDocument/2006/relationships/notesSlide" Target="/ppt/notesSlides/notesSlide4.xml" Id="R8b98fa158772441a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504a8229b4444186"/><Relationship Type="http://schemas.openxmlformats.org/officeDocument/2006/relationships/image" Target="/ppt/media/image2.png" Id="Rf65c29fcb6fc482e"/><Relationship Type="http://schemas.openxmlformats.org/officeDocument/2006/relationships/image" Target="/ppt/media/image.png" Id="R69c3e170ea244781"/><Relationship Type="http://schemas.openxmlformats.org/officeDocument/2006/relationships/image" Target="/ppt/media/image5.jpeg" Id="R72e69a6d6dc34b27"/><Relationship Type="http://schemas.openxmlformats.org/officeDocument/2006/relationships/image" Target="/ppt/media/image6.jpeg" Id="R10667111158c4be7"/><Relationship Type="http://schemas.openxmlformats.org/officeDocument/2006/relationships/image" Target="/ppt/media/image7.jpeg" Id="Rc102c1530b944821"/><Relationship Type="http://schemas.openxmlformats.org/officeDocument/2006/relationships/image" Target="/ppt/media/image8.jpeg" Id="R3eaeb9ca2cab4db5"/><Relationship Type="http://schemas.openxmlformats.org/officeDocument/2006/relationships/notesSlide" Target="/ppt/notesSlides/notesSlide11.xml" Id="R2914f40372c049d6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b26ffd7602754585"/><Relationship Type="http://schemas.openxmlformats.org/officeDocument/2006/relationships/image" Target="/ppt/media/image2.png" Id="R2374933c269f45fb"/><Relationship Type="http://schemas.openxmlformats.org/officeDocument/2006/relationships/image" Target="/ppt/media/image.png" Id="R01cc8cd1be2c4e04"/><Relationship Type="http://schemas.openxmlformats.org/officeDocument/2006/relationships/image" Target="/ppt/media/image4.jpeg" Id="R5457d572a6224721"/><Relationship Type="http://schemas.openxmlformats.org/officeDocument/2006/relationships/notesSlide" Target="/ppt/notesSlides/notesSlide8.xml" Id="R91114e9b282d47fa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c3ceeeca8efb4b91"/><Relationship Type="http://schemas.openxmlformats.org/officeDocument/2006/relationships/image" Target="/ppt/media/image.png" Id="R7f897cd253c44759"/><Relationship Type="http://schemas.openxmlformats.org/officeDocument/2006/relationships/image" Target="/ppt/media/image3.jpeg" Id="Rd96d712652224bf9"/><Relationship Type="http://schemas.openxmlformats.org/officeDocument/2006/relationships/image" Target="/ppt/media/image2.png" Id="R97ba9634d8ba47f9"/><Relationship Type="http://schemas.openxmlformats.org/officeDocument/2006/relationships/notesSlide" Target="/ppt/notesSlides/notesSlide3.xml" Id="Ra45a27cd69c444c0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c196fc06122444f8"/><Relationship Type="http://schemas.openxmlformats.org/officeDocument/2006/relationships/image" Target="/ppt/media/image2.png" Id="Rdea6bafa2b3c4978"/><Relationship Type="http://schemas.openxmlformats.org/officeDocument/2006/relationships/image" Target="/ppt/media/image.png" Id="R5c73d7925a52462a"/><Relationship Type="http://schemas.openxmlformats.org/officeDocument/2006/relationships/image" Target="/ppt/media/image5.jpeg" Id="R496a74839ba84fb7"/><Relationship Type="http://schemas.openxmlformats.org/officeDocument/2006/relationships/image" Target="/ppt/media/image6.jpeg" Id="Rdecf7b11c58349e4"/><Relationship Type="http://schemas.openxmlformats.org/officeDocument/2006/relationships/image" Target="/ppt/media/image7.jpeg" Id="Re46fe2ca2746419b"/><Relationship Type="http://schemas.openxmlformats.org/officeDocument/2006/relationships/image" Target="/ppt/media/image8.jpeg" Id="Rd50368bef27e4af5"/><Relationship Type="http://schemas.openxmlformats.org/officeDocument/2006/relationships/notesSlide" Target="/ppt/notesSlides/notesSlide10.xml" Id="R9120ad33fc6947d5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a3d7ef4e66514f5c"/><Relationship Type="http://schemas.openxmlformats.org/officeDocument/2006/relationships/image" Target="/ppt/media/image2.png" Id="Ra6d53cc24eda4c52"/><Relationship Type="http://schemas.openxmlformats.org/officeDocument/2006/relationships/notesSlide" Target="/ppt/notesSlides/notesSlide18.xml" Id="Rcbd03c7cd63349f5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3d1ecba44fcf4d18"/><Relationship Type="http://schemas.openxmlformats.org/officeDocument/2006/relationships/image" Target="/ppt/media/image2.png" Id="R6ab647ddc7b148e7"/><Relationship Type="http://schemas.openxmlformats.org/officeDocument/2006/relationships/notesSlide" Target="/ppt/notesSlides/notesSlide17.xml" Id="Rb79cd507879544b2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c36b0d6222af4725"/><Relationship Type="http://schemas.openxmlformats.org/officeDocument/2006/relationships/image" Target="/ppt/media/image2.png" Id="R69c508b3c1394956"/><Relationship Type="http://schemas.openxmlformats.org/officeDocument/2006/relationships/image" Target="/ppt/media/image.png" Id="Rff4e9f6b0afa4e8c"/><Relationship Type="http://schemas.openxmlformats.org/officeDocument/2006/relationships/image" Target="/ppt/media/image4.jpeg" Id="R557b378e93fc4ac1"/><Relationship Type="http://schemas.openxmlformats.org/officeDocument/2006/relationships/notesSlide" Target="/ppt/notesSlides/notesSlide7.xml" Id="R667b15db48ae4a82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272f800ed7184ade"/><Relationship Type="http://schemas.openxmlformats.org/officeDocument/2006/relationships/image" Target="/ppt/media/image.png" Id="R9984430ffc1643a4"/><Relationship Type="http://schemas.openxmlformats.org/officeDocument/2006/relationships/image" Target="/ppt/media/image3.jpeg" Id="R8affd4a9f1e840ed"/><Relationship Type="http://schemas.openxmlformats.org/officeDocument/2006/relationships/image" Target="/ppt/media/image2.png" Id="Rff242d8d98eb493d"/><Relationship Type="http://schemas.openxmlformats.org/officeDocument/2006/relationships/notesSlide" Target="/ppt/notesSlides/notesSlide2.xml" Id="Rfdefcaa8c4e141c9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155d4fc39c9241b2"/><Relationship Type="http://schemas.openxmlformats.org/officeDocument/2006/relationships/image" Target="/ppt/media/image2.png" Id="Ref3d2efe51d64346"/><Relationship Type="http://schemas.openxmlformats.org/officeDocument/2006/relationships/notesSlide" Target="/ppt/notesSlides/notesSlide16.xml" Id="R7d38e860fdbf4716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1f31a00893cf4226"/><Relationship Type="http://schemas.openxmlformats.org/officeDocument/2006/relationships/image" Target="/ppt/media/image2.png" Id="R2c721f0b6b364faa"/><Relationship Type="http://schemas.openxmlformats.org/officeDocument/2006/relationships/image" Target="/ppt/media/image3.png" Id="R2f8faf866b7042f1"/><Relationship Type="http://schemas.openxmlformats.org/officeDocument/2006/relationships/image" Target="/ppt/media/image.svg" Id="R2f90d8b386b44bba"/><Relationship Type="http://schemas.openxmlformats.org/officeDocument/2006/relationships/notesSlide" Target="/ppt/notesSlides/notesSlide15.xml" Id="R5e4342ec14cf4332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7134a9902a9c46df"/><Relationship Type="http://schemas.openxmlformats.org/officeDocument/2006/relationships/image" Target="/ppt/media/image2.png" Id="R10b20996d5c2499d"/><Relationship Type="http://schemas.openxmlformats.org/officeDocument/2006/relationships/image" Target="/ppt/media/image.png" Id="Rdcfa15cab3884a53"/><Relationship Type="http://schemas.openxmlformats.org/officeDocument/2006/relationships/image" Target="/ppt/media/image4.jpeg" Id="Racc6e9e2582948e7"/><Relationship Type="http://schemas.openxmlformats.org/officeDocument/2006/relationships/notesSlide" Target="/ppt/notesSlides/notesSlide6.xml" Id="Rf600d3ce9c444909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4f54ae229e784562"/><Relationship Type="http://schemas.openxmlformats.org/officeDocument/2006/relationships/image" Target="/ppt/media/image2.png" Id="R636bec5b4e384418"/><Relationship Type="http://schemas.openxmlformats.org/officeDocument/2006/relationships/notesSlide" Target="/ppt/notesSlides/notesSlide14.xml" Id="R1d2208f6473d483f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7a3b55c1aa964e59"/><Relationship Type="http://schemas.openxmlformats.org/officeDocument/2006/relationships/image" Target="/ppt/media/image2.png" Id="R0f3186ec361a436f"/><Relationship Type="http://schemas.openxmlformats.org/officeDocument/2006/relationships/image" Target="/ppt/media/image3.png" Id="Rb51bd62773094d58"/><Relationship Type="http://schemas.openxmlformats.org/officeDocument/2006/relationships/image" Target="/ppt/media/image.svg" Id="R9b1ed7506d30468d"/><Relationship Type="http://schemas.openxmlformats.org/officeDocument/2006/relationships/notesSlide" Target="/ppt/notesSlides/notesSlide13.xml" Id="R42a6a542d6384c70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E4A0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C1091C42-2587-4B5C-A7EC-01319D50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08955" y="-697407"/>
            <a:ext cx="11446918" cy="9407285"/>
          </a:xfrm>
          <a:custGeom xmlns:a="http://schemas.openxmlformats.org/drawingml/2006/main">
            <a:rect l="l" t="t" r="r" b="b"/>
            <a:pathLst>
              <a:path w="11446918" h="9407285">
                <a:moveTo>
                  <a:pt x="0" y="0"/>
                </a:moveTo>
                <a:lnTo>
                  <a:pt x="11446918" y="0"/>
                </a:lnTo>
                <a:lnTo>
                  <a:pt x="11446918" y="9407286"/>
                </a:lnTo>
                <a:lnTo>
                  <a:pt x="0" y="940728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b72e6357884662">
              <a:alphaModFix amt="36000"/>
            </a:blip>
            <a:stretch>
              <a:fillRect l="0" t="0" r="0" b="0"/>
            </a:stretch>
          </a:blipFill>
        </p:spPr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01BE42E-8931-48A5-8927-F5EF0CDB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687702" y="2242608"/>
            <a:ext cx="10370767" cy="0"/>
          </a:xfrm>
          <a:prstGeom xmlns:a="http://schemas.openxmlformats.org/drawingml/2006/main" prst="line">
            <a:avLst/>
          </a:prstGeom>
          <a:ln xmlns:a="http://schemas.openxmlformats.org/drawingml/2006/main"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4972DC9-735D-4414-90F4-095FE689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87702" y="6184570"/>
            <a:ext cx="5248541" cy="3037593"/>
          </a:xfrm>
          <a:custGeom xmlns:a="http://schemas.openxmlformats.org/drawingml/2006/main">
            <a:rect l="l" t="t" r="r" b="b"/>
            <a:pathLst>
              <a:path w="5248541" h="3037593">
                <a:moveTo>
                  <a:pt x="0" y="0"/>
                </a:moveTo>
                <a:lnTo>
                  <a:pt x="5248541" y="0"/>
                </a:lnTo>
                <a:lnTo>
                  <a:pt x="5248541" y="3037593"/>
                </a:lnTo>
                <a:lnTo>
                  <a:pt x="0" y="303759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fab8dedbe5a493d">
              <a:alphaModFix amt="18000"/>
            </a:blip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5DC5F0DA-F3D4-4F7F-9EB1-6EE9E7B5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665706" y="5509123"/>
            <a:ext cx="8353409" cy="6864983"/>
          </a:xfrm>
          <a:custGeom xmlns:a="http://schemas.openxmlformats.org/drawingml/2006/main">
            <a:rect l="l" t="t" r="r" b="b"/>
            <a:pathLst>
              <a:path w="8353409" h="6864983">
                <a:moveTo>
                  <a:pt x="0" y="0"/>
                </a:moveTo>
                <a:lnTo>
                  <a:pt x="8353408" y="0"/>
                </a:lnTo>
                <a:lnTo>
                  <a:pt x="8353408" y="6864984"/>
                </a:lnTo>
                <a:lnTo>
                  <a:pt x="0" y="68649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b72e6357884662">
              <a:alphaModFix amt="36000"/>
            </a:blip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D95A1BF-DED6-47AE-8E19-F9E76BEE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25908" y="-3261768"/>
            <a:ext cx="9869725" cy="9869725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607428">
                  <a:alpha val="100000"/>
                </a:srgbClr>
              </a:gs>
              <a:gs pos="100000">
                <a:srgbClr val="20280B">
                  <a:alpha val="100000"/>
                </a:srgbClr>
              </a:gs>
            </a:gsLst>
            <a:lin ang="5400000"/>
          </a:gra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DD596959-8453-4EB3-9F5F-51E7508B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600622" y="-2799125"/>
            <a:ext cx="8019151" cy="84817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4E41AA40-2F16-41D6-BE2B-F67B96A1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0213" y="6184570"/>
            <a:ext cx="6556013" cy="6556013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607428">
                  <a:alpha val="100000"/>
                </a:srgbClr>
              </a:gs>
              <a:gs pos="100000">
                <a:srgbClr val="20280B">
                  <a:alpha val="100000"/>
                </a:srgbClr>
              </a:gs>
            </a:gsLst>
            <a:lin ang="5400000"/>
          </a:grad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8891B0A1-2BB7-404A-976F-A9E6F480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4839" y="6491883"/>
            <a:ext cx="5326761" cy="56340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13" name="{{image_1}}" descr="{{image_1}}">
            <a:extLst xmlns:a="http://schemas.openxmlformats.org/drawingml/2006/main">
              <a:ext uri="{FF2B5EF4-FFF2-40B4-BE49-F238E27FC236}">
                <a16:creationId xmlns:a16="http://schemas.microsoft.com/office/drawing/2014/main" id="{C9F23861-C921-459A-B160-0E71851C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601684" y="-2288472"/>
            <a:ext cx="8627025" cy="8627025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adbf012c2544243"/>
            <a:stretch>
              <a:fillRect l="0" t="-16747" r="0" b="-16747"/>
            </a:stretch>
          </a:blipFill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155C43B8-A102-44F7-9EA2-6AF8F981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21629" y="6515830"/>
            <a:ext cx="6113180" cy="6113180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6dbeda332bb452c"/>
            <a:stretch>
              <a:fillRect l="-49863" t="0" r="0" b="0"/>
            </a:stretch>
          </a:blipFill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2E353790-06C9-4307-B160-1C3A2DB3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34198" y="0"/>
            <a:ext cx="5248541" cy="3037593"/>
          </a:xfrm>
          <a:custGeom xmlns:a="http://schemas.openxmlformats.org/drawingml/2006/main">
            <a:rect l="l" t="t" r="r" b="b"/>
            <a:pathLst>
              <a:path w="5248541" h="3037593">
                <a:moveTo>
                  <a:pt x="0" y="0"/>
                </a:moveTo>
                <a:lnTo>
                  <a:pt x="5248542" y="0"/>
                </a:lnTo>
                <a:lnTo>
                  <a:pt x="5248542" y="3037593"/>
                </a:lnTo>
                <a:lnTo>
                  <a:pt x="0" y="303759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fab8dedbe5a493d">
              <a:alphaModFix amt="18000"/>
            </a:blip>
            <a:stretch>
              <a:fillRect l="0" t="0" r="0" b="0"/>
            </a:stretch>
          </a:blipFill>
        </p:spPr>
      </p:sp>
      <p:sp>
        <p:nvSpPr>
          <p:cNvPr id="17" name="{{topic}}">
            <a:extLst xmlns:a="http://schemas.openxmlformats.org/drawingml/2006/main">
              <a:ext uri="{FF2B5EF4-FFF2-40B4-BE49-F238E27FC236}">
                <a16:creationId xmlns:a16="http://schemas.microsoft.com/office/drawing/2014/main" id="{1209EA35-1707-44B4-B2C8-27D65B2C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17520"/>
            <a:ext cx="9692640" cy="3840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Orelega One"/>
                <a:ea typeface="Orelega One"/>
                <a:cs typeface="Orelega One"/>
              </a:defRPr>
            </a:pPr>
            <a:r>
              <a:rPr sz="7200" b="1">
                <a:solidFill>
                  <a:srgbClr val="FFFFFF"/>
                </a:solidFill>
                <a:latin typeface="Orelega One"/>
                <a:ea typeface="Orelega One"/>
                <a:cs typeface="Orelega One"/>
              </a:rPr>
              <a:t>{{topic}}</a:t>
            </a:r>
          </a:p>
        </p:txBody>
      </p:sp>
      <p:sp>
        <p:nvSpPr>
          <p:cNvPr id="18" name="{{muallif}}">
            <a:extLst xmlns:a="http://schemas.openxmlformats.org/drawingml/2006/main">
              <a:ext uri="{FF2B5EF4-FFF2-40B4-BE49-F238E27FC236}">
                <a16:creationId xmlns:a16="http://schemas.microsoft.com/office/drawing/2014/main" id="{1828282B-7823-486F-BC2C-0E74A750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772400"/>
            <a:ext cx="731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8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{{muallif}}</a:t>
            </a:r>
          </a:p>
        </p:txBody>
      </p:sp>
      <p:sp>
        <p:nvSpPr>
          <p:cNvPr id="19" name="static_01 / 20">
            <a:extLst xmlns:a="http://schemas.openxmlformats.org/drawingml/2006/main">
              <a:ext uri="{FF2B5EF4-FFF2-40B4-BE49-F238E27FC236}">
                <a16:creationId xmlns:a16="http://schemas.microsoft.com/office/drawing/2014/main" id="{AC84F092-2338-4F4D-8596-F90ABF52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4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01 / 20</a:t>
            </a:r>
          </a:p>
        </p:txBody>
      </p:sp>
    </p:spTree>
    <p:extLst>
      <p:ext uri="{BB962C8B-B14F-4D97-AF65-F5344CB8AC3E}">
        <p14:creationId xmlns:p14="http://schemas.microsoft.com/office/powerpoint/2010/main" val="19701459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3E4A0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{{image_2}}" descr="{{image_2}}">
            <a:extLst xmlns:a="http://schemas.openxmlformats.org/drawingml/2006/main">
              <a:ext uri="{FF2B5EF4-FFF2-40B4-BE49-F238E27FC236}">
                <a16:creationId xmlns:a16="http://schemas.microsoft.com/office/drawing/2014/main" id="{2E1A9E3C-F1DC-4380-805B-1E251469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30977" y="858445"/>
            <a:ext cx="3702562" cy="2142858"/>
          </a:xfrm>
          <a:custGeom xmlns:a="http://schemas.openxmlformats.org/drawingml/2006/main">
            <a:rect l="l" t="t" r="r" b="b"/>
            <a:pathLst>
              <a:path w="3702562" h="2142858">
                <a:moveTo>
                  <a:pt x="0" y="0"/>
                </a:moveTo>
                <a:lnTo>
                  <a:pt x="3702562" y="0"/>
                </a:lnTo>
                <a:lnTo>
                  <a:pt x="3702562" y="2142858"/>
                </a:lnTo>
                <a:lnTo>
                  <a:pt x="0" y="214285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857b8fdb9784fb6">
              <a:alphaModFix amt="42000"/>
            </a:blip>
            <a:stretch>
              <a:fillRect l="0" t="0" r="0" b="0"/>
            </a:stretch>
          </a:blipFill>
        </p:spPr>
      </p:sp>
      <p:sp>
        <p:nvSpPr>
          <p:cNvPr id="3" name="{{reja}}">
            <a:extLst xmlns:a="http://schemas.openxmlformats.org/drawingml/2006/main">
              <a:ext uri="{FF2B5EF4-FFF2-40B4-BE49-F238E27FC236}">
                <a16:creationId xmlns:a16="http://schemas.microsoft.com/office/drawing/2014/main" id="{9749E765-2029-4A11-9E4D-230698AB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097280"/>
            <a:ext cx="14630400" cy="155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FFFFFF"/>
                </a:solidFill>
                <a:latin typeface="Orelega One"/>
                <a:ea typeface="Orelega One"/>
                <a:cs typeface="Orelega One"/>
              </a:defRPr>
            </a:pPr>
            <a:r>
              <a:rPr sz="6000" b="1">
                <a:solidFill>
                  <a:srgbClr val="FFFFFF"/>
                </a:solidFill>
                <a:latin typeface="Orelega One"/>
                <a:ea typeface="Orelega One"/>
                <a:cs typeface="Orelega One"/>
              </a:rPr>
              <a:t>{{reja}}</a:t>
            </a:r>
          </a:p>
        </p:txBody>
      </p:sp>
      <p:sp>
        <p:nvSpPr>
          <p:cNvPr id="4" name="static_01">
            <a:extLst xmlns:a="http://schemas.openxmlformats.org/drawingml/2006/main">
              <a:ext uri="{FF2B5EF4-FFF2-40B4-BE49-F238E27FC236}">
                <a16:creationId xmlns:a16="http://schemas.microsoft.com/office/drawing/2014/main" id="{7958D8D9-109F-46B5-B26F-6915FD1A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91840"/>
            <a:ext cx="10972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A8BB43"/>
                </a:solidFill>
                <a:latin typeface="Orelega One"/>
                <a:ea typeface="Orelega One"/>
                <a:cs typeface="Orelega One"/>
              </a:defRPr>
            </a:pPr>
            <a:r>
              <a:rPr sz="3000" b="1">
                <a:solidFill>
                  <a:srgbClr val="A8BB43"/>
                </a:solidFill>
                <a:latin typeface="Orelega One"/>
                <a:ea typeface="Orelega One"/>
                <a:cs typeface="Orelega One"/>
              </a:rPr>
              <a:t>01</a:t>
            </a:r>
          </a:p>
        </p:txBody>
      </p:sp>
      <p:sp>
        <p:nvSpPr>
          <p:cNvPr id="5" name="{{reja_1}}">
            <a:extLst xmlns:a="http://schemas.openxmlformats.org/drawingml/2006/main">
              <a:ext uri="{FF2B5EF4-FFF2-40B4-BE49-F238E27FC236}">
                <a16:creationId xmlns:a16="http://schemas.microsoft.com/office/drawing/2014/main" id="{ABFC0006-279C-4918-BB77-A7EB958A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9184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34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{{reja_1}}</a:t>
            </a:r>
          </a:p>
        </p:txBody>
      </p:sp>
      <p:sp>
        <p:nvSpPr>
          <p:cNvPr id="6" name="static_02">
            <a:extLst xmlns:a="http://schemas.openxmlformats.org/drawingml/2006/main">
              <a:ext uri="{FF2B5EF4-FFF2-40B4-BE49-F238E27FC236}">
                <a16:creationId xmlns:a16="http://schemas.microsoft.com/office/drawing/2014/main" id="{EA914ECD-148B-4C6A-B122-7625E4B4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99432"/>
            <a:ext cx="10972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A8BB43"/>
                </a:solidFill>
                <a:latin typeface="Orelega One"/>
                <a:ea typeface="Orelega One"/>
                <a:cs typeface="Orelega One"/>
              </a:defRPr>
            </a:pPr>
            <a:r>
              <a:rPr sz="3000" b="1">
                <a:solidFill>
                  <a:srgbClr val="A8BB43"/>
                </a:solidFill>
                <a:latin typeface="Orelega One"/>
                <a:ea typeface="Orelega One"/>
                <a:cs typeface="Orelega One"/>
              </a:rPr>
              <a:t>02</a:t>
            </a:r>
          </a:p>
        </p:txBody>
      </p:sp>
      <p:sp>
        <p:nvSpPr>
          <p:cNvPr id="7" name="{{reja_2}}">
            <a:extLst xmlns:a="http://schemas.openxmlformats.org/drawingml/2006/main">
              <a:ext uri="{FF2B5EF4-FFF2-40B4-BE49-F238E27FC236}">
                <a16:creationId xmlns:a16="http://schemas.microsoft.com/office/drawing/2014/main" id="{2C4FD22D-5ECF-46EB-917A-72DE289D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99432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34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{{reja_2}}</a:t>
            </a:r>
          </a:p>
        </p:txBody>
      </p:sp>
      <p:sp>
        <p:nvSpPr>
          <p:cNvPr id="8" name="static_03">
            <a:extLst xmlns:a="http://schemas.openxmlformats.org/drawingml/2006/main">
              <a:ext uri="{FF2B5EF4-FFF2-40B4-BE49-F238E27FC236}">
                <a16:creationId xmlns:a16="http://schemas.microsoft.com/office/drawing/2014/main" id="{655A8119-4B4C-4398-A371-76BC9057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907024"/>
            <a:ext cx="10972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A8BB43"/>
                </a:solidFill>
                <a:latin typeface="Orelega One"/>
                <a:ea typeface="Orelega One"/>
                <a:cs typeface="Orelega One"/>
              </a:defRPr>
            </a:pPr>
            <a:r>
              <a:rPr sz="3000" b="1">
                <a:solidFill>
                  <a:srgbClr val="A8BB43"/>
                </a:solidFill>
                <a:latin typeface="Orelega One"/>
                <a:ea typeface="Orelega One"/>
                <a:cs typeface="Orelega One"/>
              </a:rPr>
              <a:t>03</a:t>
            </a:r>
          </a:p>
        </p:txBody>
      </p:sp>
      <p:sp>
        <p:nvSpPr>
          <p:cNvPr id="9" name="{{reja_3}}">
            <a:extLst xmlns:a="http://schemas.openxmlformats.org/drawingml/2006/main">
              <a:ext uri="{FF2B5EF4-FFF2-40B4-BE49-F238E27FC236}">
                <a16:creationId xmlns:a16="http://schemas.microsoft.com/office/drawing/2014/main" id="{C091F2AA-8906-4AC6-8FE2-FF201359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907024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34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{{reja_3}}</a:t>
            </a:r>
          </a:p>
        </p:txBody>
      </p:sp>
      <p:sp>
        <p:nvSpPr>
          <p:cNvPr id="10" name="static_04">
            <a:extLst xmlns:a="http://schemas.openxmlformats.org/drawingml/2006/main">
              <a:ext uri="{FF2B5EF4-FFF2-40B4-BE49-F238E27FC236}">
                <a16:creationId xmlns:a16="http://schemas.microsoft.com/office/drawing/2014/main" id="{1222A772-B60A-4353-ACD3-45B009C8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7214616"/>
            <a:ext cx="10972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A8BB43"/>
                </a:solidFill>
                <a:latin typeface="Orelega One"/>
                <a:ea typeface="Orelega One"/>
                <a:cs typeface="Orelega One"/>
              </a:defRPr>
            </a:pPr>
            <a:r>
              <a:rPr sz="3000" b="1">
                <a:solidFill>
                  <a:srgbClr val="A8BB43"/>
                </a:solidFill>
                <a:latin typeface="Orelega One"/>
                <a:ea typeface="Orelega One"/>
                <a:cs typeface="Orelega One"/>
              </a:rPr>
              <a:t>04</a:t>
            </a:r>
          </a:p>
        </p:txBody>
      </p:sp>
      <p:sp>
        <p:nvSpPr>
          <p:cNvPr id="11" name="{{reja_4}}">
            <a:extLst xmlns:a="http://schemas.openxmlformats.org/drawingml/2006/main">
              <a:ext uri="{FF2B5EF4-FFF2-40B4-BE49-F238E27FC236}">
                <a16:creationId xmlns:a16="http://schemas.microsoft.com/office/drawing/2014/main" id="{0FEA57BB-6F40-4EEA-8485-202C0733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214616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34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{{reja_4}}</a:t>
            </a:r>
          </a:p>
        </p:txBody>
      </p:sp>
      <p:sp>
        <p:nvSpPr>
          <p:cNvPr id="12" name="static_02 / 20">
            <a:extLst xmlns:a="http://schemas.openxmlformats.org/drawingml/2006/main">
              <a:ext uri="{FF2B5EF4-FFF2-40B4-BE49-F238E27FC236}">
                <a16:creationId xmlns:a16="http://schemas.microsoft.com/office/drawing/2014/main" id="{7F9CA34D-219F-42BE-B296-ED5874DC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4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02 / 20</a:t>
            </a:r>
          </a:p>
        </p:txBody>
      </p:sp>
    </p:spTree>
    <p:extLst>
      <p:ext uri="{BB962C8B-B14F-4D97-AF65-F5344CB8AC3E}">
        <p14:creationId xmlns:p14="http://schemas.microsoft.com/office/powerpoint/2010/main" val="20976228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3E4A0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2E1A9E3C-F1DC-4380-805B-1E251469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30977" y="858445"/>
            <a:ext cx="3702562" cy="2142858"/>
          </a:xfrm>
          <a:custGeom xmlns:a="http://schemas.openxmlformats.org/drawingml/2006/main">
            <a:rect l="l" t="t" r="r" b="b"/>
            <a:pathLst>
              <a:path w="3702562" h="2142858">
                <a:moveTo>
                  <a:pt x="0" y="0"/>
                </a:moveTo>
                <a:lnTo>
                  <a:pt x="3702562" y="0"/>
                </a:lnTo>
                <a:lnTo>
                  <a:pt x="3702562" y="2142858"/>
                </a:lnTo>
                <a:lnTo>
                  <a:pt x="0" y="214285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e267b2c17ad4709">
              <a:alphaModFix amt="42000"/>
            </a:blip>
            <a:stretch>
              <a:fillRect l="0" t="0" r="0" b="0"/>
            </a:stretch>
          </a:blipFill>
        </p:spPr>
      </p:sp>
      <p:sp>
        <p:nvSpPr>
          <p:cNvPr id="3" name="{{kirish}}">
            <a:extLst xmlns:a="http://schemas.openxmlformats.org/drawingml/2006/main">
              <a:ext uri="{FF2B5EF4-FFF2-40B4-BE49-F238E27FC236}">
                <a16:creationId xmlns:a16="http://schemas.microsoft.com/office/drawing/2014/main" id="{9ECBD9D6-4A5A-4E8C-BB03-C3681C6A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1554480"/>
            <a:ext cx="1335024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FFFFFF"/>
                </a:solidFill>
                <a:latin typeface="Orelega One"/>
                <a:ea typeface="Orelega One"/>
                <a:cs typeface="Orelega One"/>
              </a:defRPr>
            </a:pPr>
            <a:r>
              <a:rPr sz="6000" b="1">
                <a:solidFill>
                  <a:srgbClr val="FFFFFF"/>
                </a:solidFill>
                <a:latin typeface="Orelega One"/>
                <a:ea typeface="Orelega One"/>
                <a:cs typeface="Orelega One"/>
              </a:rPr>
              <a:t>{{kirish}}</a:t>
            </a:r>
          </a:p>
        </p:txBody>
      </p:sp>
      <p:sp>
        <p:nvSpPr>
          <p:cNvPr id="4" name="{{fraza}}">
            <a:extLst xmlns:a="http://schemas.openxmlformats.org/drawingml/2006/main">
              <a:ext uri="{FF2B5EF4-FFF2-40B4-BE49-F238E27FC236}">
                <a16:creationId xmlns:a16="http://schemas.microsoft.com/office/drawing/2014/main" id="{E3E31663-1F23-4E70-9733-EFE93337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57600"/>
            <a:ext cx="12344400" cy="3931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40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{{fraza}}</a:t>
            </a:r>
          </a:p>
        </p:txBody>
      </p:sp>
      <p:sp>
        <p:nvSpPr>
          <p:cNvPr id="5" name="static_03 / 20">
            <a:extLst xmlns:a="http://schemas.openxmlformats.org/drawingml/2006/main">
              <a:ext uri="{FF2B5EF4-FFF2-40B4-BE49-F238E27FC236}">
                <a16:creationId xmlns:a16="http://schemas.microsoft.com/office/drawing/2014/main" id="{6E687806-8EC9-4D3A-9EBD-E6B2306E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4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03 / 20</a:t>
            </a:r>
          </a:p>
        </p:txBody>
      </p:sp>
    </p:spTree>
    <p:extLst>
      <p:ext uri="{BB962C8B-B14F-4D97-AF65-F5344CB8AC3E}">
        <p14:creationId xmlns:p14="http://schemas.microsoft.com/office/powerpoint/2010/main" val="20976228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3E4A0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D3AD1EF1-9E8F-4D38-9A62-8AD8EE2E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4841242" y="4211796"/>
            <a:ext cx="11446918" cy="9407285"/>
          </a:xfrm>
          <a:custGeom xmlns:a="http://schemas.openxmlformats.org/drawingml/2006/main">
            <a:rect l="l" t="t" r="r" b="b"/>
            <a:pathLst>
              <a:path w="11446918" h="9407285">
                <a:moveTo>
                  <a:pt x="11446918" y="0"/>
                </a:moveTo>
                <a:lnTo>
                  <a:pt x="0" y="0"/>
                </a:lnTo>
                <a:lnTo>
                  <a:pt x="0" y="9407286"/>
                </a:lnTo>
                <a:lnTo>
                  <a:pt x="11446918" y="9407286"/>
                </a:lnTo>
                <a:lnTo>
                  <a:pt x="11446918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a58debef40d4262">
              <a:alphaModFix amt="36000"/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109FF98D-1818-4574-81CC-4B8964EA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47930" y="2626416"/>
            <a:ext cx="11253228" cy="1125322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607428">
                  <a:alpha val="100000"/>
                </a:srgbClr>
              </a:gs>
              <a:gs pos="100000">
                <a:srgbClr val="20280B">
                  <a:alpha val="100000"/>
                </a:srgbClr>
              </a:gs>
            </a:gsLst>
            <a:path path="circle">
              <a:fillToRect l="0" t="0" r="100000" b="100000"/>
            </a:path>
            <a:tileRect l="-100000" t="-100000" r="0" b="0"/>
          </a:grad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7E6C24C1-6F7F-44D8-B6B9-7AD66C40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02920" y="3153911"/>
            <a:ext cx="9143247" cy="96707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7" name="{{image_8}}" descr="{{image_8}}">
            <a:extLst xmlns:a="http://schemas.openxmlformats.org/drawingml/2006/main">
              <a:ext uri="{FF2B5EF4-FFF2-40B4-BE49-F238E27FC236}">
                <a16:creationId xmlns:a16="http://schemas.microsoft.com/office/drawing/2014/main" id="{4E6F2FCC-3C73-4793-AFEB-CAEA190C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63875" y="3176410"/>
            <a:ext cx="9836331" cy="9836331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f27713161d140d1"/>
            <a:stretch>
              <a:fillRect l="-14164" t="-19543" r="0" b="-23162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110F3739-72CD-4A59-8BE7-BEE3DF96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76488" y="-295603"/>
            <a:ext cx="4576427" cy="2648607"/>
          </a:xfrm>
          <a:custGeom xmlns:a="http://schemas.openxmlformats.org/drawingml/2006/main">
            <a:rect l="l" t="t" r="r" b="b"/>
            <a:pathLst>
              <a:path w="4576427" h="2648607">
                <a:moveTo>
                  <a:pt x="0" y="0"/>
                </a:moveTo>
                <a:lnTo>
                  <a:pt x="4576426" y="0"/>
                </a:lnTo>
                <a:lnTo>
                  <a:pt x="4576426" y="2648606"/>
                </a:lnTo>
                <a:lnTo>
                  <a:pt x="0" y="26486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de72722b5dd4bbb">
              <a:alphaModFix amt="18000"/>
            </a:blip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80913176-25D3-4C1D-AD2B-96E6226A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83782" y="4524341"/>
            <a:ext cx="4576427" cy="2648607"/>
          </a:xfrm>
          <a:custGeom xmlns:a="http://schemas.openxmlformats.org/drawingml/2006/main">
            <a:rect l="l" t="t" r="r" b="b"/>
            <a:pathLst>
              <a:path w="4576427" h="2648607">
                <a:moveTo>
                  <a:pt x="0" y="0"/>
                </a:moveTo>
                <a:lnTo>
                  <a:pt x="4576427" y="0"/>
                </a:lnTo>
                <a:lnTo>
                  <a:pt x="4576427" y="2648607"/>
                </a:lnTo>
                <a:lnTo>
                  <a:pt x="0" y="264860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de72722b5dd4bbb">
              <a:alphaModFix amt="18000"/>
            </a:blip>
            <a:stretch>
              <a:fillRect l="0" t="0" r="0" b="0"/>
            </a:stretch>
          </a:blipFill>
        </p:spPr>
      </p:sp>
      <p:sp>
        <p:nvSpPr>
          <p:cNvPr id="10" name="{{kirish}}">
            <a:extLst xmlns:a="http://schemas.openxmlformats.org/drawingml/2006/main">
              <a:ext uri="{FF2B5EF4-FFF2-40B4-BE49-F238E27FC236}">
                <a16:creationId xmlns:a16="http://schemas.microsoft.com/office/drawing/2014/main" id="{71EB86BC-5064-42A0-9F2A-7EFBEC6B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280160"/>
            <a:ext cx="8138160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FFFFFF"/>
                </a:solidFill>
                <a:latin typeface="Orelega One"/>
                <a:ea typeface="Orelega One"/>
                <a:cs typeface="Orelega One"/>
              </a:defRPr>
            </a:pPr>
            <a:r>
              <a:rPr sz="5000" b="1">
                <a:solidFill>
                  <a:srgbClr val="FFFFFF"/>
                </a:solidFill>
                <a:latin typeface="Orelega One"/>
                <a:ea typeface="Orelega One"/>
                <a:cs typeface="Orelega One"/>
              </a:rPr>
              <a:t>{{kirish}}</a:t>
            </a:r>
          </a:p>
        </p:txBody>
      </p:sp>
      <p:sp>
        <p:nvSpPr>
          <p:cNvPr id="11" name="{{kirish_matni}}">
            <a:extLst xmlns:a="http://schemas.openxmlformats.org/drawingml/2006/main">
              <a:ext uri="{FF2B5EF4-FFF2-40B4-BE49-F238E27FC236}">
                <a16:creationId xmlns:a16="http://schemas.microsoft.com/office/drawing/2014/main" id="{45EF77A7-E988-4CBE-A8C9-469A8D70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977640"/>
            <a:ext cx="7772400" cy="5166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7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{{kirish_matni}}</a:t>
            </a:r>
          </a:p>
        </p:txBody>
      </p:sp>
      <p:sp>
        <p:nvSpPr>
          <p:cNvPr id="12" name="static_04 / 20">
            <a:extLst xmlns:a="http://schemas.openxmlformats.org/drawingml/2006/main">
              <a:ext uri="{FF2B5EF4-FFF2-40B4-BE49-F238E27FC236}">
                <a16:creationId xmlns:a16="http://schemas.microsoft.com/office/drawing/2014/main" id="{A302DF90-7190-43A2-8AC6-9995C54B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4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04 / 20</a:t>
            </a:r>
          </a:p>
        </p:txBody>
      </p:sp>
    </p:spTree>
    <p:extLst>
      <p:ext uri="{BB962C8B-B14F-4D97-AF65-F5344CB8AC3E}">
        <p14:creationId xmlns:p14="http://schemas.microsoft.com/office/powerpoint/2010/main" val="20713978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3E4A0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4DEED0F1-7918-4CC1-BDFA-07787C03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57372" y="-685493"/>
            <a:ext cx="5923776" cy="3428386"/>
          </a:xfrm>
          <a:custGeom xmlns:a="http://schemas.openxmlformats.org/drawingml/2006/main">
            <a:rect l="l" t="t" r="r" b="b"/>
            <a:pathLst>
              <a:path w="5923776" h="3428386">
                <a:moveTo>
                  <a:pt x="0" y="0"/>
                </a:moveTo>
                <a:lnTo>
                  <a:pt x="5923776" y="0"/>
                </a:lnTo>
                <a:lnTo>
                  <a:pt x="5923776" y="3428386"/>
                </a:lnTo>
                <a:lnTo>
                  <a:pt x="0" y="342838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e93ef5ef4e4270">
              <a:alphaModFix amt="18000"/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7381905-FF4B-48AC-B6C3-CF3342C2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3595" y="438692"/>
            <a:ext cx="5923776" cy="3428386"/>
          </a:xfrm>
          <a:custGeom xmlns:a="http://schemas.openxmlformats.org/drawingml/2006/main">
            <a:rect l="l" t="t" r="r" b="b"/>
            <a:pathLst>
              <a:path w="5923776" h="3428386">
                <a:moveTo>
                  <a:pt x="0" y="0"/>
                </a:moveTo>
                <a:lnTo>
                  <a:pt x="5923777" y="0"/>
                </a:lnTo>
                <a:lnTo>
                  <a:pt x="5923777" y="3428386"/>
                </a:lnTo>
                <a:lnTo>
                  <a:pt x="0" y="342838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e93ef5ef4e4270">
              <a:alphaModFix amt="18000"/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AB19DE5-0AA7-4EF7-A668-14362182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0356947" y="4556995"/>
            <a:ext cx="11446918" cy="9407285"/>
          </a:xfrm>
          <a:custGeom xmlns:a="http://schemas.openxmlformats.org/drawingml/2006/main">
            <a:rect l="l" t="t" r="r" b="b"/>
            <a:pathLst>
              <a:path w="11446918" h="9407285">
                <a:moveTo>
                  <a:pt x="11446918" y="0"/>
                </a:moveTo>
                <a:lnTo>
                  <a:pt x="0" y="0"/>
                </a:lnTo>
                <a:lnTo>
                  <a:pt x="0" y="9407285"/>
                </a:lnTo>
                <a:lnTo>
                  <a:pt x="11446918" y="9407285"/>
                </a:lnTo>
                <a:lnTo>
                  <a:pt x="11446918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968e85b658f4308">
              <a:alphaModFix amt="36000"/>
            </a:blip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2A22DDBF-06ED-4E42-8F8B-B1DC0D3E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1028700"/>
            <a:ext cx="3808795" cy="3808795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607428">
                  <a:alpha val="100000"/>
                </a:srgbClr>
              </a:gs>
              <a:gs pos="100000">
                <a:srgbClr val="20280B">
                  <a:alpha val="100000"/>
                </a:srgbClr>
              </a:gs>
            </a:gsLst>
            <a:path path="circle">
              <a:fillToRect l="0" t="0" r="100000" b="100000"/>
            </a:path>
            <a:tileRect l="-100000" t="-100000" r="0" b="0"/>
          </a:gra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F10459A8-D182-4325-A622-D9FC9643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5774" y="1207237"/>
            <a:ext cx="3094646" cy="32731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CD0904F3-C849-458D-86AA-5FE56EB4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5181031"/>
            <a:ext cx="3808795" cy="3808795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607428">
                  <a:alpha val="100000"/>
                </a:srgbClr>
              </a:gs>
              <a:gs pos="100000">
                <a:srgbClr val="20280B">
                  <a:alpha val="100000"/>
                </a:srgbClr>
              </a:gs>
            </a:gsLst>
            <a:path path="circle">
              <a:fillToRect l="0" t="0" r="100000" b="100000"/>
            </a:path>
            <a:tileRect l="-100000" t="-100000" r="0" b="0"/>
          </a:gra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8A50B858-A5D4-431F-AEDD-A080CDFA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5774" y="5359568"/>
            <a:ext cx="3094646" cy="32731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F3B4ED3E-CC7D-4736-A319-2CD26309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4109" y="1028700"/>
            <a:ext cx="3808795" cy="3808795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607428">
                  <a:alpha val="100000"/>
                </a:srgbClr>
              </a:gs>
              <a:gs pos="100000">
                <a:srgbClr val="20280B">
                  <a:alpha val="100000"/>
                </a:srgbClr>
              </a:gs>
            </a:gsLst>
            <a:path path="circle">
              <a:fillToRect l="0" t="0" r="100000" b="100000"/>
            </a:path>
            <a:tileRect l="-100000" t="-100000" r="0" b="0"/>
          </a:grad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B3DD69F0-CA1A-4D69-A3B2-D7DF3A59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1183" y="1207237"/>
            <a:ext cx="3094646" cy="32731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91E5B847-D54E-4DD0-9B36-3DC2A2CC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4109" y="5181031"/>
            <a:ext cx="3808795" cy="3808795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607428">
                  <a:alpha val="100000"/>
                </a:srgbClr>
              </a:gs>
              <a:gs pos="100000">
                <a:srgbClr val="20280B">
                  <a:alpha val="100000"/>
                </a:srgbClr>
              </a:gs>
            </a:gsLst>
            <a:path path="circle">
              <a:fillToRect l="0" t="0" r="100000" b="100000"/>
            </a:path>
            <a:tileRect l="-100000" t="-100000" r="0" b="0"/>
          </a:grad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4617568C-EED6-4EF4-91EC-543D3F5A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1183" y="5359568"/>
            <a:ext cx="3094646" cy="32731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18" name="{{image_3}}" descr="{{image_3}}">
            <a:extLst xmlns:a="http://schemas.openxmlformats.org/drawingml/2006/main">
              <a:ext uri="{FF2B5EF4-FFF2-40B4-BE49-F238E27FC236}">
                <a16:creationId xmlns:a16="http://schemas.microsoft.com/office/drawing/2014/main" id="{C486A01E-9101-4491-B495-B964D26F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2184" y="1128609"/>
            <a:ext cx="3541828" cy="354182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eaa10128ee34000"/>
            <a:stretch>
              <a:fillRect l="-24931" t="0" r="-24931" b="0"/>
            </a:stretch>
          </a:blipFill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1486EF53-71C2-4F99-92B4-CF45F829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2184" y="5280940"/>
            <a:ext cx="3541828" cy="354182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704fa4dd02b438b"/>
            <a:stretch>
              <a:fillRect l="0" t="-24931" r="0" b="-24931"/>
            </a:stretch>
          </a:blipFill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6ABF0FB4-22DC-46F2-97AD-17538455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7593" y="1128609"/>
            <a:ext cx="3541828" cy="354182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861ffe5c7fc4f55"/>
            <a:stretch>
              <a:fillRect l="-3780" t="0" r="-46083" b="0"/>
            </a:stretch>
          </a:blipFill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B7CB9581-CBE4-4393-8994-19BF2872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7593" y="5280940"/>
            <a:ext cx="3541828" cy="354182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99489652bd64529"/>
            <a:stretch>
              <a:fillRect l="-25046" t="0" r="-25046" b="0"/>
            </a:stretch>
          </a:blipFill>
        </p:spPr>
      </p:sp>
      <p:sp>
        <p:nvSpPr>
          <p:cNvPr id="25" name="{{fakt_1}}">
            <a:extLst xmlns:a="http://schemas.openxmlformats.org/drawingml/2006/main">
              <a:ext uri="{FF2B5EF4-FFF2-40B4-BE49-F238E27FC236}">
                <a16:creationId xmlns:a16="http://schemas.microsoft.com/office/drawing/2014/main" id="{495E399B-D4C5-4394-BACB-78D33E18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1737360"/>
            <a:ext cx="7315200" cy="192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FFFFFF"/>
                </a:solidFill>
                <a:latin typeface="Orelega One"/>
                <a:ea typeface="Orelega One"/>
                <a:cs typeface="Orelega One"/>
              </a:defRPr>
            </a:pPr>
            <a:r>
              <a:rPr sz="5000" b="1">
                <a:solidFill>
                  <a:srgbClr val="FFFFFF"/>
                </a:solidFill>
                <a:latin typeface="Orelega One"/>
                <a:ea typeface="Orelega One"/>
                <a:cs typeface="Orelega One"/>
              </a:rPr>
              <a:t>{{fakt_1}}</a:t>
            </a:r>
          </a:p>
        </p:txBody>
      </p:sp>
      <p:sp>
        <p:nvSpPr>
          <p:cNvPr id="26" name="{{fakt_1_asosi}}">
            <a:extLst xmlns:a="http://schemas.openxmlformats.org/drawingml/2006/main">
              <a:ext uri="{FF2B5EF4-FFF2-40B4-BE49-F238E27FC236}">
                <a16:creationId xmlns:a16="http://schemas.microsoft.com/office/drawing/2014/main" id="{3B67AF59-2628-47CD-BDC2-BE45B317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160520"/>
            <a:ext cx="7315200" cy="47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7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{{fakt_1_asosi}}</a:t>
            </a:r>
          </a:p>
        </p:txBody>
      </p:sp>
      <p:sp>
        <p:nvSpPr>
          <p:cNvPr id="27" name="static_05 / 20">
            <a:extLst xmlns:a="http://schemas.openxmlformats.org/drawingml/2006/main">
              <a:ext uri="{FF2B5EF4-FFF2-40B4-BE49-F238E27FC236}">
                <a16:creationId xmlns:a16="http://schemas.microsoft.com/office/drawing/2014/main" id="{5C7F4A5D-6677-42DB-BAD5-EB8D4E3F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4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05 / 20</a:t>
            </a:r>
          </a:p>
        </p:txBody>
      </p:sp>
    </p:spTree>
    <p:extLst>
      <p:ext uri="{BB962C8B-B14F-4D97-AF65-F5344CB8AC3E}">
        <p14:creationId xmlns:p14="http://schemas.microsoft.com/office/powerpoint/2010/main" val="1184513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3E4A0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2D2DEB51-CAC0-44BE-87E8-0E90F999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43493" y="-503500"/>
            <a:ext cx="4576427" cy="2648607"/>
          </a:xfrm>
          <a:custGeom xmlns:a="http://schemas.openxmlformats.org/drawingml/2006/main">
            <a:rect l="l" t="t" r="r" b="b"/>
            <a:pathLst>
              <a:path w="4576427" h="2648607">
                <a:moveTo>
                  <a:pt x="0" y="0"/>
                </a:moveTo>
                <a:lnTo>
                  <a:pt x="4576426" y="0"/>
                </a:lnTo>
                <a:lnTo>
                  <a:pt x="4576426" y="2648607"/>
                </a:lnTo>
                <a:lnTo>
                  <a:pt x="0" y="264860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aede9ccb024f70">
              <a:alphaModFix amt="18000"/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BE8D9F13-CA8B-4199-B6F4-3CF3E086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0847868" y="-1251818"/>
            <a:ext cx="11446918" cy="9407285"/>
          </a:xfrm>
          <a:custGeom xmlns:a="http://schemas.openxmlformats.org/drawingml/2006/main">
            <a:rect l="l" t="t" r="r" b="b"/>
            <a:pathLst>
              <a:path w="11446918" h="9407285">
                <a:moveTo>
                  <a:pt x="11446918" y="0"/>
                </a:moveTo>
                <a:lnTo>
                  <a:pt x="0" y="0"/>
                </a:lnTo>
                <a:lnTo>
                  <a:pt x="0" y="9407285"/>
                </a:lnTo>
                <a:lnTo>
                  <a:pt x="11446918" y="9407285"/>
                </a:lnTo>
                <a:lnTo>
                  <a:pt x="11446918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dfa62766fda4f5e">
              <a:alphaModFix amt="36000"/>
            </a:blip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4FEFCD09-7F48-4B52-A3AF-959A2311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31706" y="3542251"/>
            <a:ext cx="9226432" cy="9226432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607428">
                  <a:alpha val="100000"/>
                </a:srgbClr>
              </a:gs>
              <a:gs pos="100000">
                <a:srgbClr val="20280B">
                  <a:alpha val="100000"/>
                </a:srgbClr>
              </a:gs>
            </a:gsLst>
            <a:path path="circle">
              <a:fillToRect l="0" t="0" r="100000" b="100000"/>
            </a:path>
            <a:tileRect l="-100000" t="-100000" r="0" b="0"/>
          </a:gra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A4D0B28B-177F-47B5-9708-DDFB260C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96684" y="3974740"/>
            <a:ext cx="7496476" cy="79289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8" name="{{image_9}}" descr="{{image_9}}">
            <a:extLst xmlns:a="http://schemas.openxmlformats.org/drawingml/2006/main">
              <a:ext uri="{FF2B5EF4-FFF2-40B4-BE49-F238E27FC236}">
                <a16:creationId xmlns:a16="http://schemas.microsoft.com/office/drawing/2014/main" id="{B53725A0-D727-443C-95A9-DCFD0A21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55058" y="3784272"/>
            <a:ext cx="8579728" cy="857972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c796ce6adfa4f38"/>
            <a:stretch>
              <a:fillRect l="-25471" t="0" r="-25471" b="0"/>
            </a:stretch>
          </a:blipFill>
        </p:spPr>
      </p:sp>
      <p:sp>
        <p:nvSpPr>
          <p:cNvPr id="9" name="{{fakt_2}}">
            <a:extLst xmlns:a="http://schemas.openxmlformats.org/drawingml/2006/main">
              <a:ext uri="{FF2B5EF4-FFF2-40B4-BE49-F238E27FC236}">
                <a16:creationId xmlns:a16="http://schemas.microsoft.com/office/drawing/2014/main" id="{77D7544C-0704-4F5C-8517-E79D6F05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280160"/>
            <a:ext cx="8138160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FFFFFF"/>
                </a:solidFill>
                <a:latin typeface="Orelega One"/>
                <a:ea typeface="Orelega One"/>
                <a:cs typeface="Orelega One"/>
              </a:defRPr>
            </a:pPr>
            <a:r>
              <a:rPr sz="5000" b="1">
                <a:solidFill>
                  <a:srgbClr val="FFFFFF"/>
                </a:solidFill>
                <a:latin typeface="Orelega One"/>
                <a:ea typeface="Orelega One"/>
                <a:cs typeface="Orelega One"/>
              </a:rPr>
              <a:t>{{fakt_2}}</a:t>
            </a:r>
          </a:p>
        </p:txBody>
      </p:sp>
      <p:sp>
        <p:nvSpPr>
          <p:cNvPr id="10" name="{{fakt_2_asosi}}">
            <a:extLst xmlns:a="http://schemas.openxmlformats.org/drawingml/2006/main">
              <a:ext uri="{FF2B5EF4-FFF2-40B4-BE49-F238E27FC236}">
                <a16:creationId xmlns:a16="http://schemas.microsoft.com/office/drawing/2014/main" id="{797E6CBB-1CDD-42DD-B946-657247B7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977640"/>
            <a:ext cx="7772400" cy="5166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7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{{fakt_2_asosi}}</a:t>
            </a:r>
          </a:p>
        </p:txBody>
      </p:sp>
      <p:sp>
        <p:nvSpPr>
          <p:cNvPr id="11" name="static_06 / 20">
            <a:extLst xmlns:a="http://schemas.openxmlformats.org/drawingml/2006/main">
              <a:ext uri="{FF2B5EF4-FFF2-40B4-BE49-F238E27FC236}">
                <a16:creationId xmlns:a16="http://schemas.microsoft.com/office/drawing/2014/main" id="{18F4C441-32F7-47ED-A04A-94CD8086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4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06 / 20</a:t>
            </a:r>
          </a:p>
        </p:txBody>
      </p:sp>
    </p:spTree>
    <p:extLst>
      <p:ext uri="{BB962C8B-B14F-4D97-AF65-F5344CB8AC3E}">
        <p14:creationId xmlns:p14="http://schemas.microsoft.com/office/powerpoint/2010/main" val="10523390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3E4A0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D3AD1EF1-9E8F-4D38-9A62-8AD8EE2E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4841242" y="4211796"/>
            <a:ext cx="11446918" cy="9407285"/>
          </a:xfrm>
          <a:custGeom xmlns:a="http://schemas.openxmlformats.org/drawingml/2006/main">
            <a:rect l="l" t="t" r="r" b="b"/>
            <a:pathLst>
              <a:path w="11446918" h="9407285">
                <a:moveTo>
                  <a:pt x="11446918" y="0"/>
                </a:moveTo>
                <a:lnTo>
                  <a:pt x="0" y="0"/>
                </a:lnTo>
                <a:lnTo>
                  <a:pt x="0" y="9407286"/>
                </a:lnTo>
                <a:lnTo>
                  <a:pt x="11446918" y="9407286"/>
                </a:lnTo>
                <a:lnTo>
                  <a:pt x="11446918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3bf8188225241fc">
              <a:alphaModFix amt="36000"/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109FF98D-1818-4574-81CC-4B8964EA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47930" y="2626416"/>
            <a:ext cx="11253228" cy="1125322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607428">
                  <a:alpha val="100000"/>
                </a:srgbClr>
              </a:gs>
              <a:gs pos="100000">
                <a:srgbClr val="20280B">
                  <a:alpha val="100000"/>
                </a:srgbClr>
              </a:gs>
            </a:gsLst>
            <a:path path="circle">
              <a:fillToRect l="0" t="0" r="100000" b="100000"/>
            </a:path>
            <a:tileRect l="-100000" t="-100000" r="0" b="0"/>
          </a:grad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7E6C24C1-6F7F-44D8-B6B9-7AD66C40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02920" y="3153911"/>
            <a:ext cx="9143247" cy="96707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7" name="{{image_4}}" descr="{{image_4}}">
            <a:extLst xmlns:a="http://schemas.openxmlformats.org/drawingml/2006/main">
              <a:ext uri="{FF2B5EF4-FFF2-40B4-BE49-F238E27FC236}">
                <a16:creationId xmlns:a16="http://schemas.microsoft.com/office/drawing/2014/main" id="{4E6F2FCC-3C73-4793-AFEB-CAEA190C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63875" y="3176410"/>
            <a:ext cx="9836331" cy="9836331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0d349839bb249a0"/>
            <a:stretch>
              <a:fillRect l="-14164" t="-19543" r="0" b="-23162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110F3739-72CD-4A59-8BE7-BEE3DF96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76488" y="-295603"/>
            <a:ext cx="4576427" cy="2648607"/>
          </a:xfrm>
          <a:custGeom xmlns:a="http://schemas.openxmlformats.org/drawingml/2006/main">
            <a:rect l="l" t="t" r="r" b="b"/>
            <a:pathLst>
              <a:path w="4576427" h="2648607">
                <a:moveTo>
                  <a:pt x="0" y="0"/>
                </a:moveTo>
                <a:lnTo>
                  <a:pt x="4576426" y="0"/>
                </a:lnTo>
                <a:lnTo>
                  <a:pt x="4576426" y="2648606"/>
                </a:lnTo>
                <a:lnTo>
                  <a:pt x="0" y="26486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136838a397b4d05">
              <a:alphaModFix amt="18000"/>
            </a:blip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80913176-25D3-4C1D-AD2B-96E6226A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83782" y="4524341"/>
            <a:ext cx="4576427" cy="2648607"/>
          </a:xfrm>
          <a:custGeom xmlns:a="http://schemas.openxmlformats.org/drawingml/2006/main">
            <a:rect l="l" t="t" r="r" b="b"/>
            <a:pathLst>
              <a:path w="4576427" h="2648607">
                <a:moveTo>
                  <a:pt x="0" y="0"/>
                </a:moveTo>
                <a:lnTo>
                  <a:pt x="4576427" y="0"/>
                </a:lnTo>
                <a:lnTo>
                  <a:pt x="4576427" y="2648607"/>
                </a:lnTo>
                <a:lnTo>
                  <a:pt x="0" y="264860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136838a397b4d05">
              <a:alphaModFix amt="18000"/>
            </a:blip>
            <a:stretch>
              <a:fillRect l="0" t="0" r="0" b="0"/>
            </a:stretch>
          </a:blipFill>
        </p:spPr>
      </p:sp>
      <p:sp>
        <p:nvSpPr>
          <p:cNvPr id="10" name="{{fakt_3}}">
            <a:extLst xmlns:a="http://schemas.openxmlformats.org/drawingml/2006/main">
              <a:ext uri="{FF2B5EF4-FFF2-40B4-BE49-F238E27FC236}">
                <a16:creationId xmlns:a16="http://schemas.microsoft.com/office/drawing/2014/main" id="{31D5DCAC-F3F3-4548-8300-42810DEE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280160"/>
            <a:ext cx="8138160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FFFFFF"/>
                </a:solidFill>
                <a:latin typeface="Orelega One"/>
                <a:ea typeface="Orelega One"/>
                <a:cs typeface="Orelega One"/>
              </a:defRPr>
            </a:pPr>
            <a:r>
              <a:rPr sz="5000" b="1">
                <a:solidFill>
                  <a:srgbClr val="FFFFFF"/>
                </a:solidFill>
                <a:latin typeface="Orelega One"/>
                <a:ea typeface="Orelega One"/>
                <a:cs typeface="Orelega One"/>
              </a:rPr>
              <a:t>{{fakt_3}}</a:t>
            </a:r>
          </a:p>
        </p:txBody>
      </p:sp>
      <p:sp>
        <p:nvSpPr>
          <p:cNvPr id="11" name="{{fakt_3_asosi}}">
            <a:extLst xmlns:a="http://schemas.openxmlformats.org/drawingml/2006/main">
              <a:ext uri="{FF2B5EF4-FFF2-40B4-BE49-F238E27FC236}">
                <a16:creationId xmlns:a16="http://schemas.microsoft.com/office/drawing/2014/main" id="{CC5A5B81-6F30-4E98-8489-397D539F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977640"/>
            <a:ext cx="7772400" cy="5166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7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{{fakt_3_asosi}}</a:t>
            </a:r>
          </a:p>
        </p:txBody>
      </p:sp>
      <p:sp>
        <p:nvSpPr>
          <p:cNvPr id="12" name="static_07 / 20">
            <a:extLst xmlns:a="http://schemas.openxmlformats.org/drawingml/2006/main">
              <a:ext uri="{FF2B5EF4-FFF2-40B4-BE49-F238E27FC236}">
                <a16:creationId xmlns:a16="http://schemas.microsoft.com/office/drawing/2014/main" id="{87BF5AC9-406A-4F4D-B525-3397BCE4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4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07 / 20</a:t>
            </a:r>
          </a:p>
        </p:txBody>
      </p:sp>
    </p:spTree>
    <p:extLst>
      <p:ext uri="{BB962C8B-B14F-4D97-AF65-F5344CB8AC3E}">
        <p14:creationId xmlns:p14="http://schemas.microsoft.com/office/powerpoint/2010/main" val="20713978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3E4A0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4DEED0F1-7918-4CC1-BDFA-07787C03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57372" y="-685493"/>
            <a:ext cx="5923776" cy="3428386"/>
          </a:xfrm>
          <a:custGeom xmlns:a="http://schemas.openxmlformats.org/drawingml/2006/main">
            <a:rect l="l" t="t" r="r" b="b"/>
            <a:pathLst>
              <a:path w="5923776" h="3428386">
                <a:moveTo>
                  <a:pt x="0" y="0"/>
                </a:moveTo>
                <a:lnTo>
                  <a:pt x="5923776" y="0"/>
                </a:lnTo>
                <a:lnTo>
                  <a:pt x="5923776" y="3428386"/>
                </a:lnTo>
                <a:lnTo>
                  <a:pt x="0" y="342838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65c29fcb6fc482e">
              <a:alphaModFix amt="18000"/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7381905-FF4B-48AC-B6C3-CF3342C2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3595" y="438692"/>
            <a:ext cx="5923776" cy="3428386"/>
          </a:xfrm>
          <a:custGeom xmlns:a="http://schemas.openxmlformats.org/drawingml/2006/main">
            <a:rect l="l" t="t" r="r" b="b"/>
            <a:pathLst>
              <a:path w="5923776" h="3428386">
                <a:moveTo>
                  <a:pt x="0" y="0"/>
                </a:moveTo>
                <a:lnTo>
                  <a:pt x="5923777" y="0"/>
                </a:lnTo>
                <a:lnTo>
                  <a:pt x="5923777" y="3428386"/>
                </a:lnTo>
                <a:lnTo>
                  <a:pt x="0" y="342838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65c29fcb6fc482e">
              <a:alphaModFix amt="18000"/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AB19DE5-0AA7-4EF7-A668-14362182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0356947" y="4556995"/>
            <a:ext cx="11446918" cy="9407285"/>
          </a:xfrm>
          <a:custGeom xmlns:a="http://schemas.openxmlformats.org/drawingml/2006/main">
            <a:rect l="l" t="t" r="r" b="b"/>
            <a:pathLst>
              <a:path w="11446918" h="9407285">
                <a:moveTo>
                  <a:pt x="11446918" y="0"/>
                </a:moveTo>
                <a:lnTo>
                  <a:pt x="0" y="0"/>
                </a:lnTo>
                <a:lnTo>
                  <a:pt x="0" y="9407285"/>
                </a:lnTo>
                <a:lnTo>
                  <a:pt x="11446918" y="9407285"/>
                </a:lnTo>
                <a:lnTo>
                  <a:pt x="11446918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9c3e170ea244781">
              <a:alphaModFix amt="36000"/>
            </a:blip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2A22DDBF-06ED-4E42-8F8B-B1DC0D3E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1028700"/>
            <a:ext cx="3808795" cy="3808795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607428">
                  <a:alpha val="100000"/>
                </a:srgbClr>
              </a:gs>
              <a:gs pos="100000">
                <a:srgbClr val="20280B">
                  <a:alpha val="100000"/>
                </a:srgbClr>
              </a:gs>
            </a:gsLst>
            <a:path path="circle">
              <a:fillToRect l="0" t="0" r="100000" b="100000"/>
            </a:path>
            <a:tileRect l="-100000" t="-100000" r="0" b="0"/>
          </a:gra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F10459A8-D182-4325-A622-D9FC9643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5774" y="1207237"/>
            <a:ext cx="3094646" cy="32731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CD0904F3-C849-458D-86AA-5FE56EB4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5181031"/>
            <a:ext cx="3808795" cy="3808795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607428">
                  <a:alpha val="100000"/>
                </a:srgbClr>
              </a:gs>
              <a:gs pos="100000">
                <a:srgbClr val="20280B">
                  <a:alpha val="100000"/>
                </a:srgbClr>
              </a:gs>
            </a:gsLst>
            <a:path path="circle">
              <a:fillToRect l="0" t="0" r="100000" b="100000"/>
            </a:path>
            <a:tileRect l="-100000" t="-100000" r="0" b="0"/>
          </a:gra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8A50B858-A5D4-431F-AEDD-A080CDFA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5774" y="5359568"/>
            <a:ext cx="3094646" cy="32731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F3B4ED3E-CC7D-4736-A319-2CD26309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4109" y="1028700"/>
            <a:ext cx="3808795" cy="3808795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607428">
                  <a:alpha val="100000"/>
                </a:srgbClr>
              </a:gs>
              <a:gs pos="100000">
                <a:srgbClr val="20280B">
                  <a:alpha val="100000"/>
                </a:srgbClr>
              </a:gs>
            </a:gsLst>
            <a:path path="circle">
              <a:fillToRect l="0" t="0" r="100000" b="100000"/>
            </a:path>
            <a:tileRect l="-100000" t="-100000" r="0" b="0"/>
          </a:grad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B3DD69F0-CA1A-4D69-A3B2-D7DF3A59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1183" y="1207237"/>
            <a:ext cx="3094646" cy="32731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91E5B847-D54E-4DD0-9B36-3DC2A2CC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4109" y="5181031"/>
            <a:ext cx="3808795" cy="3808795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607428">
                  <a:alpha val="100000"/>
                </a:srgbClr>
              </a:gs>
              <a:gs pos="100000">
                <a:srgbClr val="20280B">
                  <a:alpha val="100000"/>
                </a:srgbClr>
              </a:gs>
            </a:gsLst>
            <a:path path="circle">
              <a:fillToRect l="0" t="0" r="100000" b="100000"/>
            </a:path>
            <a:tileRect l="-100000" t="-100000" r="0" b="0"/>
          </a:grad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4617568C-EED6-4EF4-91EC-543D3F5A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1183" y="5359568"/>
            <a:ext cx="3094646" cy="32731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18" name="{{image_5}}" descr="{{image_5}}">
            <a:extLst xmlns:a="http://schemas.openxmlformats.org/drawingml/2006/main">
              <a:ext uri="{FF2B5EF4-FFF2-40B4-BE49-F238E27FC236}">
                <a16:creationId xmlns:a16="http://schemas.microsoft.com/office/drawing/2014/main" id="{C486A01E-9101-4491-B495-B964D26F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2184" y="1128609"/>
            <a:ext cx="3541828" cy="354182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2e69a6d6dc34b27"/>
            <a:stretch>
              <a:fillRect l="-24931" t="0" r="-24931" b="0"/>
            </a:stretch>
          </a:blipFill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1486EF53-71C2-4F99-92B4-CF45F829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2184" y="5280940"/>
            <a:ext cx="3541828" cy="354182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0667111158c4be7"/>
            <a:stretch>
              <a:fillRect l="0" t="-24931" r="0" b="-24931"/>
            </a:stretch>
          </a:blipFill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6ABF0FB4-22DC-46F2-97AD-17538455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7593" y="1128609"/>
            <a:ext cx="3541828" cy="354182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102c1530b944821"/>
            <a:stretch>
              <a:fillRect l="-3780" t="0" r="-46083" b="0"/>
            </a:stretch>
          </a:blipFill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B7CB9581-CBE4-4393-8994-19BF2872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7593" y="5280940"/>
            <a:ext cx="3541828" cy="354182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eaeb9ca2cab4db5"/>
            <a:stretch>
              <a:fillRect l="-25046" t="0" r="-25046" b="0"/>
            </a:stretch>
          </a:blipFill>
        </p:spPr>
      </p:sp>
      <p:sp>
        <p:nvSpPr>
          <p:cNvPr id="25" name="{{reja_1}}">
            <a:extLst xmlns:a="http://schemas.openxmlformats.org/drawingml/2006/main">
              <a:ext uri="{FF2B5EF4-FFF2-40B4-BE49-F238E27FC236}">
                <a16:creationId xmlns:a16="http://schemas.microsoft.com/office/drawing/2014/main" id="{6717D028-D456-4537-A3DF-55E0797A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1737360"/>
            <a:ext cx="7315200" cy="192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FFFFFF"/>
                </a:solidFill>
                <a:latin typeface="Orelega One"/>
                <a:ea typeface="Orelega One"/>
                <a:cs typeface="Orelega One"/>
              </a:defRPr>
            </a:pPr>
            <a:r>
              <a:rPr sz="5000" b="1">
                <a:solidFill>
                  <a:srgbClr val="FFFFFF"/>
                </a:solidFill>
                <a:latin typeface="Orelega One"/>
                <a:ea typeface="Orelega One"/>
                <a:cs typeface="Orelega One"/>
              </a:rPr>
              <a:t>{{reja_1}}</a:t>
            </a:r>
          </a:p>
        </p:txBody>
      </p:sp>
      <p:sp>
        <p:nvSpPr>
          <p:cNvPr id="26" name="{{reja_1_matni}}">
            <a:extLst xmlns:a="http://schemas.openxmlformats.org/drawingml/2006/main">
              <a:ext uri="{FF2B5EF4-FFF2-40B4-BE49-F238E27FC236}">
                <a16:creationId xmlns:a16="http://schemas.microsoft.com/office/drawing/2014/main" id="{245D7209-F538-4A46-BF32-BBAAE369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160520"/>
            <a:ext cx="7315200" cy="47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7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{{reja_1_matni}}</a:t>
            </a:r>
          </a:p>
        </p:txBody>
      </p:sp>
      <p:sp>
        <p:nvSpPr>
          <p:cNvPr id="27" name="static_08 / 20">
            <a:extLst xmlns:a="http://schemas.openxmlformats.org/drawingml/2006/main">
              <a:ext uri="{FF2B5EF4-FFF2-40B4-BE49-F238E27FC236}">
                <a16:creationId xmlns:a16="http://schemas.microsoft.com/office/drawing/2014/main" id="{9F3CD495-DE7F-453A-8517-2C8E1BEB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4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08 / 20</a:t>
            </a:r>
          </a:p>
        </p:txBody>
      </p:sp>
    </p:spTree>
    <p:extLst>
      <p:ext uri="{BB962C8B-B14F-4D97-AF65-F5344CB8AC3E}">
        <p14:creationId xmlns:p14="http://schemas.microsoft.com/office/powerpoint/2010/main" val="1184513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3E4A0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2D2DEB51-CAC0-44BE-87E8-0E90F999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43493" y="-503500"/>
            <a:ext cx="4576427" cy="2648607"/>
          </a:xfrm>
          <a:custGeom xmlns:a="http://schemas.openxmlformats.org/drawingml/2006/main">
            <a:rect l="l" t="t" r="r" b="b"/>
            <a:pathLst>
              <a:path w="4576427" h="2648607">
                <a:moveTo>
                  <a:pt x="0" y="0"/>
                </a:moveTo>
                <a:lnTo>
                  <a:pt x="4576426" y="0"/>
                </a:lnTo>
                <a:lnTo>
                  <a:pt x="4576426" y="2648607"/>
                </a:lnTo>
                <a:lnTo>
                  <a:pt x="0" y="264860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374933c269f45fb">
              <a:alphaModFix amt="18000"/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BE8D9F13-CA8B-4199-B6F4-3CF3E086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0847868" y="-1251818"/>
            <a:ext cx="11446918" cy="9407285"/>
          </a:xfrm>
          <a:custGeom xmlns:a="http://schemas.openxmlformats.org/drawingml/2006/main">
            <a:rect l="l" t="t" r="r" b="b"/>
            <a:pathLst>
              <a:path w="11446918" h="9407285">
                <a:moveTo>
                  <a:pt x="11446918" y="0"/>
                </a:moveTo>
                <a:lnTo>
                  <a:pt x="0" y="0"/>
                </a:lnTo>
                <a:lnTo>
                  <a:pt x="0" y="9407285"/>
                </a:lnTo>
                <a:lnTo>
                  <a:pt x="11446918" y="9407285"/>
                </a:lnTo>
                <a:lnTo>
                  <a:pt x="11446918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1cc8cd1be2c4e04">
              <a:alphaModFix amt="36000"/>
            </a:blip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4FEFCD09-7F48-4B52-A3AF-959A2311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31706" y="3542251"/>
            <a:ext cx="9226432" cy="9226432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607428">
                  <a:alpha val="100000"/>
                </a:srgbClr>
              </a:gs>
              <a:gs pos="100000">
                <a:srgbClr val="20280B">
                  <a:alpha val="100000"/>
                </a:srgbClr>
              </a:gs>
            </a:gsLst>
            <a:path path="circle">
              <a:fillToRect l="0" t="0" r="100000" b="100000"/>
            </a:path>
            <a:tileRect l="-100000" t="-100000" r="0" b="0"/>
          </a:gra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A4D0B28B-177F-47B5-9708-DDFB260C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96684" y="3974740"/>
            <a:ext cx="7496476" cy="79289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8" name="{{image_10}}" descr="{{image_10}}">
            <a:extLst xmlns:a="http://schemas.openxmlformats.org/drawingml/2006/main">
              <a:ext uri="{FF2B5EF4-FFF2-40B4-BE49-F238E27FC236}">
                <a16:creationId xmlns:a16="http://schemas.microsoft.com/office/drawing/2014/main" id="{B53725A0-D727-443C-95A9-DCFD0A21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55058" y="3784272"/>
            <a:ext cx="8579728" cy="857972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457d572a6224721"/>
            <a:stretch>
              <a:fillRect l="-25471" t="0" r="-25471" b="0"/>
            </a:stretch>
          </a:blipFill>
        </p:spPr>
      </p:sp>
      <p:sp>
        <p:nvSpPr>
          <p:cNvPr id="9" name="{{reja_2}}">
            <a:extLst xmlns:a="http://schemas.openxmlformats.org/drawingml/2006/main">
              <a:ext uri="{FF2B5EF4-FFF2-40B4-BE49-F238E27FC236}">
                <a16:creationId xmlns:a16="http://schemas.microsoft.com/office/drawing/2014/main" id="{1F42ECF7-C882-4F21-8AD5-F8B1416D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280160"/>
            <a:ext cx="8138160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FFFFFF"/>
                </a:solidFill>
                <a:latin typeface="Orelega One"/>
                <a:ea typeface="Orelega One"/>
                <a:cs typeface="Orelega One"/>
              </a:defRPr>
            </a:pPr>
            <a:r>
              <a:rPr sz="5000" b="1">
                <a:solidFill>
                  <a:srgbClr val="FFFFFF"/>
                </a:solidFill>
                <a:latin typeface="Orelega One"/>
                <a:ea typeface="Orelega One"/>
                <a:cs typeface="Orelega One"/>
              </a:rPr>
              <a:t>{{reja_2}}</a:t>
            </a:r>
          </a:p>
        </p:txBody>
      </p:sp>
      <p:sp>
        <p:nvSpPr>
          <p:cNvPr id="10" name="{{reja_2_matni}}">
            <a:extLst xmlns:a="http://schemas.openxmlformats.org/drawingml/2006/main">
              <a:ext uri="{FF2B5EF4-FFF2-40B4-BE49-F238E27FC236}">
                <a16:creationId xmlns:a16="http://schemas.microsoft.com/office/drawing/2014/main" id="{7BD02BC7-539C-4CCF-A21F-7B443E6B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977640"/>
            <a:ext cx="7772400" cy="5166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7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{{reja_2_matni}}</a:t>
            </a:r>
          </a:p>
        </p:txBody>
      </p:sp>
      <p:sp>
        <p:nvSpPr>
          <p:cNvPr id="11" name="static_09 / 20">
            <a:extLst xmlns:a="http://schemas.openxmlformats.org/drawingml/2006/main">
              <a:ext uri="{FF2B5EF4-FFF2-40B4-BE49-F238E27FC236}">
                <a16:creationId xmlns:a16="http://schemas.microsoft.com/office/drawing/2014/main" id="{E6FA83E9-A292-4CC2-BDC3-17F78C4B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4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09 / 20</a:t>
            </a:r>
          </a:p>
        </p:txBody>
      </p:sp>
    </p:spTree>
    <p:extLst>
      <p:ext uri="{BB962C8B-B14F-4D97-AF65-F5344CB8AC3E}">
        <p14:creationId xmlns:p14="http://schemas.microsoft.com/office/powerpoint/2010/main" val="10523390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3E4A0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D3AD1EF1-9E8F-4D38-9A62-8AD8EE2E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4841242" y="4211796"/>
            <a:ext cx="11446918" cy="9407285"/>
          </a:xfrm>
          <a:custGeom xmlns:a="http://schemas.openxmlformats.org/drawingml/2006/main">
            <a:rect l="l" t="t" r="r" b="b"/>
            <a:pathLst>
              <a:path w="11446918" h="9407285">
                <a:moveTo>
                  <a:pt x="11446918" y="0"/>
                </a:moveTo>
                <a:lnTo>
                  <a:pt x="0" y="0"/>
                </a:lnTo>
                <a:lnTo>
                  <a:pt x="0" y="9407286"/>
                </a:lnTo>
                <a:lnTo>
                  <a:pt x="11446918" y="9407286"/>
                </a:lnTo>
                <a:lnTo>
                  <a:pt x="11446918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f897cd253c44759">
              <a:alphaModFix amt="36000"/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109FF98D-1818-4574-81CC-4B8964EA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47930" y="2626416"/>
            <a:ext cx="11253228" cy="1125322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607428">
                  <a:alpha val="100000"/>
                </a:srgbClr>
              </a:gs>
              <a:gs pos="100000">
                <a:srgbClr val="20280B">
                  <a:alpha val="100000"/>
                </a:srgbClr>
              </a:gs>
            </a:gsLst>
            <a:path path="circle">
              <a:fillToRect l="0" t="0" r="100000" b="100000"/>
            </a:path>
            <a:tileRect l="-100000" t="-100000" r="0" b="0"/>
          </a:grad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7E6C24C1-6F7F-44D8-B6B9-7AD66C40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02920" y="3153911"/>
            <a:ext cx="9143247" cy="96707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7" name="{{image_6}}" descr="{{image_6}}">
            <a:extLst xmlns:a="http://schemas.openxmlformats.org/drawingml/2006/main">
              <a:ext uri="{FF2B5EF4-FFF2-40B4-BE49-F238E27FC236}">
                <a16:creationId xmlns:a16="http://schemas.microsoft.com/office/drawing/2014/main" id="{4E6F2FCC-3C73-4793-AFEB-CAEA190C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63875" y="3176410"/>
            <a:ext cx="9836331" cy="9836331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96d712652224bf9"/>
            <a:stretch>
              <a:fillRect l="-14164" t="-19543" r="0" b="-23162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110F3739-72CD-4A59-8BE7-BEE3DF96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76488" y="-295603"/>
            <a:ext cx="4576427" cy="2648607"/>
          </a:xfrm>
          <a:custGeom xmlns:a="http://schemas.openxmlformats.org/drawingml/2006/main">
            <a:rect l="l" t="t" r="r" b="b"/>
            <a:pathLst>
              <a:path w="4576427" h="2648607">
                <a:moveTo>
                  <a:pt x="0" y="0"/>
                </a:moveTo>
                <a:lnTo>
                  <a:pt x="4576426" y="0"/>
                </a:lnTo>
                <a:lnTo>
                  <a:pt x="4576426" y="2648606"/>
                </a:lnTo>
                <a:lnTo>
                  <a:pt x="0" y="26486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7ba9634d8ba47f9">
              <a:alphaModFix amt="18000"/>
            </a:blip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80913176-25D3-4C1D-AD2B-96E6226A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83782" y="4524341"/>
            <a:ext cx="4576427" cy="2648607"/>
          </a:xfrm>
          <a:custGeom xmlns:a="http://schemas.openxmlformats.org/drawingml/2006/main">
            <a:rect l="l" t="t" r="r" b="b"/>
            <a:pathLst>
              <a:path w="4576427" h="2648607">
                <a:moveTo>
                  <a:pt x="0" y="0"/>
                </a:moveTo>
                <a:lnTo>
                  <a:pt x="4576427" y="0"/>
                </a:lnTo>
                <a:lnTo>
                  <a:pt x="4576427" y="2648607"/>
                </a:lnTo>
                <a:lnTo>
                  <a:pt x="0" y="264860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7ba9634d8ba47f9">
              <a:alphaModFix amt="18000"/>
            </a:blip>
            <a:stretch>
              <a:fillRect l="0" t="0" r="0" b="0"/>
            </a:stretch>
          </a:blipFill>
        </p:spPr>
      </p:sp>
      <p:sp>
        <p:nvSpPr>
          <p:cNvPr id="10" name="{{reja_3}}">
            <a:extLst xmlns:a="http://schemas.openxmlformats.org/drawingml/2006/main">
              <a:ext uri="{FF2B5EF4-FFF2-40B4-BE49-F238E27FC236}">
                <a16:creationId xmlns:a16="http://schemas.microsoft.com/office/drawing/2014/main" id="{748FC377-29F2-44AC-9F7A-F3116725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280160"/>
            <a:ext cx="8138160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FFFFFF"/>
                </a:solidFill>
                <a:latin typeface="Orelega One"/>
                <a:ea typeface="Orelega One"/>
                <a:cs typeface="Orelega One"/>
              </a:defRPr>
            </a:pPr>
            <a:r>
              <a:rPr sz="5000" b="1">
                <a:solidFill>
                  <a:srgbClr val="FFFFFF"/>
                </a:solidFill>
                <a:latin typeface="Orelega One"/>
                <a:ea typeface="Orelega One"/>
                <a:cs typeface="Orelega One"/>
              </a:rPr>
              <a:t>{{reja_3}}</a:t>
            </a:r>
          </a:p>
        </p:txBody>
      </p:sp>
      <p:sp>
        <p:nvSpPr>
          <p:cNvPr id="11" name="{{reja_3_matni}}">
            <a:extLst xmlns:a="http://schemas.openxmlformats.org/drawingml/2006/main">
              <a:ext uri="{FF2B5EF4-FFF2-40B4-BE49-F238E27FC236}">
                <a16:creationId xmlns:a16="http://schemas.microsoft.com/office/drawing/2014/main" id="{99BE4297-CB79-4AEC-8997-ACA75674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977640"/>
            <a:ext cx="7772400" cy="5166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7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{{reja_3_matni}}</a:t>
            </a:r>
          </a:p>
        </p:txBody>
      </p:sp>
      <p:sp>
        <p:nvSpPr>
          <p:cNvPr id="12" name="static_10 / 20">
            <a:extLst xmlns:a="http://schemas.openxmlformats.org/drawingml/2006/main">
              <a:ext uri="{FF2B5EF4-FFF2-40B4-BE49-F238E27FC236}">
                <a16:creationId xmlns:a16="http://schemas.microsoft.com/office/drawing/2014/main" id="{8F9504BA-CEAD-4B83-B5DE-38FC58EF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4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10 / 20</a:t>
            </a:r>
          </a:p>
        </p:txBody>
      </p:sp>
    </p:spTree>
    <p:extLst>
      <p:ext uri="{BB962C8B-B14F-4D97-AF65-F5344CB8AC3E}">
        <p14:creationId xmlns:p14="http://schemas.microsoft.com/office/powerpoint/2010/main" val="20713978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3E4A0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4DEED0F1-7918-4CC1-BDFA-07787C03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57372" y="-685493"/>
            <a:ext cx="5923776" cy="3428386"/>
          </a:xfrm>
          <a:custGeom xmlns:a="http://schemas.openxmlformats.org/drawingml/2006/main">
            <a:rect l="l" t="t" r="r" b="b"/>
            <a:pathLst>
              <a:path w="5923776" h="3428386">
                <a:moveTo>
                  <a:pt x="0" y="0"/>
                </a:moveTo>
                <a:lnTo>
                  <a:pt x="5923776" y="0"/>
                </a:lnTo>
                <a:lnTo>
                  <a:pt x="5923776" y="3428386"/>
                </a:lnTo>
                <a:lnTo>
                  <a:pt x="0" y="342838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a6bafa2b3c4978">
              <a:alphaModFix amt="18000"/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7381905-FF4B-48AC-B6C3-CF3342C2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3595" y="438692"/>
            <a:ext cx="5923776" cy="3428386"/>
          </a:xfrm>
          <a:custGeom xmlns:a="http://schemas.openxmlformats.org/drawingml/2006/main">
            <a:rect l="l" t="t" r="r" b="b"/>
            <a:pathLst>
              <a:path w="5923776" h="3428386">
                <a:moveTo>
                  <a:pt x="0" y="0"/>
                </a:moveTo>
                <a:lnTo>
                  <a:pt x="5923777" y="0"/>
                </a:lnTo>
                <a:lnTo>
                  <a:pt x="5923777" y="3428386"/>
                </a:lnTo>
                <a:lnTo>
                  <a:pt x="0" y="342838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a6bafa2b3c4978">
              <a:alphaModFix amt="18000"/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AB19DE5-0AA7-4EF7-A668-14362182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0356947" y="4556995"/>
            <a:ext cx="11446918" cy="9407285"/>
          </a:xfrm>
          <a:custGeom xmlns:a="http://schemas.openxmlformats.org/drawingml/2006/main">
            <a:rect l="l" t="t" r="r" b="b"/>
            <a:pathLst>
              <a:path w="11446918" h="9407285">
                <a:moveTo>
                  <a:pt x="11446918" y="0"/>
                </a:moveTo>
                <a:lnTo>
                  <a:pt x="0" y="0"/>
                </a:lnTo>
                <a:lnTo>
                  <a:pt x="0" y="9407285"/>
                </a:lnTo>
                <a:lnTo>
                  <a:pt x="11446918" y="9407285"/>
                </a:lnTo>
                <a:lnTo>
                  <a:pt x="11446918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c73d7925a52462a">
              <a:alphaModFix amt="36000"/>
            </a:blip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2A22DDBF-06ED-4E42-8F8B-B1DC0D3E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1028700"/>
            <a:ext cx="3808795" cy="3808795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607428">
                  <a:alpha val="100000"/>
                </a:srgbClr>
              </a:gs>
              <a:gs pos="100000">
                <a:srgbClr val="20280B">
                  <a:alpha val="100000"/>
                </a:srgbClr>
              </a:gs>
            </a:gsLst>
            <a:path path="circle">
              <a:fillToRect l="0" t="0" r="100000" b="100000"/>
            </a:path>
            <a:tileRect l="-100000" t="-100000" r="0" b="0"/>
          </a:gra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F10459A8-D182-4325-A622-D9FC9643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5774" y="1207237"/>
            <a:ext cx="3094646" cy="32731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CD0904F3-C849-458D-86AA-5FE56EB4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5181031"/>
            <a:ext cx="3808795" cy="3808795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607428">
                  <a:alpha val="100000"/>
                </a:srgbClr>
              </a:gs>
              <a:gs pos="100000">
                <a:srgbClr val="20280B">
                  <a:alpha val="100000"/>
                </a:srgbClr>
              </a:gs>
            </a:gsLst>
            <a:path path="circle">
              <a:fillToRect l="0" t="0" r="100000" b="100000"/>
            </a:path>
            <a:tileRect l="-100000" t="-100000" r="0" b="0"/>
          </a:gra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8A50B858-A5D4-431F-AEDD-A080CDFA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5774" y="5359568"/>
            <a:ext cx="3094646" cy="32731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F3B4ED3E-CC7D-4736-A319-2CD26309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4109" y="1028700"/>
            <a:ext cx="3808795" cy="3808795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607428">
                  <a:alpha val="100000"/>
                </a:srgbClr>
              </a:gs>
              <a:gs pos="100000">
                <a:srgbClr val="20280B">
                  <a:alpha val="100000"/>
                </a:srgbClr>
              </a:gs>
            </a:gsLst>
            <a:path path="circle">
              <a:fillToRect l="0" t="0" r="100000" b="100000"/>
            </a:path>
            <a:tileRect l="-100000" t="-100000" r="0" b="0"/>
          </a:grad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B3DD69F0-CA1A-4D69-A3B2-D7DF3A59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1183" y="1207237"/>
            <a:ext cx="3094646" cy="32731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91E5B847-D54E-4DD0-9B36-3DC2A2CC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4109" y="5181031"/>
            <a:ext cx="3808795" cy="3808795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607428">
                  <a:alpha val="100000"/>
                </a:srgbClr>
              </a:gs>
              <a:gs pos="100000">
                <a:srgbClr val="20280B">
                  <a:alpha val="100000"/>
                </a:srgbClr>
              </a:gs>
            </a:gsLst>
            <a:path path="circle">
              <a:fillToRect l="0" t="0" r="100000" b="100000"/>
            </a:path>
            <a:tileRect l="-100000" t="-100000" r="0" b="0"/>
          </a:grad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4617568C-EED6-4EF4-91EC-543D3F5A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1183" y="5359568"/>
            <a:ext cx="3094646" cy="32731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18" name="{{image_11}}" descr="{{image_11}}">
            <a:extLst xmlns:a="http://schemas.openxmlformats.org/drawingml/2006/main">
              <a:ext uri="{FF2B5EF4-FFF2-40B4-BE49-F238E27FC236}">
                <a16:creationId xmlns:a16="http://schemas.microsoft.com/office/drawing/2014/main" id="{C486A01E-9101-4491-B495-B964D26F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2184" y="1128609"/>
            <a:ext cx="3541828" cy="354182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96a74839ba84fb7"/>
            <a:stretch>
              <a:fillRect l="-24931" t="0" r="-24931" b="0"/>
            </a:stretch>
          </a:blipFill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1486EF53-71C2-4F99-92B4-CF45F829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2184" y="5280940"/>
            <a:ext cx="3541828" cy="354182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cf7b11c58349e4"/>
            <a:stretch>
              <a:fillRect l="0" t="-24931" r="0" b="-24931"/>
            </a:stretch>
          </a:blipFill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6ABF0FB4-22DC-46F2-97AD-17538455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7593" y="1128609"/>
            <a:ext cx="3541828" cy="354182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46fe2ca2746419b"/>
            <a:stretch>
              <a:fillRect l="-3780" t="0" r="-46083" b="0"/>
            </a:stretch>
          </a:blipFill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B7CB9581-CBE4-4393-8994-19BF2872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7593" y="5280940"/>
            <a:ext cx="3541828" cy="354182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50368bef27e4af5"/>
            <a:stretch>
              <a:fillRect l="-25046" t="0" r="-25046" b="0"/>
            </a:stretch>
          </a:blipFill>
        </p:spPr>
      </p:sp>
      <p:sp>
        <p:nvSpPr>
          <p:cNvPr id="25" name="{{reja_4}}">
            <a:extLst xmlns:a="http://schemas.openxmlformats.org/drawingml/2006/main">
              <a:ext uri="{FF2B5EF4-FFF2-40B4-BE49-F238E27FC236}">
                <a16:creationId xmlns:a16="http://schemas.microsoft.com/office/drawing/2014/main" id="{CD7D9E11-E974-48E9-93D9-5B6FCA5D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1737360"/>
            <a:ext cx="7315200" cy="192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FFFFFF"/>
                </a:solidFill>
                <a:latin typeface="Orelega One"/>
                <a:ea typeface="Orelega One"/>
                <a:cs typeface="Orelega One"/>
              </a:defRPr>
            </a:pPr>
            <a:r>
              <a:rPr sz="5000" b="1">
                <a:solidFill>
                  <a:srgbClr val="FFFFFF"/>
                </a:solidFill>
                <a:latin typeface="Orelega One"/>
                <a:ea typeface="Orelega One"/>
                <a:cs typeface="Orelega One"/>
              </a:rPr>
              <a:t>{{reja_4}}</a:t>
            </a:r>
          </a:p>
        </p:txBody>
      </p:sp>
      <p:sp>
        <p:nvSpPr>
          <p:cNvPr id="26" name="{{reja_4_matni}}">
            <a:extLst xmlns:a="http://schemas.openxmlformats.org/drawingml/2006/main">
              <a:ext uri="{FF2B5EF4-FFF2-40B4-BE49-F238E27FC236}">
                <a16:creationId xmlns:a16="http://schemas.microsoft.com/office/drawing/2014/main" id="{C52FE3DA-CB48-4163-BE26-5997D598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160520"/>
            <a:ext cx="7315200" cy="47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7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{{reja_4_matni}}</a:t>
            </a:r>
          </a:p>
        </p:txBody>
      </p:sp>
      <p:sp>
        <p:nvSpPr>
          <p:cNvPr id="27" name="static_11 / 20">
            <a:extLst xmlns:a="http://schemas.openxmlformats.org/drawingml/2006/main">
              <a:ext uri="{FF2B5EF4-FFF2-40B4-BE49-F238E27FC236}">
                <a16:creationId xmlns:a16="http://schemas.microsoft.com/office/drawing/2014/main" id="{08430744-C41D-4DA4-9540-4484C9C1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4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11 / 20</a:t>
            </a:r>
          </a:p>
        </p:txBody>
      </p:sp>
    </p:spTree>
    <p:extLst>
      <p:ext uri="{BB962C8B-B14F-4D97-AF65-F5344CB8AC3E}">
        <p14:creationId xmlns:p14="http://schemas.microsoft.com/office/powerpoint/2010/main" val="1184513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3E4A0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2E1A9E3C-F1DC-4380-805B-1E251469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30977" y="858445"/>
            <a:ext cx="3702562" cy="2142858"/>
          </a:xfrm>
          <a:custGeom xmlns:a="http://schemas.openxmlformats.org/drawingml/2006/main">
            <a:rect l="l" t="t" r="r" b="b"/>
            <a:pathLst>
              <a:path w="3702562" h="2142858">
                <a:moveTo>
                  <a:pt x="0" y="0"/>
                </a:moveTo>
                <a:lnTo>
                  <a:pt x="3702562" y="0"/>
                </a:lnTo>
                <a:lnTo>
                  <a:pt x="3702562" y="2142858"/>
                </a:lnTo>
                <a:lnTo>
                  <a:pt x="0" y="214285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6d53cc24eda4c52">
              <a:alphaModFix amt="42000"/>
            </a:blip>
            <a:stretch>
              <a:fillRect l="0" t="0" r="0" b="0"/>
            </a:stretch>
          </a:blipFill>
        </p:spPr>
      </p:sp>
      <p:sp>
        <p:nvSpPr>
          <p:cNvPr id="3" name="{{analiz}}">
            <a:extLst xmlns:a="http://schemas.openxmlformats.org/drawingml/2006/main">
              <a:ext uri="{FF2B5EF4-FFF2-40B4-BE49-F238E27FC236}">
                <a16:creationId xmlns:a16="http://schemas.microsoft.com/office/drawing/2014/main" id="{6674BA3E-1BC0-4BBB-9803-1BE9EEE8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234440"/>
            <a:ext cx="1371600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FFFFFF"/>
                </a:solidFill>
                <a:latin typeface="Orelega One"/>
                <a:ea typeface="Orelega One"/>
                <a:cs typeface="Orelega One"/>
              </a:defRPr>
            </a:pPr>
            <a:r>
              <a:rPr sz="6000" b="1">
                <a:solidFill>
                  <a:srgbClr val="FFFFFF"/>
                </a:solidFill>
                <a:latin typeface="Orelega One"/>
                <a:ea typeface="Orelega One"/>
                <a:cs typeface="Orelega One"/>
              </a:rPr>
              <a:t>{{analiz}}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2377440" y="3017520"/>
          <a:ext xmlns:a="http://schemas.openxmlformats.org/drawingml/2006/main" cx="13533120" cy="548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7280"/>
                <a:gridCol w="12435840"/>
              </a:tblGrid>
              <a:tr h="1097280">
                <a:tc>
                  <a:txBody>
                    <a:bodyPr/>
                    <a:lstStyle/>
                    <a:p>
                      <a:r>
                        <a:rPr sz="2800" b="1">
                          <a:solidFill>
                            <a:srgbClr val="18211C"/>
                          </a:solidFill>
                          <a:latin typeface="Poppins"/>
                          <a:ea typeface="Poppins"/>
                          <a:cs typeface="Poppins"/>
                        </a:rPr>
                        <a:t>№</a:t>
                      </a:r>
                    </a:p>
                  </a:txBody>
                  <a:tcPr marL="91440" marR="91440" marT="45720" marB="45720">
                    <a:solidFill>
                      <a:srgbClr val="A8B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b="1">
                          <a:solidFill>
                            <a:srgbClr val="18211C"/>
                          </a:solidFill>
                          <a:latin typeface="Poppins"/>
                          <a:ea typeface="Poppins"/>
                          <a:cs typeface="Poppins"/>
                        </a:rPr>
                        <a:t>{{analiz_ustun_nomi}}</a:t>
                      </a:r>
                    </a:p>
                  </a:txBody>
                  <a:tcPr marL="91440" marR="91440" marT="45720" marB="45720">
                    <a:solidFill>
                      <a:srgbClr val="A8BB43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3C4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</a:rPr>
                        <a:t>{{analiz_ustunlari_1}}</a:t>
                      </a:r>
                    </a:p>
                  </a:txBody>
                  <a:tcPr marL="91440" marR="91440" marT="45720" marB="45720">
                    <a:solidFill>
                      <a:srgbClr val="3C4B0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3C4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</a:rPr>
                        <a:t>{{analiz_ustunlari_2}}</a:t>
                      </a:r>
                    </a:p>
                  </a:txBody>
                  <a:tcPr marL="91440" marR="91440" marT="45720" marB="45720">
                    <a:solidFill>
                      <a:srgbClr val="3C4B0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3C4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</a:rPr>
                        <a:t>{{analiz_ustunlari_3}}</a:t>
                      </a:r>
                    </a:p>
                  </a:txBody>
                  <a:tcPr marL="91440" marR="91440" marT="45720" marB="45720">
                    <a:solidFill>
                      <a:srgbClr val="3C4B0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3C4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</a:rPr>
                        <a:t>{{analiz_ustunlari_4}}</a:t>
                      </a:r>
                    </a:p>
                  </a:txBody>
                  <a:tcPr marL="91440" marR="91440" marT="45720" marB="45720">
                    <a:solidFill>
                      <a:srgbClr val="3C4B00"/>
                    </a:solidFill>
                  </a:tcPr>
                </a:tc>
              </a:tr>
            </a:tbl>
          </a:graphicData>
        </a:graphic>
      </p:graphicFrame>
      <p:sp>
        <p:nvSpPr>
          <p:cNvPr id="5" name="static_12 / 20">
            <a:extLst xmlns:a="http://schemas.openxmlformats.org/drawingml/2006/main">
              <a:ext uri="{FF2B5EF4-FFF2-40B4-BE49-F238E27FC236}">
                <a16:creationId xmlns:a16="http://schemas.microsoft.com/office/drawing/2014/main" id="{58C13502-66A4-4769-9BED-B3778C83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4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12 / 20</a:t>
            </a:r>
          </a:p>
        </p:txBody>
      </p:sp>
    </p:spTree>
    <p:extLst>
      <p:ext uri="{BB962C8B-B14F-4D97-AF65-F5344CB8AC3E}">
        <p14:creationId xmlns:p14="http://schemas.microsoft.com/office/powerpoint/2010/main" val="20976228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3E4A0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2E1A9E3C-F1DC-4380-805B-1E251469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30977" y="858445"/>
            <a:ext cx="3702562" cy="2142858"/>
          </a:xfrm>
          <a:custGeom xmlns:a="http://schemas.openxmlformats.org/drawingml/2006/main">
            <a:rect l="l" t="t" r="r" b="b"/>
            <a:pathLst>
              <a:path w="3702562" h="2142858">
                <a:moveTo>
                  <a:pt x="0" y="0"/>
                </a:moveTo>
                <a:lnTo>
                  <a:pt x="3702562" y="0"/>
                </a:lnTo>
                <a:lnTo>
                  <a:pt x="3702562" y="2142858"/>
                </a:lnTo>
                <a:lnTo>
                  <a:pt x="0" y="214285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ab647ddc7b148e7">
              <a:alphaModFix amt="42000"/>
            </a:blip>
            <a:stretch>
              <a:fillRect l="0" t="0" r="0" b="0"/>
            </a:stretch>
          </a:blipFill>
        </p:spPr>
      </p:sp>
      <p:sp>
        <p:nvSpPr>
          <p:cNvPr id="3" name="{{line_graph_topic}}">
            <a:extLst xmlns:a="http://schemas.openxmlformats.org/drawingml/2006/main">
              <a:ext uri="{FF2B5EF4-FFF2-40B4-BE49-F238E27FC236}">
                <a16:creationId xmlns:a16="http://schemas.microsoft.com/office/drawing/2014/main" id="{1466C454-28C9-4B2D-86B5-ECF7F5B6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143000"/>
            <a:ext cx="14081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00" b="1">
                <a:solidFill>
                  <a:srgbClr val="FFFFFF"/>
                </a:solidFill>
                <a:latin typeface="Orelega One"/>
                <a:ea typeface="Orelega One"/>
                <a:cs typeface="Orelega One"/>
              </a:defRPr>
            </a:pPr>
            <a:r>
              <a:rPr sz="5200" b="1">
                <a:solidFill>
                  <a:srgbClr val="FFFFFF"/>
                </a:solidFill>
                <a:latin typeface="Orelega One"/>
                <a:ea typeface="Orelega One"/>
                <a:cs typeface="Orelega One"/>
              </a:rPr>
              <a:t>{{line_graph_topic}}</a:t>
            </a:r>
          </a:p>
        </p:txBody>
      </p:sp>
      <p:sp>
        <p:nvSpPr>
          <p:cNvPr id="4" name="{{birinchi_liniya}}">
            <a:extLst xmlns:a="http://schemas.openxmlformats.org/drawingml/2006/main">
              <a:ext uri="{FF2B5EF4-FFF2-40B4-BE49-F238E27FC236}">
                <a16:creationId xmlns:a16="http://schemas.microsoft.com/office/drawing/2014/main" id="{F964B7BD-3F07-4A67-96CA-E347C543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37560"/>
            <a:ext cx="425196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Orelega One"/>
                <a:ea typeface="Orelega One"/>
                <a:cs typeface="Orelega One"/>
              </a:defRPr>
            </a:pPr>
            <a:r>
              <a:rPr sz="3000" b="1">
                <a:solidFill>
                  <a:srgbClr val="FFFFFF"/>
                </a:solidFill>
                <a:latin typeface="Orelega One"/>
                <a:ea typeface="Orelega One"/>
                <a:cs typeface="Orelega One"/>
              </a:rPr>
              <a:t>{{birinchi_liniya}}</a:t>
            </a:r>
          </a:p>
        </p:txBody>
      </p:sp>
      <p:sp>
        <p:nvSpPr>
          <p:cNvPr id="5" name="{{birinchi_liniya_sharxi}}">
            <a:extLst xmlns:a="http://schemas.openxmlformats.org/drawingml/2006/main">
              <a:ext uri="{FF2B5EF4-FFF2-40B4-BE49-F238E27FC236}">
                <a16:creationId xmlns:a16="http://schemas.microsoft.com/office/drawing/2014/main" id="{E977E3F2-D69E-4093-BE1C-BCF6460E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4251960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3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{{birinchi_liniya_sharxi}}</a:t>
            </a:r>
          </a:p>
        </p:txBody>
      </p:sp>
      <p:sp>
        <p:nvSpPr>
          <p:cNvPr id="6" name="{{ikkinchi_liniya}}">
            <a:extLst xmlns:a="http://schemas.openxmlformats.org/drawingml/2006/main">
              <a:ext uri="{FF2B5EF4-FFF2-40B4-BE49-F238E27FC236}">
                <a16:creationId xmlns:a16="http://schemas.microsoft.com/office/drawing/2014/main" id="{8C304A35-453B-490F-B50E-4987054E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337560"/>
            <a:ext cx="425196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Orelega One"/>
                <a:ea typeface="Orelega One"/>
                <a:cs typeface="Orelega One"/>
              </a:defRPr>
            </a:pPr>
            <a:r>
              <a:rPr sz="3000" b="1">
                <a:solidFill>
                  <a:srgbClr val="FFFFFF"/>
                </a:solidFill>
                <a:latin typeface="Orelega One"/>
                <a:ea typeface="Orelega One"/>
                <a:cs typeface="Orelega One"/>
              </a:rPr>
              <a:t>{{ikkinchi_liniya}}</a:t>
            </a:r>
          </a:p>
        </p:txBody>
      </p:sp>
      <p:sp>
        <p:nvSpPr>
          <p:cNvPr id="7" name="{{ikkinchi_liniya_sharxi}}">
            <a:extLst xmlns:a="http://schemas.openxmlformats.org/drawingml/2006/main">
              <a:ext uri="{FF2B5EF4-FFF2-40B4-BE49-F238E27FC236}">
                <a16:creationId xmlns:a16="http://schemas.microsoft.com/office/drawing/2014/main" id="{18D3E1A4-6EB6-4CC2-8190-126E1157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800600"/>
            <a:ext cx="4251960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3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{{ikkinchi_liniya_sharxi}}</a:t>
            </a:r>
          </a:p>
        </p:txBody>
      </p:sp>
      <p:sp>
        <p:nvSpPr>
          <p:cNvPr id="8" name="{{uchinchi_liniya}}">
            <a:extLst xmlns:a="http://schemas.openxmlformats.org/drawingml/2006/main">
              <a:ext uri="{FF2B5EF4-FFF2-40B4-BE49-F238E27FC236}">
                <a16:creationId xmlns:a16="http://schemas.microsoft.com/office/drawing/2014/main" id="{E0638350-7E7F-40D4-B365-E93DD535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0" y="3337560"/>
            <a:ext cx="425196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Orelega One"/>
                <a:ea typeface="Orelega One"/>
                <a:cs typeface="Orelega One"/>
              </a:defRPr>
            </a:pPr>
            <a:r>
              <a:rPr sz="3000" b="1">
                <a:solidFill>
                  <a:srgbClr val="FFFFFF"/>
                </a:solidFill>
                <a:latin typeface="Orelega One"/>
                <a:ea typeface="Orelega One"/>
                <a:cs typeface="Orelega One"/>
              </a:rPr>
              <a:t>{{uchinchi_liniya}}</a:t>
            </a:r>
          </a:p>
        </p:txBody>
      </p:sp>
      <p:sp>
        <p:nvSpPr>
          <p:cNvPr id="9" name="{{uchinchi_liniya_sharxi}}">
            <a:extLst xmlns:a="http://schemas.openxmlformats.org/drawingml/2006/main">
              <a:ext uri="{FF2B5EF4-FFF2-40B4-BE49-F238E27FC236}">
                <a16:creationId xmlns:a16="http://schemas.microsoft.com/office/drawing/2014/main" id="{E875DD1C-781C-4B21-A54B-CBAA940D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0" y="4800600"/>
            <a:ext cx="4251960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3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{{uchinchi_liniya_sharxi}}</a:t>
            </a:r>
          </a:p>
        </p:txBody>
      </p:sp>
      <p:sp>
        <p:nvSpPr>
          <p:cNvPr id="10" name="static_13 / 20">
            <a:extLst xmlns:a="http://schemas.openxmlformats.org/drawingml/2006/main">
              <a:ext uri="{FF2B5EF4-FFF2-40B4-BE49-F238E27FC236}">
                <a16:creationId xmlns:a16="http://schemas.microsoft.com/office/drawing/2014/main" id="{BD838DBD-267C-48A3-B00B-14433056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4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13 / 20</a:t>
            </a:r>
          </a:p>
        </p:txBody>
      </p:sp>
    </p:spTree>
    <p:extLst>
      <p:ext uri="{BB962C8B-B14F-4D97-AF65-F5344CB8AC3E}">
        <p14:creationId xmlns:p14="http://schemas.microsoft.com/office/powerpoint/2010/main" val="20976228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3E4A0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2D2DEB51-CAC0-44BE-87E8-0E90F999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43493" y="-503500"/>
            <a:ext cx="4576427" cy="2648607"/>
          </a:xfrm>
          <a:custGeom xmlns:a="http://schemas.openxmlformats.org/drawingml/2006/main">
            <a:rect l="l" t="t" r="r" b="b"/>
            <a:pathLst>
              <a:path w="4576427" h="2648607">
                <a:moveTo>
                  <a:pt x="0" y="0"/>
                </a:moveTo>
                <a:lnTo>
                  <a:pt x="4576426" y="0"/>
                </a:lnTo>
                <a:lnTo>
                  <a:pt x="4576426" y="2648607"/>
                </a:lnTo>
                <a:lnTo>
                  <a:pt x="0" y="264860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9c508b3c1394956">
              <a:alphaModFix amt="18000"/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BE8D9F13-CA8B-4199-B6F4-3CF3E086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0847868" y="-1251818"/>
            <a:ext cx="11446918" cy="9407285"/>
          </a:xfrm>
          <a:custGeom xmlns:a="http://schemas.openxmlformats.org/drawingml/2006/main">
            <a:rect l="l" t="t" r="r" b="b"/>
            <a:pathLst>
              <a:path w="11446918" h="9407285">
                <a:moveTo>
                  <a:pt x="11446918" y="0"/>
                </a:moveTo>
                <a:lnTo>
                  <a:pt x="0" y="0"/>
                </a:lnTo>
                <a:lnTo>
                  <a:pt x="0" y="9407285"/>
                </a:lnTo>
                <a:lnTo>
                  <a:pt x="11446918" y="9407285"/>
                </a:lnTo>
                <a:lnTo>
                  <a:pt x="11446918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f4e9f6b0afa4e8c">
              <a:alphaModFix amt="36000"/>
            </a:blip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4FEFCD09-7F48-4B52-A3AF-959A2311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31706" y="3542251"/>
            <a:ext cx="9226432" cy="9226432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607428">
                  <a:alpha val="100000"/>
                </a:srgbClr>
              </a:gs>
              <a:gs pos="100000">
                <a:srgbClr val="20280B">
                  <a:alpha val="100000"/>
                </a:srgbClr>
              </a:gs>
            </a:gsLst>
            <a:path path="circle">
              <a:fillToRect l="0" t="0" r="100000" b="100000"/>
            </a:path>
            <a:tileRect l="-100000" t="-100000" r="0" b="0"/>
          </a:gra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A4D0B28B-177F-47B5-9708-DDFB260C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96684" y="3974740"/>
            <a:ext cx="7496476" cy="79289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8" name="{{image_12}}" descr="{{image_12}}">
            <a:extLst xmlns:a="http://schemas.openxmlformats.org/drawingml/2006/main">
              <a:ext uri="{FF2B5EF4-FFF2-40B4-BE49-F238E27FC236}">
                <a16:creationId xmlns:a16="http://schemas.microsoft.com/office/drawing/2014/main" id="{B53725A0-D727-443C-95A9-DCFD0A21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55058" y="3784272"/>
            <a:ext cx="8579728" cy="857972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57b378e93fc4ac1"/>
            <a:stretch>
              <a:fillRect l="-25471" t="0" r="-25471" b="0"/>
            </a:stretch>
          </a:blipFill>
        </p:spPr>
      </p:sp>
      <p:sp>
        <p:nvSpPr>
          <p:cNvPr id="9" name="{{gorizantal}}">
            <a:extLst xmlns:a="http://schemas.openxmlformats.org/drawingml/2006/main">
              <a:ext uri="{FF2B5EF4-FFF2-40B4-BE49-F238E27FC236}">
                <a16:creationId xmlns:a16="http://schemas.microsoft.com/office/drawing/2014/main" id="{5E350FB7-79F6-4FB1-A558-3A289B44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280160"/>
            <a:ext cx="8138160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FFFFFF"/>
                </a:solidFill>
                <a:latin typeface="Orelega One"/>
                <a:ea typeface="Orelega One"/>
                <a:cs typeface="Orelega One"/>
              </a:defRPr>
            </a:pPr>
            <a:r>
              <a:rPr sz="5000" b="1">
                <a:solidFill>
                  <a:srgbClr val="FFFFFF"/>
                </a:solidFill>
                <a:latin typeface="Orelega One"/>
                <a:ea typeface="Orelega One"/>
                <a:cs typeface="Orelega One"/>
              </a:rPr>
              <a:t>{{gorizantal}}</a:t>
            </a:r>
          </a:p>
        </p:txBody>
      </p:sp>
      <p:sp>
        <p:nvSpPr>
          <p:cNvPr id="10" name="{{gorizantal_fakt}}">
            <a:extLst xmlns:a="http://schemas.openxmlformats.org/drawingml/2006/main">
              <a:ext uri="{FF2B5EF4-FFF2-40B4-BE49-F238E27FC236}">
                <a16:creationId xmlns:a16="http://schemas.microsoft.com/office/drawing/2014/main" id="{ED922A60-BBDE-443E-88E7-57460FAC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977640"/>
            <a:ext cx="777240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FFFFFF"/>
                </a:solidFill>
                <a:latin typeface="Orelega One"/>
                <a:ea typeface="Orelega One"/>
                <a:cs typeface="Orelega One"/>
              </a:defRPr>
            </a:pPr>
            <a:r>
              <a:rPr sz="2500" b="1">
                <a:solidFill>
                  <a:srgbClr val="FFFFFF"/>
                </a:solidFill>
                <a:latin typeface="Orelega One"/>
                <a:ea typeface="Orelega One"/>
                <a:cs typeface="Orelega One"/>
              </a:rPr>
              <a:t>{{gorizantal_fakt}}</a:t>
            </a:r>
          </a:p>
        </p:txBody>
      </p:sp>
      <p:sp>
        <p:nvSpPr>
          <p:cNvPr id="11" name="{{gorizantal_reason}}">
            <a:extLst xmlns:a="http://schemas.openxmlformats.org/drawingml/2006/main">
              <a:ext uri="{FF2B5EF4-FFF2-40B4-BE49-F238E27FC236}">
                <a16:creationId xmlns:a16="http://schemas.microsoft.com/office/drawing/2014/main" id="{47E5B2B0-D44A-4AB6-8D38-8B601AF6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303520"/>
            <a:ext cx="7772400" cy="3840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7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{{gorizantal_reason}}</a:t>
            </a:r>
          </a:p>
        </p:txBody>
      </p:sp>
      <p:sp>
        <p:nvSpPr>
          <p:cNvPr id="12" name="static_14 / 20">
            <a:extLst xmlns:a="http://schemas.openxmlformats.org/drawingml/2006/main">
              <a:ext uri="{FF2B5EF4-FFF2-40B4-BE49-F238E27FC236}">
                <a16:creationId xmlns:a16="http://schemas.microsoft.com/office/drawing/2014/main" id="{6D326EDC-A97C-4257-8D6D-F7CA5BC6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4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14 / 20</a:t>
            </a:r>
          </a:p>
        </p:txBody>
      </p:sp>
    </p:spTree>
    <p:extLst>
      <p:ext uri="{BB962C8B-B14F-4D97-AF65-F5344CB8AC3E}">
        <p14:creationId xmlns:p14="http://schemas.microsoft.com/office/powerpoint/2010/main" val="10523390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3E4A0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D3AD1EF1-9E8F-4D38-9A62-8AD8EE2E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4841242" y="4211796"/>
            <a:ext cx="11446918" cy="9407285"/>
          </a:xfrm>
          <a:custGeom xmlns:a="http://schemas.openxmlformats.org/drawingml/2006/main">
            <a:rect l="l" t="t" r="r" b="b"/>
            <a:pathLst>
              <a:path w="11446918" h="9407285">
                <a:moveTo>
                  <a:pt x="11446918" y="0"/>
                </a:moveTo>
                <a:lnTo>
                  <a:pt x="0" y="0"/>
                </a:lnTo>
                <a:lnTo>
                  <a:pt x="0" y="9407286"/>
                </a:lnTo>
                <a:lnTo>
                  <a:pt x="11446918" y="9407286"/>
                </a:lnTo>
                <a:lnTo>
                  <a:pt x="11446918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984430ffc1643a4">
              <a:alphaModFix amt="36000"/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109FF98D-1818-4574-81CC-4B8964EA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47930" y="2626416"/>
            <a:ext cx="11253228" cy="1125322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607428">
                  <a:alpha val="100000"/>
                </a:srgbClr>
              </a:gs>
              <a:gs pos="100000">
                <a:srgbClr val="20280B">
                  <a:alpha val="100000"/>
                </a:srgbClr>
              </a:gs>
            </a:gsLst>
            <a:path path="circle">
              <a:fillToRect l="0" t="0" r="100000" b="100000"/>
            </a:path>
            <a:tileRect l="-100000" t="-100000" r="0" b="0"/>
          </a:grad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7E6C24C1-6F7F-44D8-B6B9-7AD66C40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02920" y="3153911"/>
            <a:ext cx="9143247" cy="96707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7" name="{{image_7}}" descr="{{image_7}}">
            <a:extLst xmlns:a="http://schemas.openxmlformats.org/drawingml/2006/main">
              <a:ext uri="{FF2B5EF4-FFF2-40B4-BE49-F238E27FC236}">
                <a16:creationId xmlns:a16="http://schemas.microsoft.com/office/drawing/2014/main" id="{4E6F2FCC-3C73-4793-AFEB-CAEA190C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63875" y="3176410"/>
            <a:ext cx="9836331" cy="9836331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affd4a9f1e840ed"/>
            <a:stretch>
              <a:fillRect l="-14164" t="-19543" r="0" b="-23162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110F3739-72CD-4A59-8BE7-BEE3DF96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76488" y="-295603"/>
            <a:ext cx="4576427" cy="2648607"/>
          </a:xfrm>
          <a:custGeom xmlns:a="http://schemas.openxmlformats.org/drawingml/2006/main">
            <a:rect l="l" t="t" r="r" b="b"/>
            <a:pathLst>
              <a:path w="4576427" h="2648607">
                <a:moveTo>
                  <a:pt x="0" y="0"/>
                </a:moveTo>
                <a:lnTo>
                  <a:pt x="4576426" y="0"/>
                </a:lnTo>
                <a:lnTo>
                  <a:pt x="4576426" y="2648606"/>
                </a:lnTo>
                <a:lnTo>
                  <a:pt x="0" y="26486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f242d8d98eb493d">
              <a:alphaModFix amt="18000"/>
            </a:blip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80913176-25D3-4C1D-AD2B-96E6226A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83782" y="4524341"/>
            <a:ext cx="4576427" cy="2648607"/>
          </a:xfrm>
          <a:custGeom xmlns:a="http://schemas.openxmlformats.org/drawingml/2006/main">
            <a:rect l="l" t="t" r="r" b="b"/>
            <a:pathLst>
              <a:path w="4576427" h="2648607">
                <a:moveTo>
                  <a:pt x="0" y="0"/>
                </a:moveTo>
                <a:lnTo>
                  <a:pt x="4576427" y="0"/>
                </a:lnTo>
                <a:lnTo>
                  <a:pt x="4576427" y="2648607"/>
                </a:lnTo>
                <a:lnTo>
                  <a:pt x="0" y="264860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f242d8d98eb493d">
              <a:alphaModFix amt="18000"/>
            </a:blip>
            <a:stretch>
              <a:fillRect l="0" t="0" r="0" b="0"/>
            </a:stretch>
          </a:blipFill>
        </p:spPr>
      </p:sp>
      <p:sp>
        <p:nvSpPr>
          <p:cNvPr id="10" name="{{vertikal}}">
            <a:extLst xmlns:a="http://schemas.openxmlformats.org/drawingml/2006/main">
              <a:ext uri="{FF2B5EF4-FFF2-40B4-BE49-F238E27FC236}">
                <a16:creationId xmlns:a16="http://schemas.microsoft.com/office/drawing/2014/main" id="{34AFA327-DD8C-4BC9-8F7E-6BB8931E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280160"/>
            <a:ext cx="8138160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FFFFFF"/>
                </a:solidFill>
                <a:latin typeface="Orelega One"/>
                <a:ea typeface="Orelega One"/>
                <a:cs typeface="Orelega One"/>
              </a:defRPr>
            </a:pPr>
            <a:r>
              <a:rPr sz="5000" b="1">
                <a:solidFill>
                  <a:srgbClr val="FFFFFF"/>
                </a:solidFill>
                <a:latin typeface="Orelega One"/>
                <a:ea typeface="Orelega One"/>
                <a:cs typeface="Orelega One"/>
              </a:rPr>
              <a:t>{{vertikal}}</a:t>
            </a:r>
          </a:p>
        </p:txBody>
      </p:sp>
      <p:sp>
        <p:nvSpPr>
          <p:cNvPr id="11" name="{{vertikal_fakt}}">
            <a:extLst xmlns:a="http://schemas.openxmlformats.org/drawingml/2006/main">
              <a:ext uri="{FF2B5EF4-FFF2-40B4-BE49-F238E27FC236}">
                <a16:creationId xmlns:a16="http://schemas.microsoft.com/office/drawing/2014/main" id="{450007ED-7E93-41D0-9D58-6ED5A736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977640"/>
            <a:ext cx="777240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FFFFFF"/>
                </a:solidFill>
                <a:latin typeface="Orelega One"/>
                <a:ea typeface="Orelega One"/>
                <a:cs typeface="Orelega One"/>
              </a:defRPr>
            </a:pPr>
            <a:r>
              <a:rPr sz="2500" b="1">
                <a:solidFill>
                  <a:srgbClr val="FFFFFF"/>
                </a:solidFill>
                <a:latin typeface="Orelega One"/>
                <a:ea typeface="Orelega One"/>
                <a:cs typeface="Orelega One"/>
              </a:rPr>
              <a:t>{{vertikal_fakt}}</a:t>
            </a:r>
          </a:p>
        </p:txBody>
      </p:sp>
      <p:sp>
        <p:nvSpPr>
          <p:cNvPr id="12" name="{{vertikal_reason}}">
            <a:extLst xmlns:a="http://schemas.openxmlformats.org/drawingml/2006/main">
              <a:ext uri="{FF2B5EF4-FFF2-40B4-BE49-F238E27FC236}">
                <a16:creationId xmlns:a16="http://schemas.microsoft.com/office/drawing/2014/main" id="{7873A57C-3F43-4AF3-8FAA-987B2658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303520"/>
            <a:ext cx="7772400" cy="3840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7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{{vertikal_reason}}</a:t>
            </a:r>
          </a:p>
        </p:txBody>
      </p:sp>
      <p:sp>
        <p:nvSpPr>
          <p:cNvPr id="13" name="static_15 / 20">
            <a:extLst xmlns:a="http://schemas.openxmlformats.org/drawingml/2006/main">
              <a:ext uri="{FF2B5EF4-FFF2-40B4-BE49-F238E27FC236}">
                <a16:creationId xmlns:a16="http://schemas.microsoft.com/office/drawing/2014/main" id="{82D56F6B-58F9-4CC4-BB1D-0011B540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4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15 / 20</a:t>
            </a:r>
          </a:p>
        </p:txBody>
      </p:sp>
    </p:spTree>
    <p:extLst>
      <p:ext uri="{BB962C8B-B14F-4D97-AF65-F5344CB8AC3E}">
        <p14:creationId xmlns:p14="http://schemas.microsoft.com/office/powerpoint/2010/main" val="20713978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3E4A0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2E1A9E3C-F1DC-4380-805B-1E251469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30977" y="858445"/>
            <a:ext cx="3702562" cy="2142858"/>
          </a:xfrm>
          <a:custGeom xmlns:a="http://schemas.openxmlformats.org/drawingml/2006/main">
            <a:rect l="l" t="t" r="r" b="b"/>
            <a:pathLst>
              <a:path w="3702562" h="2142858">
                <a:moveTo>
                  <a:pt x="0" y="0"/>
                </a:moveTo>
                <a:lnTo>
                  <a:pt x="3702562" y="0"/>
                </a:lnTo>
                <a:lnTo>
                  <a:pt x="3702562" y="2142858"/>
                </a:lnTo>
                <a:lnTo>
                  <a:pt x="0" y="214285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f3d2efe51d64346">
              <a:alphaModFix amt="42000"/>
            </a:blip>
            <a:stretch>
              <a:fillRect l="0" t="0" r="0" b="0"/>
            </a:stretch>
          </a:blipFill>
        </p:spPr>
      </p:sp>
      <p:sp>
        <p:nvSpPr>
          <p:cNvPr id="3" name="{{positiv_title}}">
            <a:extLst xmlns:a="http://schemas.openxmlformats.org/drawingml/2006/main">
              <a:ext uri="{FF2B5EF4-FFF2-40B4-BE49-F238E27FC236}">
                <a16:creationId xmlns:a16="http://schemas.microsoft.com/office/drawing/2014/main" id="{76F48D63-0C30-4DA9-BE5A-0741D460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80360"/>
            <a:ext cx="6400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Orelega One"/>
                <a:ea typeface="Orelega One"/>
                <a:cs typeface="Orelega One"/>
              </a:defRPr>
            </a:pPr>
            <a:r>
              <a:rPr sz="3000" b="1">
                <a:solidFill>
                  <a:srgbClr val="FFFFFF"/>
                </a:solidFill>
                <a:latin typeface="Orelega One"/>
                <a:ea typeface="Orelega One"/>
                <a:cs typeface="Orelega One"/>
              </a:rPr>
              <a:t>{{positiv_title}}</a:t>
            </a:r>
          </a:p>
        </p:txBody>
      </p:sp>
      <p:sp>
        <p:nvSpPr>
          <p:cNvPr id="4" name="{{positiv}}">
            <a:extLst xmlns:a="http://schemas.openxmlformats.org/drawingml/2006/main">
              <a:ext uri="{FF2B5EF4-FFF2-40B4-BE49-F238E27FC236}">
                <a16:creationId xmlns:a16="http://schemas.microsoft.com/office/drawing/2014/main" id="{6B5B934F-FE04-4925-827C-03D2E902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77640"/>
            <a:ext cx="6400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6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{{positiv}}</a:t>
            </a:r>
          </a:p>
        </p:txBody>
      </p:sp>
      <p:sp>
        <p:nvSpPr>
          <p:cNvPr id="5" name="{{negative_title}}">
            <a:extLst xmlns:a="http://schemas.openxmlformats.org/drawingml/2006/main">
              <a:ext uri="{FF2B5EF4-FFF2-40B4-BE49-F238E27FC236}">
                <a16:creationId xmlns:a16="http://schemas.microsoft.com/office/drawing/2014/main" id="{12A0BE69-8C7C-4480-9DF4-91EBC95B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80360"/>
            <a:ext cx="6400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Orelega One"/>
                <a:ea typeface="Orelega One"/>
                <a:cs typeface="Orelega One"/>
              </a:defRPr>
            </a:pPr>
            <a:r>
              <a:rPr sz="3000" b="1">
                <a:solidFill>
                  <a:srgbClr val="FFFFFF"/>
                </a:solidFill>
                <a:latin typeface="Orelega One"/>
                <a:ea typeface="Orelega One"/>
                <a:cs typeface="Orelega One"/>
              </a:rPr>
              <a:t>{{negative_title}}</a:t>
            </a:r>
          </a:p>
        </p:txBody>
      </p:sp>
      <p:sp>
        <p:nvSpPr>
          <p:cNvPr id="6" name="{{negative}}">
            <a:extLst xmlns:a="http://schemas.openxmlformats.org/drawingml/2006/main">
              <a:ext uri="{FF2B5EF4-FFF2-40B4-BE49-F238E27FC236}">
                <a16:creationId xmlns:a16="http://schemas.microsoft.com/office/drawing/2014/main" id="{4FA7E92D-6A66-418A-A706-CEBEEB25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977640"/>
            <a:ext cx="6400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6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{{negative}}</a:t>
            </a:r>
          </a:p>
        </p:txBody>
      </p:sp>
      <p:sp>
        <p:nvSpPr>
          <p:cNvPr id="7" name="static_16 / 20">
            <a:extLst xmlns:a="http://schemas.openxmlformats.org/drawingml/2006/main">
              <a:ext uri="{FF2B5EF4-FFF2-40B4-BE49-F238E27FC236}">
                <a16:creationId xmlns:a16="http://schemas.microsoft.com/office/drawing/2014/main" id="{955C120A-E1AD-42E7-9FF2-157C6D74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4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16 / 20</a:t>
            </a:r>
          </a:p>
        </p:txBody>
      </p:sp>
    </p:spTree>
    <p:extLst>
      <p:ext uri="{BB962C8B-B14F-4D97-AF65-F5344CB8AC3E}">
        <p14:creationId xmlns:p14="http://schemas.microsoft.com/office/powerpoint/2010/main" val="20976228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3E4A0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2E1A9E3C-F1DC-4380-805B-1E251469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30977" y="858445"/>
            <a:ext cx="3702562" cy="2142858"/>
          </a:xfrm>
          <a:custGeom xmlns:a="http://schemas.openxmlformats.org/drawingml/2006/main">
            <a:rect l="l" t="t" r="r" b="b"/>
            <a:pathLst>
              <a:path w="3702562" h="2142858">
                <a:moveTo>
                  <a:pt x="0" y="0"/>
                </a:moveTo>
                <a:lnTo>
                  <a:pt x="3702562" y="0"/>
                </a:lnTo>
                <a:lnTo>
                  <a:pt x="3702562" y="2142858"/>
                </a:lnTo>
                <a:lnTo>
                  <a:pt x="0" y="214285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c721f0b6b364faa">
              <a:alphaModFix amt="42000"/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D9E791D2-5135-4E9C-A6C7-B7D07BAB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33784" y="1747227"/>
            <a:ext cx="9258305" cy="9258305"/>
          </a:xfrm>
          <a:custGeom xmlns:a="http://schemas.openxmlformats.org/drawingml/2006/main">
            <a:rect l="l" t="t" r="r" b="b"/>
            <a:pathLst>
              <a:path w="9258305" h="9258305">
                <a:moveTo>
                  <a:pt x="0" y="0"/>
                </a:moveTo>
                <a:lnTo>
                  <a:pt x="9258305" y="0"/>
                </a:lnTo>
                <a:lnTo>
                  <a:pt x="9258305" y="9258305"/>
                </a:lnTo>
                <a:lnTo>
                  <a:pt x="0" y="925830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f8faf866b7042f1">
              <a:alphaModFix amt="52000"/>
              <a:extLst>
                <a:ext uri="{96DAC541-7B7A-43D3-8B79-37D633B846F1}">
                  <asvg:svgBlip xmlns:asvg="http://schemas.microsoft.com/office/drawing/2016/SVG/main" r:embed="R2f90d8b386b44bb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{{xulosa}}">
            <a:extLst xmlns:a="http://schemas.openxmlformats.org/drawingml/2006/main">
              <a:ext uri="{FF2B5EF4-FFF2-40B4-BE49-F238E27FC236}">
                <a16:creationId xmlns:a16="http://schemas.microsoft.com/office/drawing/2014/main" id="{AA69EEE8-4874-430D-AB4B-70E807B1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017520"/>
            <a:ext cx="114300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00" b="1">
                <a:solidFill>
                  <a:srgbClr val="FFFFFF"/>
                </a:solidFill>
                <a:latin typeface="Orelega One"/>
                <a:ea typeface="Orelega One"/>
                <a:cs typeface="Orelega One"/>
              </a:defRPr>
            </a:pPr>
            <a:r>
              <a:rPr sz="7600" b="1">
                <a:solidFill>
                  <a:srgbClr val="FFFFFF"/>
                </a:solidFill>
                <a:latin typeface="Orelega One"/>
                <a:ea typeface="Orelega One"/>
                <a:cs typeface="Orelega One"/>
              </a:rPr>
              <a:t>{{xulosa}}</a:t>
            </a:r>
          </a:p>
        </p:txBody>
      </p:sp>
      <p:sp>
        <p:nvSpPr>
          <p:cNvPr id="6" name="static_17 / 20">
            <a:extLst xmlns:a="http://schemas.openxmlformats.org/drawingml/2006/main">
              <a:ext uri="{FF2B5EF4-FFF2-40B4-BE49-F238E27FC236}">
                <a16:creationId xmlns:a16="http://schemas.microsoft.com/office/drawing/2014/main" id="{F4E3C3E8-A5E4-48CC-ADF5-D37E7BD8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4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17 / 20</a:t>
            </a:r>
          </a:p>
        </p:txBody>
      </p:sp>
    </p:spTree>
    <p:extLst>
      <p:ext uri="{BB962C8B-B14F-4D97-AF65-F5344CB8AC3E}">
        <p14:creationId xmlns:p14="http://schemas.microsoft.com/office/powerpoint/2010/main" val="20976228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3E4A0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2D2DEB51-CAC0-44BE-87E8-0E90F999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43493" y="-503500"/>
            <a:ext cx="4576427" cy="2648607"/>
          </a:xfrm>
          <a:custGeom xmlns:a="http://schemas.openxmlformats.org/drawingml/2006/main">
            <a:rect l="l" t="t" r="r" b="b"/>
            <a:pathLst>
              <a:path w="4576427" h="2648607">
                <a:moveTo>
                  <a:pt x="0" y="0"/>
                </a:moveTo>
                <a:lnTo>
                  <a:pt x="4576426" y="0"/>
                </a:lnTo>
                <a:lnTo>
                  <a:pt x="4576426" y="2648607"/>
                </a:lnTo>
                <a:lnTo>
                  <a:pt x="0" y="264860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0b20996d5c2499d">
              <a:alphaModFix amt="18000"/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BE8D9F13-CA8B-4199-B6F4-3CF3E086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0847868" y="-1251818"/>
            <a:ext cx="11446918" cy="9407285"/>
          </a:xfrm>
          <a:custGeom xmlns:a="http://schemas.openxmlformats.org/drawingml/2006/main">
            <a:rect l="l" t="t" r="r" b="b"/>
            <a:pathLst>
              <a:path w="11446918" h="9407285">
                <a:moveTo>
                  <a:pt x="11446918" y="0"/>
                </a:moveTo>
                <a:lnTo>
                  <a:pt x="0" y="0"/>
                </a:lnTo>
                <a:lnTo>
                  <a:pt x="0" y="9407285"/>
                </a:lnTo>
                <a:lnTo>
                  <a:pt x="11446918" y="9407285"/>
                </a:lnTo>
                <a:lnTo>
                  <a:pt x="11446918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cfa15cab3884a53">
              <a:alphaModFix amt="36000"/>
            </a:blip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4FEFCD09-7F48-4B52-A3AF-959A2311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31706" y="3542251"/>
            <a:ext cx="9226432" cy="9226432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607428">
                  <a:alpha val="100000"/>
                </a:srgbClr>
              </a:gs>
              <a:gs pos="100000">
                <a:srgbClr val="20280B">
                  <a:alpha val="100000"/>
                </a:srgbClr>
              </a:gs>
            </a:gsLst>
            <a:path path="circle">
              <a:fillToRect l="0" t="0" r="100000" b="100000"/>
            </a:path>
            <a:tileRect l="-100000" t="-100000" r="0" b="0"/>
          </a:gra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A4D0B28B-177F-47B5-9708-DDFB260C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96684" y="3974740"/>
            <a:ext cx="7496476" cy="79289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8" name="{{image_13}}" descr="{{image_13}}">
            <a:extLst xmlns:a="http://schemas.openxmlformats.org/drawingml/2006/main">
              <a:ext uri="{FF2B5EF4-FFF2-40B4-BE49-F238E27FC236}">
                <a16:creationId xmlns:a16="http://schemas.microsoft.com/office/drawing/2014/main" id="{B53725A0-D727-443C-95A9-DCFD0A21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55058" y="3784272"/>
            <a:ext cx="8579728" cy="857972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cc6e9e2582948e7"/>
            <a:stretch>
              <a:fillRect l="-25471" t="0" r="-25471" b="0"/>
            </a:stretch>
          </a:blipFill>
        </p:spPr>
      </p:sp>
      <p:sp>
        <p:nvSpPr>
          <p:cNvPr id="9" name="{{xulosa}}">
            <a:extLst xmlns:a="http://schemas.openxmlformats.org/drawingml/2006/main">
              <a:ext uri="{FF2B5EF4-FFF2-40B4-BE49-F238E27FC236}">
                <a16:creationId xmlns:a16="http://schemas.microsoft.com/office/drawing/2014/main" id="{1087FC6A-40B5-4425-A3B0-2B70BAC9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280160"/>
            <a:ext cx="8138160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FFFFFF"/>
                </a:solidFill>
                <a:latin typeface="Orelega One"/>
                <a:ea typeface="Orelega One"/>
                <a:cs typeface="Orelega One"/>
              </a:defRPr>
            </a:pPr>
            <a:r>
              <a:rPr sz="5000" b="1">
                <a:solidFill>
                  <a:srgbClr val="FFFFFF"/>
                </a:solidFill>
                <a:latin typeface="Orelega One"/>
                <a:ea typeface="Orelega One"/>
                <a:cs typeface="Orelega One"/>
              </a:rPr>
              <a:t>{{xulosa}}</a:t>
            </a:r>
          </a:p>
        </p:txBody>
      </p:sp>
      <p:sp>
        <p:nvSpPr>
          <p:cNvPr id="10" name="{{xulosa_matni}}">
            <a:extLst xmlns:a="http://schemas.openxmlformats.org/drawingml/2006/main">
              <a:ext uri="{FF2B5EF4-FFF2-40B4-BE49-F238E27FC236}">
                <a16:creationId xmlns:a16="http://schemas.microsoft.com/office/drawing/2014/main" id="{DF46F61D-14D0-4B08-AF22-D1FB0C90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977640"/>
            <a:ext cx="7772400" cy="5166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7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{{xulosa_matni}}</a:t>
            </a:r>
          </a:p>
        </p:txBody>
      </p:sp>
      <p:sp>
        <p:nvSpPr>
          <p:cNvPr id="11" name="static_18 / 20">
            <a:extLst xmlns:a="http://schemas.openxmlformats.org/drawingml/2006/main">
              <a:ext uri="{FF2B5EF4-FFF2-40B4-BE49-F238E27FC236}">
                <a16:creationId xmlns:a16="http://schemas.microsoft.com/office/drawing/2014/main" id="{C6817248-F2AC-4B9C-9832-6418EBB8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4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18 / 20</a:t>
            </a:r>
          </a:p>
        </p:txBody>
      </p:sp>
    </p:spTree>
    <p:extLst>
      <p:ext uri="{BB962C8B-B14F-4D97-AF65-F5344CB8AC3E}">
        <p14:creationId xmlns:p14="http://schemas.microsoft.com/office/powerpoint/2010/main" val="10523390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3E4A0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2E1A9E3C-F1DC-4380-805B-1E251469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30977" y="858445"/>
            <a:ext cx="3702562" cy="2142858"/>
          </a:xfrm>
          <a:custGeom xmlns:a="http://schemas.openxmlformats.org/drawingml/2006/main">
            <a:rect l="l" t="t" r="r" b="b"/>
            <a:pathLst>
              <a:path w="3702562" h="2142858">
                <a:moveTo>
                  <a:pt x="0" y="0"/>
                </a:moveTo>
                <a:lnTo>
                  <a:pt x="3702562" y="0"/>
                </a:lnTo>
                <a:lnTo>
                  <a:pt x="3702562" y="2142858"/>
                </a:lnTo>
                <a:lnTo>
                  <a:pt x="0" y="214285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36bec5b4e384418">
              <a:alphaModFix amt="42000"/>
            </a:blip>
            <a:stretch>
              <a:fillRect l="0" t="0" r="0" b="0"/>
            </a:stretch>
          </a:blipFill>
        </p:spPr>
      </p:sp>
      <p:sp>
        <p:nvSpPr>
          <p:cNvPr id="3" name="{{adabiyotlar}}">
            <a:extLst xmlns:a="http://schemas.openxmlformats.org/drawingml/2006/main">
              <a:ext uri="{FF2B5EF4-FFF2-40B4-BE49-F238E27FC236}">
                <a16:creationId xmlns:a16="http://schemas.microsoft.com/office/drawing/2014/main" id="{CD2A0FD7-5878-4B47-9D42-87C096F4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280160"/>
            <a:ext cx="1371600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FFFFFF"/>
                </a:solidFill>
                <a:latin typeface="Orelega One"/>
                <a:ea typeface="Orelega One"/>
                <a:cs typeface="Orelega One"/>
              </a:defRPr>
            </a:pPr>
            <a:r>
              <a:rPr sz="6000" b="1">
                <a:solidFill>
                  <a:srgbClr val="FFFFFF"/>
                </a:solidFill>
                <a:latin typeface="Orelega One"/>
                <a:ea typeface="Orelega One"/>
                <a:cs typeface="Orelega One"/>
              </a:rPr>
              <a:t>{{adabiyotlar}}</a:t>
            </a:r>
          </a:p>
        </p:txBody>
      </p:sp>
      <p:sp>
        <p:nvSpPr>
          <p:cNvPr id="4" name="{{adabiyotlar_ro_yxati}}">
            <a:extLst xmlns:a="http://schemas.openxmlformats.org/drawingml/2006/main">
              <a:ext uri="{FF2B5EF4-FFF2-40B4-BE49-F238E27FC236}">
                <a16:creationId xmlns:a16="http://schemas.microsoft.com/office/drawing/2014/main" id="{43C9A856-7E66-4FB0-8E64-FAF7F829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291840"/>
            <a:ext cx="13441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7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{{adabiyotlar_ro_yxati}}</a:t>
            </a:r>
          </a:p>
        </p:txBody>
      </p:sp>
      <p:sp>
        <p:nvSpPr>
          <p:cNvPr id="5" name="static_19 / 20">
            <a:extLst xmlns:a="http://schemas.openxmlformats.org/drawingml/2006/main">
              <a:ext uri="{FF2B5EF4-FFF2-40B4-BE49-F238E27FC236}">
                <a16:creationId xmlns:a16="http://schemas.microsoft.com/office/drawing/2014/main" id="{226FF420-8DF2-4E53-B923-1D508943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4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19 / 20</a:t>
            </a:r>
          </a:p>
        </p:txBody>
      </p:sp>
    </p:spTree>
    <p:extLst>
      <p:ext uri="{BB962C8B-B14F-4D97-AF65-F5344CB8AC3E}">
        <p14:creationId xmlns:p14="http://schemas.microsoft.com/office/powerpoint/2010/main" val="20976228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3E4A0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2E1A9E3C-F1DC-4380-805B-1E251469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30977" y="858445"/>
            <a:ext cx="3702562" cy="2142858"/>
          </a:xfrm>
          <a:custGeom xmlns:a="http://schemas.openxmlformats.org/drawingml/2006/main">
            <a:rect l="l" t="t" r="r" b="b"/>
            <a:pathLst>
              <a:path w="3702562" h="2142858">
                <a:moveTo>
                  <a:pt x="0" y="0"/>
                </a:moveTo>
                <a:lnTo>
                  <a:pt x="3702562" y="0"/>
                </a:lnTo>
                <a:lnTo>
                  <a:pt x="3702562" y="2142858"/>
                </a:lnTo>
                <a:lnTo>
                  <a:pt x="0" y="214285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f3186ec361a436f">
              <a:alphaModFix amt="42000"/>
            </a:blip>
            <a:stretch>
              <a:fillRect l="0" t="0" r="0" b="0"/>
            </a:stretch>
          </a:blipFill>
        </p:spPr>
      </p:sp>
      <p:sp>
        <p:nvSpPr>
          <p:cNvPr id="4" name="{{image_1}}" descr="{{image_1}}">
            <a:extLst xmlns:a="http://schemas.openxmlformats.org/drawingml/2006/main">
              <a:ext uri="{FF2B5EF4-FFF2-40B4-BE49-F238E27FC236}">
                <a16:creationId xmlns:a16="http://schemas.microsoft.com/office/drawing/2014/main" id="{D9E791D2-5135-4E9C-A6C7-B7D07BAB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33784" y="1747227"/>
            <a:ext cx="9258305" cy="9258305"/>
          </a:xfrm>
          <a:custGeom xmlns:a="http://schemas.openxmlformats.org/drawingml/2006/main">
            <a:rect l="l" t="t" r="r" b="b"/>
            <a:pathLst>
              <a:path w="9258305" h="9258305">
                <a:moveTo>
                  <a:pt x="0" y="0"/>
                </a:moveTo>
                <a:lnTo>
                  <a:pt x="9258305" y="0"/>
                </a:lnTo>
                <a:lnTo>
                  <a:pt x="9258305" y="9258305"/>
                </a:lnTo>
                <a:lnTo>
                  <a:pt x="0" y="925830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51bd62773094d58">
              <a:alphaModFix amt="52000"/>
              <a:extLst>
                <a:ext uri="{96DAC541-7B7A-43D3-8B79-37D633B846F1}">
                  <asvg:svgBlip xmlns:asvg="http://schemas.microsoft.com/office/drawing/2016/SVG/main" r:embed="R9b1ed7506d30468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{{yakun}}">
            <a:extLst xmlns:a="http://schemas.openxmlformats.org/drawingml/2006/main">
              <a:ext uri="{FF2B5EF4-FFF2-40B4-BE49-F238E27FC236}">
                <a16:creationId xmlns:a16="http://schemas.microsoft.com/office/drawing/2014/main" id="{07500762-AA27-461A-8D27-10428B70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017520"/>
            <a:ext cx="950976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FFFFFF"/>
                </a:solidFill>
                <a:latin typeface="Orelega One"/>
                <a:ea typeface="Orelega One"/>
                <a:cs typeface="Orelega One"/>
              </a:defRPr>
            </a:pPr>
            <a:r>
              <a:rPr sz="6600" b="1">
                <a:solidFill>
                  <a:srgbClr val="FFFFFF"/>
                </a:solidFill>
                <a:latin typeface="Orelega One"/>
                <a:ea typeface="Orelega One"/>
                <a:cs typeface="Orelega One"/>
              </a:rPr>
              <a:t>{{yakun}}</a:t>
            </a:r>
          </a:p>
        </p:txBody>
      </p:sp>
      <p:sp>
        <p:nvSpPr>
          <p:cNvPr id="6" name="static_20 / 20">
            <a:extLst xmlns:a="http://schemas.openxmlformats.org/drawingml/2006/main">
              <a:ext uri="{FF2B5EF4-FFF2-40B4-BE49-F238E27FC236}">
                <a16:creationId xmlns:a16="http://schemas.microsoft.com/office/drawing/2014/main" id="{21AB2EAE-FDC0-4936-AE0C-E9073F68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4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20 / 20</a:t>
            </a:r>
          </a:p>
        </p:txBody>
      </p:sp>
    </p:spTree>
    <p:extLst>
      <p:ext uri="{BB962C8B-B14F-4D97-AF65-F5344CB8AC3E}">
        <p14:creationId xmlns:p14="http://schemas.microsoft.com/office/powerpoint/2010/main" val="209762283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2026-10-07T14:06:09.9920000Z</dcterms:created>
  <dcterms:modified xsi:type="dcterms:W3CDTF">2026-10-07T14:06:09.9920000Z</dcterms:modified>
</coreProperties>
</file>