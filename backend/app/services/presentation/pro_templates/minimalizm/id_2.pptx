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lata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53399"/>
            <a:ext cx="4296535" cy="7747851"/>
          </a:xfrm>
          <a:custGeom>
            <a:avLst/>
            <a:gdLst/>
            <a:ahLst/>
            <a:cxnLst/>
            <a:rect r="r" b="b" t="t" l="l"/>
            <a:pathLst>
              <a:path h="7747851" w="4296535">
                <a:moveTo>
                  <a:pt x="0" y="0"/>
                </a:moveTo>
                <a:lnTo>
                  <a:pt x="4296535" y="0"/>
                </a:lnTo>
                <a:lnTo>
                  <a:pt x="4296535" y="7747851"/>
                </a:lnTo>
                <a:lnTo>
                  <a:pt x="0" y="7747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73525" y="8576389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5" y="0"/>
                </a:lnTo>
                <a:lnTo>
                  <a:pt x="4785775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19865" y="1028700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34138" y="32872"/>
            <a:ext cx="6453862" cy="6494453"/>
          </a:xfrm>
          <a:custGeom>
            <a:avLst/>
            <a:gdLst/>
            <a:ahLst/>
            <a:cxnLst/>
            <a:rect r="r" b="b" t="t" l="l"/>
            <a:pathLst>
              <a:path h="6494453" w="6453862">
                <a:moveTo>
                  <a:pt x="0" y="0"/>
                </a:moveTo>
                <a:lnTo>
                  <a:pt x="6453862" y="0"/>
                </a:lnTo>
                <a:lnTo>
                  <a:pt x="6453862" y="6494453"/>
                </a:lnTo>
                <a:lnTo>
                  <a:pt x="0" y="649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96535" y="3317414"/>
            <a:ext cx="12751348" cy="17058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947"/>
              </a:lnSpc>
            </a:pPr>
            <a:r>
              <a:rPr lang="en-US" sz="100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{{topic}}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3368" y="5219700"/>
            <a:ext cx="8101265" cy="66527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168"/>
              </a:lnSpc>
            </a:pPr>
            <a:r>
              <a:rPr lang="en-US" sz="36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6299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{{reja_1}}</a:t>
            </a:r>
          </a:p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{{reja_2}}</a:t>
            </a:r>
          </a:p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{{reja_3}}</a:t>
            </a:r>
          </a:p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{{reja_4}}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{{reja}}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{{s03_title}}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6299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{{s04_title}}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{{s05_text_1}}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{{s05_title}}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1884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13122726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{{s06_title}}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1033" y="5252643"/>
            <a:ext cx="13122726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7570" y="3546087"/>
            <a:ext cx="3390595" cy="4114800"/>
          </a:xfrm>
          <a:custGeom>
            <a:avLst/>
            <a:gdLst/>
            <a:ahLst/>
            <a:cxnLst/>
            <a:rect r="r" b="b" t="t" l="l"/>
            <a:pathLst>
              <a:path h="4114800" w="3390595">
                <a:moveTo>
                  <a:pt x="0" y="0"/>
                </a:moveTo>
                <a:lnTo>
                  <a:pt x="3390596" y="0"/>
                </a:lnTo>
                <a:lnTo>
                  <a:pt x="33905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7238" y="3405351"/>
            <a:ext cx="8701383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{{s07_text_1}}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{{s07_title}}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7238" y="6031102"/>
            <a:ext cx="8701383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{{s07_text_2}}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67848" y="3086100"/>
            <a:ext cx="4025023" cy="4114800"/>
          </a:xfrm>
          <a:custGeom>
            <a:avLst/>
            <a:gdLst/>
            <a:ahLst/>
            <a:cxnLst/>
            <a:rect r="r" b="b" t="t" l="l"/>
            <a:pathLst>
              <a:path h="4114800" w="4025023">
                <a:moveTo>
                  <a:pt x="0" y="0"/>
                </a:moveTo>
                <a:lnTo>
                  <a:pt x="4025023" y="0"/>
                </a:lnTo>
                <a:lnTo>
                  <a:pt x="4025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93930" y="2756672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{{s08_text_1}}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{{s08_title}}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93930" y="4531995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{{s08_text_2}}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93930" y="6307318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{{s08_text_3}}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0858" y="3081012"/>
            <a:ext cx="6214782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{{s09_text_1}}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{{s09_title}}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30179" y="3081012"/>
            <a:ext cx="6214782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{{s09_text_2}}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0858" y="5665955"/>
            <a:ext cx="6214782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{{s09_text_3}}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0179" y="5665955"/>
            <a:ext cx="6214782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{{s09_text_4}}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7793" y="2628889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{{s10_text_1}}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{{s10_title}}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7793" y="4034001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{{s10_text_2}}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7793" y="5439112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{{s10_text_3}}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7793" y="6844224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{{s10_text_4}}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{{s11_text_1}}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{{s11_title}}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6299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{{s12_text_1}}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{{s12_title}}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{{s13_text_1}}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{{s13_title}}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1884" y="2725032"/>
            <a:ext cx="5662924" cy="5880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{{s13_text_2}}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07238" y="2725032"/>
            <a:ext cx="13122726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{{s14_text_1}}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{{s14_title}}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1033" y="5252643"/>
            <a:ext cx="13122726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7570" y="3546087"/>
            <a:ext cx="3390595" cy="4114800"/>
          </a:xfrm>
          <a:custGeom>
            <a:avLst/>
            <a:gdLst/>
            <a:ahLst/>
            <a:cxnLst/>
            <a:rect r="r" b="b" t="t" l="l"/>
            <a:pathLst>
              <a:path h="4114800" w="3390595">
                <a:moveTo>
                  <a:pt x="0" y="0"/>
                </a:moveTo>
                <a:lnTo>
                  <a:pt x="3390596" y="0"/>
                </a:lnTo>
                <a:lnTo>
                  <a:pt x="33905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7238" y="3405351"/>
            <a:ext cx="8701383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{{s15_text_1}}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{{s15_title}}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07238" y="6031102"/>
            <a:ext cx="8701383" cy="2108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67848" y="3086100"/>
            <a:ext cx="4025023" cy="4114800"/>
          </a:xfrm>
          <a:custGeom>
            <a:avLst/>
            <a:gdLst/>
            <a:ahLst/>
            <a:cxnLst/>
            <a:rect r="r" b="b" t="t" l="l"/>
            <a:pathLst>
              <a:path h="4114800" w="4025023">
                <a:moveTo>
                  <a:pt x="0" y="0"/>
                </a:moveTo>
                <a:lnTo>
                  <a:pt x="4025023" y="0"/>
                </a:lnTo>
                <a:lnTo>
                  <a:pt x="4025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93930" y="2756672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{{s16_text_1}}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93930" y="4531995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{{s16_text_2}}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93930" y="6307318"/>
            <a:ext cx="8701383" cy="12706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{{s16_text_3}}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3240667"/>
            <a:ext cx="11763732" cy="46234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{{s17_text_1}}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{{s17_title}}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7793" y="2628889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{{s18_text_1}}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{{s18_title}}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7793" y="4034001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{{s18_text_2}}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7793" y="5439112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{{s18_text_3}}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7793" y="6844224"/>
            <a:ext cx="13512414" cy="8515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 marL="690881" indent="-345440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{{s18_text_4}}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07096" y="431667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51920" y="564161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6" y="0"/>
                </a:lnTo>
                <a:lnTo>
                  <a:pt x="4785776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5814475" y="5851044"/>
                </a:moveTo>
                <a:lnTo>
                  <a:pt x="0" y="5851044"/>
                </a:lnTo>
                <a:lnTo>
                  <a:pt x="0" y="0"/>
                </a:lnTo>
                <a:lnTo>
                  <a:pt x="5814475" y="0"/>
                </a:lnTo>
                <a:lnTo>
                  <a:pt x="5814475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2337570" y="4435956"/>
            <a:ext cx="5814475" cy="5851044"/>
          </a:xfrm>
          <a:custGeom>
            <a:avLst/>
            <a:gdLst/>
            <a:ahLst/>
            <a:cxnLst/>
            <a:rect r="r" b="b" t="t" l="l"/>
            <a:pathLst>
              <a:path h="5851044" w="5814475">
                <a:moveTo>
                  <a:pt x="0" y="5851044"/>
                </a:moveTo>
                <a:lnTo>
                  <a:pt x="5814476" y="5851044"/>
                </a:lnTo>
                <a:lnTo>
                  <a:pt x="5814476" y="0"/>
                </a:lnTo>
                <a:lnTo>
                  <a:pt x="0" y="0"/>
                </a:lnTo>
                <a:lnTo>
                  <a:pt x="0" y="58510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81076" y="2591988"/>
            <a:ext cx="11763732" cy="62998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3360"/>
              </a:lnSpc>
            </a:pPr>
            <a:r>
              <a:rPr lang="en-US" sz="28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{{adabiyotlar_ro_yxati}}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0236" y="640361"/>
            <a:ext cx="6284320" cy="72038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494"/>
              </a:lnSpc>
            </a:pPr>
            <a:r>
              <a:rPr lang="en-US" sz="5232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{{adabiyotlar}}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653399"/>
            <a:ext cx="4296535" cy="7747851"/>
          </a:xfrm>
          <a:custGeom>
            <a:avLst/>
            <a:gdLst/>
            <a:ahLst/>
            <a:cxnLst/>
            <a:rect r="r" b="b" t="t" l="l"/>
            <a:pathLst>
              <a:path h="7747851" w="4296535">
                <a:moveTo>
                  <a:pt x="0" y="0"/>
                </a:moveTo>
                <a:lnTo>
                  <a:pt x="4296535" y="0"/>
                </a:lnTo>
                <a:lnTo>
                  <a:pt x="4296535" y="7747851"/>
                </a:lnTo>
                <a:lnTo>
                  <a:pt x="0" y="7747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73525" y="8576389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0" y="0"/>
                </a:moveTo>
                <a:lnTo>
                  <a:pt x="4785775" y="0"/>
                </a:lnTo>
                <a:lnTo>
                  <a:pt x="4785775" y="1061572"/>
                </a:lnTo>
                <a:lnTo>
                  <a:pt x="0" y="106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219865" y="1028700"/>
            <a:ext cx="4785775" cy="1061572"/>
          </a:xfrm>
          <a:custGeom>
            <a:avLst/>
            <a:gdLst/>
            <a:ahLst/>
            <a:cxnLst/>
            <a:rect r="r" b="b" t="t" l="l"/>
            <a:pathLst>
              <a:path h="1061572" w="4785775">
                <a:moveTo>
                  <a:pt x="4785775" y="0"/>
                </a:moveTo>
                <a:lnTo>
                  <a:pt x="0" y="0"/>
                </a:lnTo>
                <a:lnTo>
                  <a:pt x="0" y="1061572"/>
                </a:lnTo>
                <a:lnTo>
                  <a:pt x="4785775" y="1061572"/>
                </a:lnTo>
                <a:lnTo>
                  <a:pt x="478577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34138" y="32872"/>
            <a:ext cx="6453862" cy="6494453"/>
          </a:xfrm>
          <a:custGeom>
            <a:avLst/>
            <a:gdLst/>
            <a:ahLst/>
            <a:cxnLst/>
            <a:rect r="r" b="b" t="t" l="l"/>
            <a:pathLst>
              <a:path h="6494453" w="6453862">
                <a:moveTo>
                  <a:pt x="0" y="0"/>
                </a:moveTo>
                <a:lnTo>
                  <a:pt x="6453862" y="0"/>
                </a:lnTo>
                <a:lnTo>
                  <a:pt x="6453862" y="6494453"/>
                </a:lnTo>
                <a:lnTo>
                  <a:pt x="0" y="649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12753" y="4376318"/>
            <a:ext cx="12751348" cy="170581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947"/>
              </a:lnSpc>
            </a:pPr>
            <a:r>
              <a:rPr lang="en-US" sz="10000">
                <a:solidFill>
                  <a:srgbClr val="404C7D"/>
                </a:solidFill>
                <a:latin typeface="Alata"/>
                <a:ea typeface="Alata"/>
                <a:cs typeface="Alata"/>
                <a:sym typeface="Alata"/>
              </a:rPr>
              <a:t>{{yakun}}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DAHXbcKn4Ac</dc:identifier>
  <dcterms:modified xsi:type="dcterms:W3CDTF">2011-08-01T06:04:30Z</dcterms:modified>
  <cp:revision>1</cp:revision>
  <dc:title>Grey Blue Minimalist Modern Presentation </dc:title>
</cp:coreProperties>
</file>