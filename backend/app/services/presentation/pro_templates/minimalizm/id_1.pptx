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Kelin Eator" charset="1" panose="00000000000000000000"/>
      <p:regular r:id="rId16"/>
    </p:embeddedFont>
    <p:embeddedFont>
      <p:font typeface="Promp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63999" y="380307"/>
            <a:ext cx="1301518" cy="1296785"/>
          </a:xfrm>
          <a:custGeom>
            <a:avLst/>
            <a:gdLst/>
            <a:ahLst/>
            <a:cxnLst/>
            <a:rect r="r" b="b" t="t" l="l"/>
            <a:pathLst>
              <a:path h="1296785" w="1301518">
                <a:moveTo>
                  <a:pt x="0" y="0"/>
                </a:moveTo>
                <a:lnTo>
                  <a:pt x="1301518" y="0"/>
                </a:lnTo>
                <a:lnTo>
                  <a:pt x="1301518" y="1296786"/>
                </a:lnTo>
                <a:lnTo>
                  <a:pt x="0" y="1296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50481" y="3531074"/>
            <a:ext cx="12387037" cy="31954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641"/>
              </a:lnSpc>
            </a:pPr>
            <a:r>
              <a:rPr lang="en-US" sz="10000">
                <a:solidFill>
                  <a:srgbClr val="000000"/>
                </a:solidFill>
                <a:latin typeface="Kelin Eator"/>
                <a:ea typeface="Kelin Eator"/>
                <a:cs typeface="Kelin Eator"/>
                <a:sym typeface="Kelin Eator"/>
              </a:rPr>
              <a:t>{{topic}}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1201" y="0"/>
            <a:ext cx="7315200" cy="2593571"/>
          </a:xfrm>
          <a:custGeom>
            <a:avLst/>
            <a:gdLst/>
            <a:ahLst/>
            <a:cxnLst/>
            <a:rect r="r" b="b" t="t" l="l"/>
            <a:pathLst>
              <a:path h="2593571" w="7315200">
                <a:moveTo>
                  <a:pt x="0" y="0"/>
                </a:moveTo>
                <a:lnTo>
                  <a:pt x="7315200" y="0"/>
                </a:lnTo>
                <a:lnTo>
                  <a:pt x="7315200" y="2593571"/>
                </a:lnTo>
                <a:lnTo>
                  <a:pt x="0" y="2593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04622" y="7693429"/>
            <a:ext cx="7315200" cy="2593571"/>
          </a:xfrm>
          <a:custGeom>
            <a:avLst/>
            <a:gdLst/>
            <a:ahLst/>
            <a:cxnLst/>
            <a:rect r="r" b="b" t="t" l="l"/>
            <a:pathLst>
              <a:path h="2593571" w="7315200">
                <a:moveTo>
                  <a:pt x="0" y="0"/>
                </a:moveTo>
                <a:lnTo>
                  <a:pt x="7315200" y="0"/>
                </a:lnTo>
                <a:lnTo>
                  <a:pt x="7315200" y="2593571"/>
                </a:lnTo>
                <a:lnTo>
                  <a:pt x="0" y="2593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73407" y="5515152"/>
            <a:ext cx="9741186" cy="121141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/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903104" y="8341822"/>
            <a:ext cx="1301518" cy="1296785"/>
          </a:xfrm>
          <a:custGeom>
            <a:avLst/>
            <a:gdLst/>
            <a:ahLst/>
            <a:cxnLst/>
            <a:rect r="r" b="b" t="t" l="l"/>
            <a:pathLst>
              <a:path h="1296785" w="1301518">
                <a:moveTo>
                  <a:pt x="0" y="0"/>
                </a:moveTo>
                <a:lnTo>
                  <a:pt x="1301518" y="0"/>
                </a:lnTo>
                <a:lnTo>
                  <a:pt x="1301518" y="1296785"/>
                </a:lnTo>
                <a:lnTo>
                  <a:pt x="0" y="1296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96720" y="-720837"/>
            <a:ext cx="1446935" cy="1441673"/>
          </a:xfrm>
          <a:custGeom>
            <a:avLst/>
            <a:gdLst/>
            <a:ahLst/>
            <a:cxnLst/>
            <a:rect r="r" b="b" t="t" l="l"/>
            <a:pathLst>
              <a:path h="1441673" w="1446935">
                <a:moveTo>
                  <a:pt x="0" y="0"/>
                </a:moveTo>
                <a:lnTo>
                  <a:pt x="1446935" y="0"/>
                </a:lnTo>
                <a:lnTo>
                  <a:pt x="1446935" y="1441674"/>
                </a:lnTo>
                <a:lnTo>
                  <a:pt x="0" y="1441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44345" y="9258300"/>
            <a:ext cx="1446935" cy="1441673"/>
          </a:xfrm>
          <a:custGeom>
            <a:avLst/>
            <a:gdLst/>
            <a:ahLst/>
            <a:cxnLst/>
            <a:rect r="r" b="b" t="t" l="l"/>
            <a:pathLst>
              <a:path h="1441673" w="1446935">
                <a:moveTo>
                  <a:pt x="0" y="0"/>
                </a:moveTo>
                <a:lnTo>
                  <a:pt x="1446935" y="0"/>
                </a:lnTo>
                <a:lnTo>
                  <a:pt x="1446935" y="1441673"/>
                </a:lnTo>
                <a:lnTo>
                  <a:pt x="0" y="144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hor" id="13"/>
          <p:cNvSpPr txBox="true"/>
          <p:nvPr/>
        </p:nvSpPr>
        <p:spPr>
          <a:xfrm rot="0">
            <a:off x="4572000" y="7612380"/>
            <a:ext cx="9144000" cy="7200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641"/>
              </a:lnSpc>
            </a:pPr>
            <a:r>
              <a:rPr lang="en-US" sz="3600">
                <a:solidFill>
                  <a:srgbClr val="000000"/>
                </a:solidFill>
                <a:latin typeface="Kelin Eator"/>
                <a:ea typeface="Kelin Eator"/>
                <a:cs typeface="Kelin Eator"/>
                <a:sym typeface="Kelin Eator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75411" y="1674935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{{reja}}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5774" y="3409950"/>
            <a:ext cx="11156451" cy="44414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096"/>
              </a:lnSpc>
            </a:pPr>
            <a:r>
              <a:rPr lang="en-US" sz="36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{{reja_1}}</a:t>
            </a:r>
          </a:p>
          <a:p>
            <a:pPr algn="just">
              <a:lnSpc>
                <a:spcPts val="5096"/>
              </a:lnSpc>
            </a:pPr>
            <a:r>
              <a:rPr lang="en-US" sz="36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{{reja_2}}</a:t>
            </a:r>
          </a:p>
          <a:p>
            <a:pPr algn="just">
              <a:lnSpc>
                <a:spcPts val="5096"/>
              </a:lnSpc>
            </a:pPr>
            <a:r>
              <a:rPr lang="en-US" sz="36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{{reja_3}}</a:t>
            </a:r>
          </a:p>
          <a:p>
            <a:pPr algn="just">
              <a:lnSpc>
                <a:spcPts val="5096"/>
              </a:lnSpc>
            </a:pPr>
            <a:r>
              <a:rPr lang="en-US" sz="36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75411" y="1674935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{{s03_title}}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5774" y="3409950"/>
            <a:ext cx="11156451" cy="44414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{{s04_title}}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435770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{{s04_text_1}}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515007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{{s04_text_2}}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{{s05_title}}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435770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{{s05_text_1}}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515007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{{s05_text_2}}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{{s06_title}}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91908" y="3438525"/>
            <a:ext cx="11620096" cy="38032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{{s06_text_1}}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1201" y="0"/>
            <a:ext cx="4029824" cy="1428756"/>
          </a:xfrm>
          <a:custGeom>
            <a:avLst/>
            <a:gdLst/>
            <a:ahLst/>
            <a:cxnLst/>
            <a:rect r="r" b="b" t="t" l="l"/>
            <a:pathLst>
              <a:path h="1428756" w="4029824">
                <a:moveTo>
                  <a:pt x="0" y="0"/>
                </a:moveTo>
                <a:lnTo>
                  <a:pt x="4029824" y="0"/>
                </a:lnTo>
                <a:lnTo>
                  <a:pt x="4029824" y="1428756"/>
                </a:lnTo>
                <a:lnTo>
                  <a:pt x="0" y="1428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4581" y="8827960"/>
            <a:ext cx="4115241" cy="1459040"/>
          </a:xfrm>
          <a:custGeom>
            <a:avLst/>
            <a:gdLst/>
            <a:ahLst/>
            <a:cxnLst/>
            <a:rect r="r" b="b" t="t" l="l"/>
            <a:pathLst>
              <a:path h="1459040" w="4115241">
                <a:moveTo>
                  <a:pt x="0" y="0"/>
                </a:moveTo>
                <a:lnTo>
                  <a:pt x="4115241" y="0"/>
                </a:lnTo>
                <a:lnTo>
                  <a:pt x="4115241" y="1459040"/>
                </a:lnTo>
                <a:lnTo>
                  <a:pt x="0" y="145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2034958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{{s07_title}}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639612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{{s07_text_1}}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718849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{{s07_text_2}}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51201" y="0"/>
            <a:ext cx="3816975" cy="1353291"/>
          </a:xfrm>
          <a:custGeom>
            <a:avLst/>
            <a:gdLst/>
            <a:ahLst/>
            <a:cxnLst/>
            <a:rect r="r" b="b" t="t" l="l"/>
            <a:pathLst>
              <a:path h="1353291" w="3816975">
                <a:moveTo>
                  <a:pt x="0" y="0"/>
                </a:moveTo>
                <a:lnTo>
                  <a:pt x="3816975" y="0"/>
                </a:lnTo>
                <a:lnTo>
                  <a:pt x="3816975" y="1353291"/>
                </a:lnTo>
                <a:lnTo>
                  <a:pt x="0" y="1353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10123" y="8865379"/>
            <a:ext cx="4009699" cy="1421621"/>
          </a:xfrm>
          <a:custGeom>
            <a:avLst/>
            <a:gdLst/>
            <a:ahLst/>
            <a:cxnLst/>
            <a:rect r="r" b="b" t="t" l="l"/>
            <a:pathLst>
              <a:path h="1421621" w="4009699">
                <a:moveTo>
                  <a:pt x="0" y="0"/>
                </a:moveTo>
                <a:lnTo>
                  <a:pt x="4009699" y="0"/>
                </a:lnTo>
                <a:lnTo>
                  <a:pt x="4009699" y="1421621"/>
                </a:lnTo>
                <a:lnTo>
                  <a:pt x="0" y="1421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4935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{{s08_title}}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636623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{{s08_text_1}}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715861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{{s08_text_2}}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51201" y="0"/>
            <a:ext cx="3816975" cy="1353291"/>
          </a:xfrm>
          <a:custGeom>
            <a:avLst/>
            <a:gdLst/>
            <a:ahLst/>
            <a:cxnLst/>
            <a:rect r="r" b="b" t="t" l="l"/>
            <a:pathLst>
              <a:path h="1353291" w="3816975">
                <a:moveTo>
                  <a:pt x="0" y="0"/>
                </a:moveTo>
                <a:lnTo>
                  <a:pt x="3816975" y="0"/>
                </a:lnTo>
                <a:lnTo>
                  <a:pt x="3816975" y="1353291"/>
                </a:lnTo>
                <a:lnTo>
                  <a:pt x="0" y="1353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{{s09_title}}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435770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{{s09_text_1}}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515007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{{s09_text_2}}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{{s10_title}}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435770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{{s10_text_1}}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515007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{{s10_text_2}}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{{s11_title}}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91908" y="3438525"/>
            <a:ext cx="11620096" cy="38032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{{s11_text_1}}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1201" y="0"/>
            <a:ext cx="4029824" cy="1428756"/>
          </a:xfrm>
          <a:custGeom>
            <a:avLst/>
            <a:gdLst/>
            <a:ahLst/>
            <a:cxnLst/>
            <a:rect r="r" b="b" t="t" l="l"/>
            <a:pathLst>
              <a:path h="1428756" w="4029824">
                <a:moveTo>
                  <a:pt x="0" y="0"/>
                </a:moveTo>
                <a:lnTo>
                  <a:pt x="4029824" y="0"/>
                </a:lnTo>
                <a:lnTo>
                  <a:pt x="4029824" y="1428756"/>
                </a:lnTo>
                <a:lnTo>
                  <a:pt x="0" y="1428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4581" y="8827960"/>
            <a:ext cx="4115241" cy="1459040"/>
          </a:xfrm>
          <a:custGeom>
            <a:avLst/>
            <a:gdLst/>
            <a:ahLst/>
            <a:cxnLst/>
            <a:rect r="r" b="b" t="t" l="l"/>
            <a:pathLst>
              <a:path h="1459040" w="4115241">
                <a:moveTo>
                  <a:pt x="0" y="0"/>
                </a:moveTo>
                <a:lnTo>
                  <a:pt x="4115241" y="0"/>
                </a:lnTo>
                <a:lnTo>
                  <a:pt x="4115241" y="1459040"/>
                </a:lnTo>
                <a:lnTo>
                  <a:pt x="0" y="145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2034958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{{s12_title}}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639612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{{s12_text_1}}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718849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{{s12_text_2}}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51201" y="0"/>
            <a:ext cx="3816975" cy="1353291"/>
          </a:xfrm>
          <a:custGeom>
            <a:avLst/>
            <a:gdLst/>
            <a:ahLst/>
            <a:cxnLst/>
            <a:rect r="r" b="b" t="t" l="l"/>
            <a:pathLst>
              <a:path h="1353291" w="3816975">
                <a:moveTo>
                  <a:pt x="0" y="0"/>
                </a:moveTo>
                <a:lnTo>
                  <a:pt x="3816975" y="0"/>
                </a:lnTo>
                <a:lnTo>
                  <a:pt x="3816975" y="1353291"/>
                </a:lnTo>
                <a:lnTo>
                  <a:pt x="0" y="1353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10123" y="8865379"/>
            <a:ext cx="4009699" cy="1421621"/>
          </a:xfrm>
          <a:custGeom>
            <a:avLst/>
            <a:gdLst/>
            <a:ahLst/>
            <a:cxnLst/>
            <a:rect r="r" b="b" t="t" l="l"/>
            <a:pathLst>
              <a:path h="1421621" w="4009699">
                <a:moveTo>
                  <a:pt x="0" y="0"/>
                </a:moveTo>
                <a:lnTo>
                  <a:pt x="4009699" y="0"/>
                </a:lnTo>
                <a:lnTo>
                  <a:pt x="4009699" y="1421621"/>
                </a:lnTo>
                <a:lnTo>
                  <a:pt x="0" y="1421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4935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{{s13_title}}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636623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{{s13_text_1}}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715861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{{s13_text_2}}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51201" y="0"/>
            <a:ext cx="3816975" cy="1353291"/>
          </a:xfrm>
          <a:custGeom>
            <a:avLst/>
            <a:gdLst/>
            <a:ahLst/>
            <a:cxnLst/>
            <a:rect r="r" b="b" t="t" l="l"/>
            <a:pathLst>
              <a:path h="1353291" w="3816975">
                <a:moveTo>
                  <a:pt x="0" y="0"/>
                </a:moveTo>
                <a:lnTo>
                  <a:pt x="3816975" y="0"/>
                </a:lnTo>
                <a:lnTo>
                  <a:pt x="3816975" y="1353291"/>
                </a:lnTo>
                <a:lnTo>
                  <a:pt x="0" y="1353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{{s14_title}}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435770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{{s14_text_1}}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515007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{{s14_text_2}}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{{s15_title}}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435770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{{s15_text_1}}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515007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{{s15_text_2}}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{{s16_title}}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91908" y="3438525"/>
            <a:ext cx="11620096" cy="38032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{{s16_text_1}}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1201" y="0"/>
            <a:ext cx="4029824" cy="1428756"/>
          </a:xfrm>
          <a:custGeom>
            <a:avLst/>
            <a:gdLst/>
            <a:ahLst/>
            <a:cxnLst/>
            <a:rect r="r" b="b" t="t" l="l"/>
            <a:pathLst>
              <a:path h="1428756" w="4029824">
                <a:moveTo>
                  <a:pt x="0" y="0"/>
                </a:moveTo>
                <a:lnTo>
                  <a:pt x="4029824" y="0"/>
                </a:lnTo>
                <a:lnTo>
                  <a:pt x="4029824" y="1428756"/>
                </a:lnTo>
                <a:lnTo>
                  <a:pt x="0" y="1428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04581" y="8827960"/>
            <a:ext cx="4115241" cy="1459040"/>
          </a:xfrm>
          <a:custGeom>
            <a:avLst/>
            <a:gdLst/>
            <a:ahLst/>
            <a:cxnLst/>
            <a:rect r="r" b="b" t="t" l="l"/>
            <a:pathLst>
              <a:path h="1459040" w="4115241">
                <a:moveTo>
                  <a:pt x="0" y="0"/>
                </a:moveTo>
                <a:lnTo>
                  <a:pt x="4115241" y="0"/>
                </a:lnTo>
                <a:lnTo>
                  <a:pt x="4115241" y="1459040"/>
                </a:lnTo>
                <a:lnTo>
                  <a:pt x="0" y="145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4935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{{s17_title}}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636623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{{s17_text_1}}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715861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{{s17_text_2}}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51201" y="0"/>
            <a:ext cx="3816975" cy="1353291"/>
          </a:xfrm>
          <a:custGeom>
            <a:avLst/>
            <a:gdLst/>
            <a:ahLst/>
            <a:cxnLst/>
            <a:rect r="r" b="b" t="t" l="l"/>
            <a:pathLst>
              <a:path h="1353291" w="3816975">
                <a:moveTo>
                  <a:pt x="0" y="0"/>
                </a:moveTo>
                <a:lnTo>
                  <a:pt x="3816975" y="0"/>
                </a:lnTo>
                <a:lnTo>
                  <a:pt x="3816975" y="1353291"/>
                </a:lnTo>
                <a:lnTo>
                  <a:pt x="0" y="1353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5411" y="1671946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{{s18_title}}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5774" y="3435770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{{s18_text_1}}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65774" y="5515007"/>
            <a:ext cx="11156451" cy="18887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{{s18_text_2}}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826" y="0"/>
            <a:ext cx="4116138" cy="1459358"/>
          </a:xfrm>
          <a:custGeom>
            <a:avLst/>
            <a:gdLst/>
            <a:ahLst/>
            <a:cxnLst/>
            <a:rect r="r" b="b" t="t" l="l"/>
            <a:pathLst>
              <a:path h="1459358" w="4116138">
                <a:moveTo>
                  <a:pt x="0" y="0"/>
                </a:moveTo>
                <a:lnTo>
                  <a:pt x="4116138" y="0"/>
                </a:lnTo>
                <a:lnTo>
                  <a:pt x="4116138" y="1459358"/>
                </a:lnTo>
                <a:lnTo>
                  <a:pt x="0" y="1459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3688" y="8778007"/>
            <a:ext cx="4256135" cy="1508993"/>
          </a:xfrm>
          <a:custGeom>
            <a:avLst/>
            <a:gdLst/>
            <a:ahLst/>
            <a:cxnLst/>
            <a:rect r="r" b="b" t="t" l="l"/>
            <a:pathLst>
              <a:path h="1508993" w="4256135">
                <a:moveTo>
                  <a:pt x="0" y="0"/>
                </a:moveTo>
                <a:lnTo>
                  <a:pt x="4256134" y="0"/>
                </a:lnTo>
                <a:lnTo>
                  <a:pt x="4256134" y="1508993"/>
                </a:lnTo>
                <a:lnTo>
                  <a:pt x="0" y="150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75411" y="1674935"/>
            <a:ext cx="8537178" cy="14111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469"/>
              </a:lnSpc>
            </a:pPr>
            <a:r>
              <a:rPr lang="en-US" sz="72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{{adabiyotlar}}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5774" y="3409950"/>
            <a:ext cx="11156451" cy="444143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5096"/>
              </a:lnSpc>
            </a:pPr>
            <a:r>
              <a:rPr lang="en-US" sz="28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32831" y="4129373"/>
            <a:ext cx="2035657" cy="2028255"/>
          </a:xfrm>
          <a:custGeom>
            <a:avLst/>
            <a:gdLst/>
            <a:ahLst/>
            <a:cxnLst/>
            <a:rect r="r" b="b" t="t" l="l"/>
            <a:pathLst>
              <a:path h="2028255" w="2035657">
                <a:moveTo>
                  <a:pt x="0" y="0"/>
                </a:moveTo>
                <a:lnTo>
                  <a:pt x="2035657" y="0"/>
                </a:lnTo>
                <a:lnTo>
                  <a:pt x="2035657" y="2028254"/>
                </a:lnTo>
                <a:lnTo>
                  <a:pt x="0" y="2028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1095" y="4215105"/>
            <a:ext cx="12745810" cy="205075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641"/>
              </a:lnSpc>
            </a:pPr>
            <a:r>
              <a:rPr lang="en-US" sz="10000">
                <a:solidFill>
                  <a:srgbClr val="52718D"/>
                </a:solidFill>
                <a:latin typeface="Kelin Eator"/>
                <a:ea typeface="Kelin Eator"/>
                <a:cs typeface="Kelin Eator"/>
                <a:sym typeface="Kelin Eator"/>
              </a:rPr>
              <a:t>{{yakun}}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51201" y="0"/>
            <a:ext cx="7315200" cy="2593571"/>
          </a:xfrm>
          <a:custGeom>
            <a:avLst/>
            <a:gdLst/>
            <a:ahLst/>
            <a:cxnLst/>
            <a:rect r="r" b="b" t="t" l="l"/>
            <a:pathLst>
              <a:path h="2593571" w="7315200">
                <a:moveTo>
                  <a:pt x="0" y="0"/>
                </a:moveTo>
                <a:lnTo>
                  <a:pt x="7315200" y="0"/>
                </a:lnTo>
                <a:lnTo>
                  <a:pt x="7315200" y="2593571"/>
                </a:lnTo>
                <a:lnTo>
                  <a:pt x="0" y="2593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31400" y="7403744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6292" y="-1028700"/>
            <a:ext cx="4120200" cy="4114800"/>
          </a:xfrm>
          <a:custGeom>
            <a:avLst/>
            <a:gdLst/>
            <a:ahLst/>
            <a:cxnLst/>
            <a:rect r="r" b="b" t="t" l="l"/>
            <a:pathLst>
              <a:path h="4114800" w="4120200">
                <a:moveTo>
                  <a:pt x="0" y="0"/>
                </a:moveTo>
                <a:lnTo>
                  <a:pt x="4120200" y="0"/>
                </a:lnTo>
                <a:lnTo>
                  <a:pt x="4120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04622" y="7693429"/>
            <a:ext cx="7315200" cy="2593571"/>
          </a:xfrm>
          <a:custGeom>
            <a:avLst/>
            <a:gdLst/>
            <a:ahLst/>
            <a:cxnLst/>
            <a:rect r="r" b="b" t="t" l="l"/>
            <a:pathLst>
              <a:path h="2593571" w="7315200">
                <a:moveTo>
                  <a:pt x="0" y="0"/>
                </a:moveTo>
                <a:lnTo>
                  <a:pt x="7315200" y="0"/>
                </a:lnTo>
                <a:lnTo>
                  <a:pt x="7315200" y="2593571"/>
                </a:lnTo>
                <a:lnTo>
                  <a:pt x="0" y="25935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DAHXbeRBSx8</dc:identifier>
  <dcterms:modified xsi:type="dcterms:W3CDTF">2011-08-01T06:04:30Z</dcterms:modified>
  <cp:revision>1</cp:revision>
  <dc:title>Blue Grey Abstract Minimalist Presentation</dc:title>
</cp:coreProperties>
</file>