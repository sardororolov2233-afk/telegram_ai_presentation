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4" r:id="rId1"/>
  </p:sldMasterIdLst>
  <p:notesMasterIdLst>
    <p:notesMasterId r:id="rId22"/>
  </p:notesMasterIdLst>
  <p:sldIdLst>
    <p:sldId id="256" r:id="rId2"/>
    <p:sldId id="257" r:id="rId3"/>
    <p:sldId id="259" r:id="rId4"/>
    <p:sldId id="258" r:id="rId5"/>
    <p:sldId id="260" r:id="rId6"/>
    <p:sldId id="268" r:id="rId7"/>
    <p:sldId id="261" r:id="rId8"/>
    <p:sldId id="262" r:id="rId9"/>
    <p:sldId id="263" r:id="rId10"/>
    <p:sldId id="264" r:id="rId11"/>
    <p:sldId id="266" r:id="rId12"/>
    <p:sldId id="265" r:id="rId13"/>
    <p:sldId id="269" r:id="rId14"/>
    <p:sldId id="270" r:id="rId15"/>
    <p:sldId id="271" r:id="rId16"/>
    <p:sldId id="276" r:id="rId17"/>
    <p:sldId id="272" r:id="rId18"/>
    <p:sldId id="273" r:id="rId19"/>
    <p:sldId id="274" r:id="rId20"/>
    <p:sldId id="275" r:id="rId21"/>
  </p:sldIdLst>
  <p:sldSz cx="18288000" cy="10287000"/>
  <p:notesSz cx="6858000" cy="9144000"/>
  <p:embeddedFontLst>
    <p:embeddedFont>
      <p:font typeface="Arial Black" panose="020B0A04020102020204" pitchFamily="34" charset="0"/>
      <p:bold r:id="rId23"/>
    </p:embeddedFont>
    <p:embeddedFont>
      <p:font typeface="Bahnschrift Light" panose="020B0502040204020203" pitchFamily="34" charset="0"/>
      <p:regular r:id="rId24"/>
    </p:embeddedFont>
    <p:embeddedFont>
      <p:font typeface="Cabin" panose="020B0604020202020204" charset="0"/>
      <p:regular r:id="rId25"/>
      <p:bold r:id="rId26"/>
      <p:italic r:id="rId27"/>
      <p:boldItalic r:id="rId28"/>
    </p:embeddedFont>
    <p:embeddedFont>
      <p:font typeface="Canva Sans Bold" panose="020B0604020202020204" charset="0"/>
      <p:regular r:id="rId29"/>
    </p:embeddedFont>
    <p:embeddedFont>
      <p:font typeface="Gadugi" panose="020B0502040204020203" pitchFamily="34" charset="0"/>
      <p:regular r:id="rId30"/>
      <p:bold r:id="rId31"/>
    </p:embeddedFont>
    <p:embeddedFont>
      <p:font typeface="Poiret One" panose="00000500000000000000" pitchFamily="2" charset="-52"/>
      <p:regular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9237A69-A397-4062-A35D-6734DB1976EA}">
  <a:tblStyle styleId="{A9237A69-A397-4062-A35D-6734DB1976E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4" d="100"/>
          <a:sy n="54" d="100"/>
        </p:scale>
        <p:origin x="29" y="91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7" name="Google Shape;10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23" name="Google Shape;12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4" name="Google Shape;15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1" name="Google Shape;14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0" name="Google Shape;180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74" name="Google Shape;374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98" name="Google Shape;19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1" name="Google Shape;21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55" name="Google Shape;25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1" name="Google Shape;29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31" name="Google Shape;33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9" name="Google Shape;29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14" name="Google Shape;414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35" name="Google Shape;43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48" name="Google Shape;448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56" name="Google Shape;45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77" name="Google Shape;47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7" name="Google Shape;507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62" name="Google Shape;562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1">
  <p:cSld name="BLANK_1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/>
          <p:nvPr/>
        </p:nvSpPr>
        <p:spPr>
          <a:xfrm>
            <a:off x="16269394" y="405384"/>
            <a:ext cx="2596101" cy="2596101"/>
          </a:xfrm>
          <a:custGeom>
            <a:avLst/>
            <a:gdLst/>
            <a:ahLst/>
            <a:cxnLst/>
            <a:rect l="l" t="t" r="r" b="b"/>
            <a:pathLst>
              <a:path w="2596101" h="2596101" extrusionOk="0">
                <a:moveTo>
                  <a:pt x="0" y="0"/>
                </a:moveTo>
                <a:lnTo>
                  <a:pt x="2596102" y="0"/>
                </a:lnTo>
                <a:lnTo>
                  <a:pt x="2596102" y="2596101"/>
                </a:lnTo>
                <a:lnTo>
                  <a:pt x="0" y="259610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1" name="Google Shape;11;p3"/>
          <p:cNvGrpSpPr/>
          <p:nvPr/>
        </p:nvGrpSpPr>
        <p:grpSpPr>
          <a:xfrm>
            <a:off x="723932" y="837051"/>
            <a:ext cx="8154932" cy="8421248"/>
            <a:chOff x="-52347" y="-75"/>
            <a:chExt cx="10873242" cy="11228331"/>
          </a:xfrm>
        </p:grpSpPr>
        <p:sp>
          <p:nvSpPr>
            <p:cNvPr id="12" name="Google Shape;12;p3"/>
            <p:cNvSpPr/>
            <p:nvPr/>
          </p:nvSpPr>
          <p:spPr>
            <a:xfrm rot="-5400000">
              <a:off x="1091255" y="0"/>
              <a:ext cx="9729145" cy="9729145"/>
            </a:xfrm>
            <a:custGeom>
              <a:avLst/>
              <a:gdLst/>
              <a:ahLst/>
              <a:cxnLst/>
              <a:rect l="l" t="t" r="r" b="b"/>
              <a:pathLst>
                <a:path w="9729145" h="9729145" extrusionOk="0">
                  <a:moveTo>
                    <a:pt x="0" y="0"/>
                  </a:moveTo>
                  <a:lnTo>
                    <a:pt x="9729145" y="0"/>
                  </a:lnTo>
                  <a:lnTo>
                    <a:pt x="9729145" y="9729145"/>
                  </a:lnTo>
                  <a:lnTo>
                    <a:pt x="0" y="972914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</p:sp>
        <p:grpSp>
          <p:nvGrpSpPr>
            <p:cNvPr id="13" name="Google Shape;13;p3"/>
            <p:cNvGrpSpPr/>
            <p:nvPr/>
          </p:nvGrpSpPr>
          <p:grpSpPr>
            <a:xfrm rot="-5400000">
              <a:off x="-1912847" y="1860426"/>
              <a:ext cx="9729219" cy="6008218"/>
              <a:chOff x="0" y="-9525"/>
              <a:chExt cx="1770333" cy="1093258"/>
            </a:xfrm>
          </p:grpSpPr>
          <p:sp>
            <p:nvSpPr>
              <p:cNvPr id="14" name="Google Shape;14;p3"/>
              <p:cNvSpPr/>
              <p:nvPr/>
            </p:nvSpPr>
            <p:spPr>
              <a:xfrm>
                <a:off x="0" y="0"/>
                <a:ext cx="1770333" cy="1083733"/>
              </a:xfrm>
              <a:custGeom>
                <a:avLst/>
                <a:gdLst/>
                <a:ahLst/>
                <a:cxnLst/>
                <a:rect l="l" t="t" r="r" b="b"/>
                <a:pathLst>
                  <a:path w="1770333" h="1083733" extrusionOk="0">
                    <a:moveTo>
                      <a:pt x="53050" y="0"/>
                    </a:moveTo>
                    <a:lnTo>
                      <a:pt x="1717284" y="0"/>
                    </a:lnTo>
                    <a:cubicBezTo>
                      <a:pt x="1731353" y="0"/>
                      <a:pt x="1744847" y="5589"/>
                      <a:pt x="1754795" y="15538"/>
                    </a:cubicBezTo>
                    <a:cubicBezTo>
                      <a:pt x="1764744" y="25487"/>
                      <a:pt x="1770333" y="38980"/>
                      <a:pt x="1770333" y="53050"/>
                    </a:cubicBezTo>
                    <a:lnTo>
                      <a:pt x="1770333" y="1030684"/>
                    </a:lnTo>
                    <a:cubicBezTo>
                      <a:pt x="1770333" y="1044753"/>
                      <a:pt x="1764744" y="1058247"/>
                      <a:pt x="1754795" y="1068195"/>
                    </a:cubicBezTo>
                    <a:cubicBezTo>
                      <a:pt x="1744847" y="1078144"/>
                      <a:pt x="1731353" y="1083733"/>
                      <a:pt x="1717284" y="1083733"/>
                    </a:cubicBezTo>
                    <a:lnTo>
                      <a:pt x="53050" y="1083733"/>
                    </a:lnTo>
                    <a:cubicBezTo>
                      <a:pt x="23751" y="1083733"/>
                      <a:pt x="0" y="1059982"/>
                      <a:pt x="0" y="1030684"/>
                    </a:cubicBezTo>
                    <a:lnTo>
                      <a:pt x="0" y="53050"/>
                    </a:lnTo>
                    <a:cubicBezTo>
                      <a:pt x="0" y="38980"/>
                      <a:pt x="5589" y="25487"/>
                      <a:pt x="15538" y="15538"/>
                    </a:cubicBezTo>
                    <a:cubicBezTo>
                      <a:pt x="25487" y="5589"/>
                      <a:pt x="38980" y="0"/>
                      <a:pt x="53050" y="0"/>
                    </a:cubicBezTo>
                    <a:close/>
                  </a:path>
                </a:pathLst>
              </a:custGeom>
              <a:solidFill>
                <a:srgbClr val="94968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" name="Google Shape;15;p3"/>
              <p:cNvSpPr txBox="1"/>
              <p:nvPr/>
            </p:nvSpPr>
            <p:spPr>
              <a:xfrm>
                <a:off x="0" y="-9525"/>
                <a:ext cx="1770300" cy="1093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3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6" name="Google Shape;16;p3"/>
            <p:cNvGrpSpPr/>
            <p:nvPr/>
          </p:nvGrpSpPr>
          <p:grpSpPr>
            <a:xfrm rot="-5400000">
              <a:off x="3866637" y="4273998"/>
              <a:ext cx="3035275" cy="10873242"/>
              <a:chOff x="0" y="-9525"/>
              <a:chExt cx="552300" cy="1978500"/>
            </a:xfrm>
          </p:grpSpPr>
          <p:sp>
            <p:nvSpPr>
              <p:cNvPr id="17" name="Google Shape;17;p3"/>
              <p:cNvSpPr/>
              <p:nvPr/>
            </p:nvSpPr>
            <p:spPr>
              <a:xfrm>
                <a:off x="0" y="0"/>
                <a:ext cx="552277" cy="1968900"/>
              </a:xfrm>
              <a:custGeom>
                <a:avLst/>
                <a:gdLst/>
                <a:ahLst/>
                <a:cxnLst/>
                <a:rect l="l" t="t" r="r" b="b"/>
                <a:pathLst>
                  <a:path w="552277" h="1968900" extrusionOk="0">
                    <a:moveTo>
                      <a:pt x="170052" y="0"/>
                    </a:moveTo>
                    <a:lnTo>
                      <a:pt x="382225" y="0"/>
                    </a:lnTo>
                    <a:cubicBezTo>
                      <a:pt x="427326" y="0"/>
                      <a:pt x="470579" y="17916"/>
                      <a:pt x="502470" y="49807"/>
                    </a:cubicBezTo>
                    <a:cubicBezTo>
                      <a:pt x="534361" y="81698"/>
                      <a:pt x="552277" y="124951"/>
                      <a:pt x="552277" y="170052"/>
                    </a:cubicBezTo>
                    <a:lnTo>
                      <a:pt x="552277" y="1798848"/>
                    </a:lnTo>
                    <a:cubicBezTo>
                      <a:pt x="552277" y="1892765"/>
                      <a:pt x="476142" y="1968900"/>
                      <a:pt x="382225" y="1968900"/>
                    </a:cubicBezTo>
                    <a:lnTo>
                      <a:pt x="170052" y="1968900"/>
                    </a:lnTo>
                    <a:cubicBezTo>
                      <a:pt x="124951" y="1968900"/>
                      <a:pt x="81698" y="1950984"/>
                      <a:pt x="49807" y="1919093"/>
                    </a:cubicBezTo>
                    <a:cubicBezTo>
                      <a:pt x="17916" y="1887202"/>
                      <a:pt x="0" y="1843949"/>
                      <a:pt x="0" y="1798848"/>
                    </a:cubicBezTo>
                    <a:lnTo>
                      <a:pt x="0" y="170052"/>
                    </a:lnTo>
                    <a:cubicBezTo>
                      <a:pt x="0" y="124951"/>
                      <a:pt x="17916" y="81698"/>
                      <a:pt x="49807" y="49807"/>
                    </a:cubicBezTo>
                    <a:cubicBezTo>
                      <a:pt x="81698" y="17916"/>
                      <a:pt x="124951" y="0"/>
                      <a:pt x="170052" y="0"/>
                    </a:cubicBezTo>
                    <a:close/>
                  </a:path>
                </a:pathLst>
              </a:custGeom>
              <a:solidFill>
                <a:srgbClr val="94968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" name="Google Shape;18;p3"/>
              <p:cNvSpPr txBox="1"/>
              <p:nvPr/>
            </p:nvSpPr>
            <p:spPr>
              <a:xfrm>
                <a:off x="0" y="-9525"/>
                <a:ext cx="552300" cy="1978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3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9" name="Google Shape;19;p3"/>
          <p:cNvSpPr txBox="1">
            <a:spLocks noGrp="1"/>
          </p:cNvSpPr>
          <p:nvPr>
            <p:ph type="title"/>
          </p:nvPr>
        </p:nvSpPr>
        <p:spPr>
          <a:xfrm>
            <a:off x="1581625" y="3924300"/>
            <a:ext cx="6496200" cy="49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EBDF"/>
              </a:buClr>
              <a:buSzPts val="10400"/>
              <a:buNone/>
              <a:defRPr sz="10400">
                <a:solidFill>
                  <a:srgbClr val="EDEBD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ubTitle" idx="1"/>
          </p:nvPr>
        </p:nvSpPr>
        <p:spPr>
          <a:xfrm>
            <a:off x="1581625" y="2019300"/>
            <a:ext cx="4343400" cy="140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444738"/>
              </a:buClr>
              <a:buSzPts val="3550"/>
              <a:buNone/>
              <a:defRPr sz="3550">
                <a:solidFill>
                  <a:srgbClr val="444738"/>
                </a:solidFill>
              </a:defRPr>
            </a:lvl1pPr>
            <a:lvl2pPr lvl="1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4">
  <p:cSld name="CUSTOM_3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/>
          <p:nvPr/>
        </p:nvSpPr>
        <p:spPr>
          <a:xfrm>
            <a:off x="860544" y="5114878"/>
            <a:ext cx="2406384" cy="2406384"/>
          </a:xfrm>
          <a:custGeom>
            <a:avLst/>
            <a:gdLst/>
            <a:ahLst/>
            <a:cxnLst/>
            <a:rect l="l" t="t" r="r" b="b"/>
            <a:pathLst>
              <a:path w="2406384" h="2406384" extrusionOk="0">
                <a:moveTo>
                  <a:pt x="0" y="0"/>
                </a:moveTo>
                <a:lnTo>
                  <a:pt x="2406384" y="0"/>
                </a:lnTo>
                <a:lnTo>
                  <a:pt x="2406384" y="2406384"/>
                </a:lnTo>
                <a:lnTo>
                  <a:pt x="0" y="24063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3" name="Google Shape;23;p4"/>
          <p:cNvSpPr/>
          <p:nvPr/>
        </p:nvSpPr>
        <p:spPr>
          <a:xfrm>
            <a:off x="5581503" y="5143500"/>
            <a:ext cx="2406384" cy="2406384"/>
          </a:xfrm>
          <a:custGeom>
            <a:avLst/>
            <a:gdLst/>
            <a:ahLst/>
            <a:cxnLst/>
            <a:rect l="l" t="t" r="r" b="b"/>
            <a:pathLst>
              <a:path w="2406384" h="2406384" extrusionOk="0">
                <a:moveTo>
                  <a:pt x="0" y="0"/>
                </a:moveTo>
                <a:lnTo>
                  <a:pt x="2406384" y="0"/>
                </a:lnTo>
                <a:lnTo>
                  <a:pt x="2406384" y="2406384"/>
                </a:lnTo>
                <a:lnTo>
                  <a:pt x="0" y="24063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4" name="Google Shape;24;p4"/>
          <p:cNvSpPr/>
          <p:nvPr/>
        </p:nvSpPr>
        <p:spPr>
          <a:xfrm>
            <a:off x="10300113" y="5143500"/>
            <a:ext cx="2406384" cy="2406384"/>
          </a:xfrm>
          <a:custGeom>
            <a:avLst/>
            <a:gdLst/>
            <a:ahLst/>
            <a:cxnLst/>
            <a:rect l="l" t="t" r="r" b="b"/>
            <a:pathLst>
              <a:path w="2406384" h="2406384" extrusionOk="0">
                <a:moveTo>
                  <a:pt x="0" y="0"/>
                </a:moveTo>
                <a:lnTo>
                  <a:pt x="2406384" y="0"/>
                </a:lnTo>
                <a:lnTo>
                  <a:pt x="2406384" y="2406384"/>
                </a:lnTo>
                <a:lnTo>
                  <a:pt x="0" y="24063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5" name="Google Shape;25;p4"/>
          <p:cNvSpPr/>
          <p:nvPr/>
        </p:nvSpPr>
        <p:spPr>
          <a:xfrm>
            <a:off x="15018723" y="5143500"/>
            <a:ext cx="2406384" cy="2406384"/>
          </a:xfrm>
          <a:custGeom>
            <a:avLst/>
            <a:gdLst/>
            <a:ahLst/>
            <a:cxnLst/>
            <a:rect l="l" t="t" r="r" b="b"/>
            <a:pathLst>
              <a:path w="2406384" h="2406384" extrusionOk="0">
                <a:moveTo>
                  <a:pt x="0" y="0"/>
                </a:moveTo>
                <a:lnTo>
                  <a:pt x="2406384" y="0"/>
                </a:lnTo>
                <a:lnTo>
                  <a:pt x="2406384" y="2406384"/>
                </a:lnTo>
                <a:lnTo>
                  <a:pt x="0" y="24063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6" name="Google Shape;26;p4"/>
          <p:cNvSpPr txBox="1"/>
          <p:nvPr/>
        </p:nvSpPr>
        <p:spPr>
          <a:xfrm>
            <a:off x="1117031" y="5789588"/>
            <a:ext cx="1803000" cy="1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900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328"/>
              <a:buFont typeface="Arial"/>
              <a:buNone/>
            </a:pPr>
            <a:r>
              <a:rPr lang="en-US" sz="7328" b="1" i="0" u="none" strike="noStrike" cap="none">
                <a:solidFill>
                  <a:srgbClr val="EDEBDF"/>
                </a:solidFill>
                <a:latin typeface="Poiret One"/>
                <a:ea typeface="Poiret One"/>
                <a:cs typeface="Poiret One"/>
                <a:sym typeface="Poiret One"/>
              </a:rPr>
              <a:t>01</a:t>
            </a:r>
            <a:endParaRPr sz="1400" b="0" i="0" u="none" strike="noStrike" cap="none">
              <a:solidFill>
                <a:srgbClr val="000000"/>
              </a:solidFill>
              <a:latin typeface="Poiret One"/>
              <a:ea typeface="Poiret One"/>
              <a:cs typeface="Poiret One"/>
              <a:sym typeface="Poiret One"/>
            </a:endParaRPr>
          </a:p>
        </p:txBody>
      </p:sp>
      <p:sp>
        <p:nvSpPr>
          <p:cNvPr id="27" name="Google Shape;27;p4"/>
          <p:cNvSpPr txBox="1"/>
          <p:nvPr/>
        </p:nvSpPr>
        <p:spPr>
          <a:xfrm>
            <a:off x="5835641" y="5789588"/>
            <a:ext cx="1803000" cy="1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900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328"/>
              <a:buFont typeface="Arial"/>
              <a:buNone/>
            </a:pPr>
            <a:r>
              <a:rPr lang="en-US" sz="7328" b="1" i="0" u="none" strike="noStrike" cap="none">
                <a:solidFill>
                  <a:srgbClr val="EDEBDF"/>
                </a:solidFill>
                <a:latin typeface="Poiret One"/>
                <a:ea typeface="Poiret One"/>
                <a:cs typeface="Poiret One"/>
                <a:sym typeface="Poiret One"/>
              </a:rPr>
              <a:t>02</a:t>
            </a:r>
            <a:endParaRPr sz="1400" b="0" i="0" u="none" strike="noStrike" cap="none">
              <a:solidFill>
                <a:srgbClr val="000000"/>
              </a:solidFill>
              <a:latin typeface="Poiret One"/>
              <a:ea typeface="Poiret One"/>
              <a:cs typeface="Poiret One"/>
              <a:sym typeface="Poiret One"/>
            </a:endParaRPr>
          </a:p>
        </p:txBody>
      </p:sp>
      <p:sp>
        <p:nvSpPr>
          <p:cNvPr id="28" name="Google Shape;28;p4"/>
          <p:cNvSpPr txBox="1"/>
          <p:nvPr/>
        </p:nvSpPr>
        <p:spPr>
          <a:xfrm>
            <a:off x="10554252" y="5789588"/>
            <a:ext cx="1803000" cy="1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900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328"/>
              <a:buFont typeface="Arial"/>
              <a:buNone/>
            </a:pPr>
            <a:r>
              <a:rPr lang="en-US" sz="7328" b="1" i="0" u="none" strike="noStrike" cap="none">
                <a:solidFill>
                  <a:srgbClr val="EDEBDF"/>
                </a:solidFill>
                <a:latin typeface="Poiret One"/>
                <a:ea typeface="Poiret One"/>
                <a:cs typeface="Poiret One"/>
                <a:sym typeface="Poiret One"/>
              </a:rPr>
              <a:t>03</a:t>
            </a:r>
            <a:endParaRPr sz="1400" b="0" i="0" u="none" strike="noStrike" cap="none">
              <a:solidFill>
                <a:srgbClr val="000000"/>
              </a:solidFill>
              <a:latin typeface="Poiret One"/>
              <a:ea typeface="Poiret One"/>
              <a:cs typeface="Poiret One"/>
              <a:sym typeface="Poiret One"/>
            </a:endParaRPr>
          </a:p>
        </p:txBody>
      </p:sp>
      <p:sp>
        <p:nvSpPr>
          <p:cNvPr id="29" name="Google Shape;29;p4"/>
          <p:cNvSpPr txBox="1"/>
          <p:nvPr/>
        </p:nvSpPr>
        <p:spPr>
          <a:xfrm>
            <a:off x="15272862" y="5789588"/>
            <a:ext cx="1803000" cy="1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900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328"/>
              <a:buFont typeface="Arial"/>
              <a:buNone/>
            </a:pPr>
            <a:r>
              <a:rPr lang="en-US" sz="7328" b="1" i="0" u="none" strike="noStrike" cap="none">
                <a:solidFill>
                  <a:srgbClr val="EDEBDF"/>
                </a:solidFill>
                <a:latin typeface="Poiret One"/>
                <a:ea typeface="Poiret One"/>
                <a:cs typeface="Poiret One"/>
                <a:sym typeface="Poiret One"/>
              </a:rPr>
              <a:t>04</a:t>
            </a:r>
            <a:endParaRPr sz="1400" b="0" i="0" u="none" strike="noStrike" cap="none">
              <a:solidFill>
                <a:srgbClr val="000000"/>
              </a:solidFill>
              <a:latin typeface="Poiret One"/>
              <a:ea typeface="Poiret One"/>
              <a:cs typeface="Poiret One"/>
              <a:sym typeface="Poiret One"/>
            </a:endParaRPr>
          </a:p>
        </p:txBody>
      </p:sp>
      <p:sp>
        <p:nvSpPr>
          <p:cNvPr id="30" name="Google Shape;30;p4"/>
          <p:cNvSpPr txBox="1">
            <a:spLocks noGrp="1"/>
          </p:cNvSpPr>
          <p:nvPr>
            <p:ph type="title"/>
          </p:nvPr>
        </p:nvSpPr>
        <p:spPr>
          <a:xfrm>
            <a:off x="860550" y="712800"/>
            <a:ext cx="16132200" cy="13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200"/>
              <a:buNone/>
              <a:defRPr sz="10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200"/>
              <a:buNone/>
              <a:defRPr sz="10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200"/>
              <a:buNone/>
              <a:defRPr sz="10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200"/>
              <a:buNone/>
              <a:defRPr sz="10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200"/>
              <a:buNone/>
              <a:defRPr sz="10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200"/>
              <a:buNone/>
              <a:defRPr sz="10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200"/>
              <a:buNone/>
              <a:defRPr sz="10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200"/>
              <a:buNone/>
              <a:defRPr sz="10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200"/>
              <a:buNone/>
              <a:defRPr sz="10200"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subTitle" idx="1"/>
          </p:nvPr>
        </p:nvSpPr>
        <p:spPr>
          <a:xfrm>
            <a:off x="9671750" y="7774450"/>
            <a:ext cx="3567900" cy="16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444738"/>
              </a:buClr>
              <a:buSzPts val="3550"/>
              <a:buNone/>
              <a:defRPr sz="3550" b="1">
                <a:solidFill>
                  <a:srgbClr val="44473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subTitle" idx="2"/>
          </p:nvPr>
        </p:nvSpPr>
        <p:spPr>
          <a:xfrm>
            <a:off x="4953200" y="7774450"/>
            <a:ext cx="3567900" cy="16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444738"/>
              </a:buClr>
              <a:buSzPts val="3550"/>
              <a:buNone/>
              <a:defRPr sz="3550" b="1">
                <a:solidFill>
                  <a:srgbClr val="44473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subTitle" idx="3"/>
          </p:nvPr>
        </p:nvSpPr>
        <p:spPr>
          <a:xfrm>
            <a:off x="14390300" y="7774450"/>
            <a:ext cx="3567900" cy="16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444738"/>
              </a:buClr>
              <a:buSzPts val="3550"/>
              <a:buNone/>
              <a:defRPr sz="3550" b="1">
                <a:solidFill>
                  <a:srgbClr val="44473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ubTitle" idx="4"/>
          </p:nvPr>
        </p:nvSpPr>
        <p:spPr>
          <a:xfrm>
            <a:off x="279788" y="7774450"/>
            <a:ext cx="3567900" cy="16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444738"/>
              </a:buClr>
              <a:buSzPts val="3550"/>
              <a:buNone/>
              <a:defRPr sz="3550" b="1">
                <a:solidFill>
                  <a:srgbClr val="44473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>
  <p:cSld name="CUSTOM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>
            <a:spLocks noGrp="1"/>
          </p:cNvSpPr>
          <p:nvPr>
            <p:ph type="pic" idx="2"/>
          </p:nvPr>
        </p:nvSpPr>
        <p:spPr>
          <a:xfrm>
            <a:off x="1139400" y="3227550"/>
            <a:ext cx="3497700" cy="5411100"/>
          </a:xfrm>
          <a:prstGeom prst="roundRect">
            <a:avLst>
              <a:gd name="adj" fmla="val 8273"/>
            </a:avLst>
          </a:prstGeom>
          <a:noFill/>
          <a:ln>
            <a:noFill/>
          </a:ln>
        </p:spPr>
      </p:sp>
      <p:sp>
        <p:nvSpPr>
          <p:cNvPr id="37" name="Google Shape;37;p5"/>
          <p:cNvSpPr txBox="1">
            <a:spLocks noGrp="1"/>
          </p:cNvSpPr>
          <p:nvPr>
            <p:ph type="subTitle" idx="1"/>
          </p:nvPr>
        </p:nvSpPr>
        <p:spPr>
          <a:xfrm>
            <a:off x="1422238" y="5596225"/>
            <a:ext cx="2931900" cy="68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444738"/>
              </a:buClr>
              <a:buSzPts val="2800"/>
              <a:buNone/>
              <a:defRPr sz="2800" b="1">
                <a:solidFill>
                  <a:srgbClr val="444738"/>
                </a:solidFill>
              </a:defRPr>
            </a:lvl1pPr>
            <a:lvl2pPr lvl="1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>
            <a:spLocks noGrp="1"/>
          </p:cNvSpPr>
          <p:nvPr>
            <p:ph type="pic" idx="3"/>
          </p:nvPr>
        </p:nvSpPr>
        <p:spPr>
          <a:xfrm>
            <a:off x="5309900" y="3227550"/>
            <a:ext cx="3497700" cy="5411100"/>
          </a:xfrm>
          <a:prstGeom prst="roundRect">
            <a:avLst>
              <a:gd name="adj" fmla="val 8273"/>
            </a:avLst>
          </a:prstGeom>
          <a:noFill/>
          <a:ln>
            <a:noFill/>
          </a:ln>
        </p:spPr>
      </p:sp>
      <p:sp>
        <p:nvSpPr>
          <p:cNvPr id="39" name="Google Shape;39;p5"/>
          <p:cNvSpPr txBox="1">
            <a:spLocks noGrp="1"/>
          </p:cNvSpPr>
          <p:nvPr>
            <p:ph type="subTitle" idx="4"/>
          </p:nvPr>
        </p:nvSpPr>
        <p:spPr>
          <a:xfrm>
            <a:off x="5592738" y="5596225"/>
            <a:ext cx="2931900" cy="68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444738"/>
              </a:buClr>
              <a:buSzPts val="2800"/>
              <a:buNone/>
              <a:defRPr sz="2800" b="1">
                <a:solidFill>
                  <a:srgbClr val="444738"/>
                </a:solidFill>
              </a:defRPr>
            </a:lvl1pPr>
            <a:lvl2pPr lvl="1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>
            <a:spLocks noGrp="1"/>
          </p:cNvSpPr>
          <p:nvPr>
            <p:ph type="pic" idx="5"/>
          </p:nvPr>
        </p:nvSpPr>
        <p:spPr>
          <a:xfrm>
            <a:off x="9480450" y="3227550"/>
            <a:ext cx="3497700" cy="5411100"/>
          </a:xfrm>
          <a:prstGeom prst="roundRect">
            <a:avLst>
              <a:gd name="adj" fmla="val 8273"/>
            </a:avLst>
          </a:prstGeom>
          <a:noFill/>
          <a:ln>
            <a:noFill/>
          </a:ln>
        </p:spPr>
      </p:sp>
      <p:sp>
        <p:nvSpPr>
          <p:cNvPr id="41" name="Google Shape;41;p5"/>
          <p:cNvSpPr txBox="1">
            <a:spLocks noGrp="1"/>
          </p:cNvSpPr>
          <p:nvPr>
            <p:ph type="subTitle" idx="6"/>
          </p:nvPr>
        </p:nvSpPr>
        <p:spPr>
          <a:xfrm>
            <a:off x="9763288" y="5596225"/>
            <a:ext cx="2931900" cy="68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444738"/>
              </a:buClr>
              <a:buSzPts val="2800"/>
              <a:buNone/>
              <a:defRPr sz="2800" b="1">
                <a:solidFill>
                  <a:srgbClr val="444738"/>
                </a:solidFill>
              </a:defRPr>
            </a:lvl1pPr>
            <a:lvl2pPr lvl="1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"/>
          <p:cNvSpPr>
            <a:spLocks noGrp="1"/>
          </p:cNvSpPr>
          <p:nvPr>
            <p:ph type="pic" idx="7"/>
          </p:nvPr>
        </p:nvSpPr>
        <p:spPr>
          <a:xfrm>
            <a:off x="13651000" y="3227550"/>
            <a:ext cx="3497700" cy="5411100"/>
          </a:xfrm>
          <a:prstGeom prst="roundRect">
            <a:avLst>
              <a:gd name="adj" fmla="val 8273"/>
            </a:avLst>
          </a:prstGeom>
          <a:noFill/>
          <a:ln>
            <a:noFill/>
          </a:ln>
        </p:spPr>
      </p:sp>
      <p:sp>
        <p:nvSpPr>
          <p:cNvPr id="43" name="Google Shape;43;p5"/>
          <p:cNvSpPr txBox="1">
            <a:spLocks noGrp="1"/>
          </p:cNvSpPr>
          <p:nvPr>
            <p:ph type="subTitle" idx="8"/>
          </p:nvPr>
        </p:nvSpPr>
        <p:spPr>
          <a:xfrm>
            <a:off x="13933838" y="5596225"/>
            <a:ext cx="2931900" cy="68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444738"/>
              </a:buClr>
              <a:buSzPts val="2800"/>
              <a:buNone/>
              <a:defRPr sz="2800" b="1">
                <a:solidFill>
                  <a:srgbClr val="444738"/>
                </a:solidFill>
              </a:defRPr>
            </a:lvl1pPr>
            <a:lvl2pPr lvl="1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5"/>
          <p:cNvSpPr txBox="1">
            <a:spLocks noGrp="1"/>
          </p:cNvSpPr>
          <p:nvPr>
            <p:ph type="title"/>
          </p:nvPr>
        </p:nvSpPr>
        <p:spPr>
          <a:xfrm>
            <a:off x="1790700" y="712800"/>
            <a:ext cx="14706600" cy="13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500"/>
              <a:buNone/>
              <a:defRPr sz="9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45" name="Google Shape;45;p5"/>
          <p:cNvPicPr preferRelativeResize="0"/>
          <p:nvPr/>
        </p:nvPicPr>
        <p:blipFill rotWithShape="1">
          <a:blip r:embed="rId2">
            <a:alphaModFix/>
          </a:blip>
          <a:srcRect r="44395" b="49540"/>
          <a:stretch/>
        </p:blipFill>
        <p:spPr>
          <a:xfrm>
            <a:off x="16479025" y="8645500"/>
            <a:ext cx="1808975" cy="1641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">
  <p:cSld name="CUSTOM_1">
    <p:bg>
      <p:bgPr>
        <a:solidFill>
          <a:srgbClr val="ADAFA3"/>
        </a:solidFill>
        <a:effectLst/>
      </p:bgPr>
    </p:bg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oogle Shape;47;p6"/>
          <p:cNvGrpSpPr/>
          <p:nvPr/>
        </p:nvGrpSpPr>
        <p:grpSpPr>
          <a:xfrm>
            <a:off x="0" y="4938994"/>
            <a:ext cx="18288118" cy="5348040"/>
            <a:chOff x="0" y="-9525"/>
            <a:chExt cx="4816592" cy="1408528"/>
          </a:xfrm>
        </p:grpSpPr>
        <p:sp>
          <p:nvSpPr>
            <p:cNvPr id="48" name="Google Shape;48;p6"/>
            <p:cNvSpPr/>
            <p:nvPr/>
          </p:nvSpPr>
          <p:spPr>
            <a:xfrm>
              <a:off x="0" y="0"/>
              <a:ext cx="4816592" cy="1399003"/>
            </a:xfrm>
            <a:custGeom>
              <a:avLst/>
              <a:gdLst/>
              <a:ahLst/>
              <a:cxnLst/>
              <a:rect l="l" t="t" r="r" b="b"/>
              <a:pathLst>
                <a:path w="4816592" h="1399003" extrusionOk="0">
                  <a:moveTo>
                    <a:pt x="0" y="0"/>
                  </a:moveTo>
                  <a:lnTo>
                    <a:pt x="4816592" y="0"/>
                  </a:lnTo>
                  <a:lnTo>
                    <a:pt x="4816592" y="1399003"/>
                  </a:lnTo>
                  <a:lnTo>
                    <a:pt x="0" y="1399003"/>
                  </a:lnTo>
                  <a:close/>
                </a:path>
              </a:pathLst>
            </a:custGeom>
            <a:solidFill>
              <a:srgbClr val="949688"/>
            </a:solidFill>
            <a:ln>
              <a:noFill/>
            </a:ln>
          </p:spPr>
        </p:sp>
        <p:sp>
          <p:nvSpPr>
            <p:cNvPr id="49" name="Google Shape;49;p6"/>
            <p:cNvSpPr txBox="1"/>
            <p:nvPr/>
          </p:nvSpPr>
          <p:spPr>
            <a:xfrm>
              <a:off x="0" y="-9525"/>
              <a:ext cx="4816500" cy="140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0" name="Google Shape;50;p6"/>
          <p:cNvGrpSpPr/>
          <p:nvPr/>
        </p:nvGrpSpPr>
        <p:grpSpPr>
          <a:xfrm>
            <a:off x="1406337" y="3224373"/>
            <a:ext cx="3086100" cy="3501572"/>
            <a:chOff x="0" y="0"/>
            <a:chExt cx="4114800" cy="4668763"/>
          </a:xfrm>
        </p:grpSpPr>
        <p:sp>
          <p:nvSpPr>
            <p:cNvPr id="51" name="Google Shape;51;p6"/>
            <p:cNvSpPr/>
            <p:nvPr/>
          </p:nvSpPr>
          <p:spPr>
            <a:xfrm>
              <a:off x="0" y="0"/>
              <a:ext cx="4114800" cy="4114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DEBD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2" name="Google Shape;52;p6"/>
            <p:cNvGrpSpPr/>
            <p:nvPr/>
          </p:nvGrpSpPr>
          <p:grpSpPr>
            <a:xfrm rot="10800000">
              <a:off x="1621739" y="3906357"/>
              <a:ext cx="871322" cy="762406"/>
              <a:chOff x="0" y="0"/>
              <a:chExt cx="812800" cy="711200"/>
            </a:xfrm>
          </p:grpSpPr>
          <p:sp>
            <p:nvSpPr>
              <p:cNvPr id="53" name="Google Shape;53;p6"/>
              <p:cNvSpPr/>
              <p:nvPr/>
            </p:nvSpPr>
            <p:spPr>
              <a:xfrm>
                <a:off x="0" y="0"/>
                <a:ext cx="812800" cy="7112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711200" extrusionOk="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EDEBDF"/>
              </a:solidFill>
              <a:ln>
                <a:noFill/>
              </a:ln>
            </p:spPr>
          </p:sp>
          <p:sp>
            <p:nvSpPr>
              <p:cNvPr id="54" name="Google Shape;54;p6"/>
              <p:cNvSpPr txBox="1"/>
              <p:nvPr/>
            </p:nvSpPr>
            <p:spPr>
              <a:xfrm>
                <a:off x="127000" y="320675"/>
                <a:ext cx="558900" cy="339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3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55" name="Google Shape;55;p6"/>
          <p:cNvGrpSpPr/>
          <p:nvPr/>
        </p:nvGrpSpPr>
        <p:grpSpPr>
          <a:xfrm>
            <a:off x="5536079" y="3224373"/>
            <a:ext cx="3086100" cy="3501572"/>
            <a:chOff x="0" y="0"/>
            <a:chExt cx="4114800" cy="4668763"/>
          </a:xfrm>
        </p:grpSpPr>
        <p:sp>
          <p:nvSpPr>
            <p:cNvPr id="56" name="Google Shape;56;p6"/>
            <p:cNvSpPr/>
            <p:nvPr/>
          </p:nvSpPr>
          <p:spPr>
            <a:xfrm>
              <a:off x="0" y="0"/>
              <a:ext cx="4114800" cy="4114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DEBD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7" name="Google Shape;57;p6"/>
            <p:cNvGrpSpPr/>
            <p:nvPr/>
          </p:nvGrpSpPr>
          <p:grpSpPr>
            <a:xfrm rot="10800000">
              <a:off x="1621739" y="3906357"/>
              <a:ext cx="871322" cy="762406"/>
              <a:chOff x="0" y="0"/>
              <a:chExt cx="812800" cy="711200"/>
            </a:xfrm>
          </p:grpSpPr>
          <p:sp>
            <p:nvSpPr>
              <p:cNvPr id="58" name="Google Shape;58;p6"/>
              <p:cNvSpPr/>
              <p:nvPr/>
            </p:nvSpPr>
            <p:spPr>
              <a:xfrm>
                <a:off x="0" y="0"/>
                <a:ext cx="812800" cy="7112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711200" extrusionOk="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EDEBDF"/>
              </a:solidFill>
              <a:ln>
                <a:noFill/>
              </a:ln>
            </p:spPr>
          </p:sp>
          <p:sp>
            <p:nvSpPr>
              <p:cNvPr id="59" name="Google Shape;59;p6"/>
              <p:cNvSpPr txBox="1"/>
              <p:nvPr/>
            </p:nvSpPr>
            <p:spPr>
              <a:xfrm>
                <a:off x="127000" y="320675"/>
                <a:ext cx="558900" cy="339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3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60" name="Google Shape;60;p6"/>
          <p:cNvGrpSpPr/>
          <p:nvPr/>
        </p:nvGrpSpPr>
        <p:grpSpPr>
          <a:xfrm>
            <a:off x="9665821" y="3224373"/>
            <a:ext cx="3086100" cy="3501572"/>
            <a:chOff x="0" y="0"/>
            <a:chExt cx="4114800" cy="4668763"/>
          </a:xfrm>
        </p:grpSpPr>
        <p:sp>
          <p:nvSpPr>
            <p:cNvPr id="61" name="Google Shape;61;p6"/>
            <p:cNvSpPr/>
            <p:nvPr/>
          </p:nvSpPr>
          <p:spPr>
            <a:xfrm>
              <a:off x="0" y="0"/>
              <a:ext cx="4114800" cy="4114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DEBD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2" name="Google Shape;62;p6"/>
            <p:cNvGrpSpPr/>
            <p:nvPr/>
          </p:nvGrpSpPr>
          <p:grpSpPr>
            <a:xfrm rot="10800000">
              <a:off x="1621739" y="3906357"/>
              <a:ext cx="871322" cy="762406"/>
              <a:chOff x="0" y="0"/>
              <a:chExt cx="812800" cy="711200"/>
            </a:xfrm>
          </p:grpSpPr>
          <p:sp>
            <p:nvSpPr>
              <p:cNvPr id="63" name="Google Shape;63;p6"/>
              <p:cNvSpPr/>
              <p:nvPr/>
            </p:nvSpPr>
            <p:spPr>
              <a:xfrm>
                <a:off x="0" y="0"/>
                <a:ext cx="812800" cy="7112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711200" extrusionOk="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EDEBDF"/>
              </a:solidFill>
              <a:ln>
                <a:noFill/>
              </a:ln>
            </p:spPr>
          </p:sp>
          <p:sp>
            <p:nvSpPr>
              <p:cNvPr id="64" name="Google Shape;64;p6"/>
              <p:cNvSpPr txBox="1"/>
              <p:nvPr/>
            </p:nvSpPr>
            <p:spPr>
              <a:xfrm>
                <a:off x="127000" y="320675"/>
                <a:ext cx="558900" cy="339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3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65" name="Google Shape;65;p6"/>
          <p:cNvGrpSpPr/>
          <p:nvPr/>
        </p:nvGrpSpPr>
        <p:grpSpPr>
          <a:xfrm>
            <a:off x="13795563" y="3224373"/>
            <a:ext cx="3086100" cy="3501572"/>
            <a:chOff x="0" y="0"/>
            <a:chExt cx="4114800" cy="4668763"/>
          </a:xfrm>
        </p:grpSpPr>
        <p:sp>
          <p:nvSpPr>
            <p:cNvPr id="66" name="Google Shape;66;p6"/>
            <p:cNvSpPr/>
            <p:nvPr/>
          </p:nvSpPr>
          <p:spPr>
            <a:xfrm>
              <a:off x="0" y="0"/>
              <a:ext cx="4114800" cy="4114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DEBD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7" name="Google Shape;67;p6"/>
            <p:cNvGrpSpPr/>
            <p:nvPr/>
          </p:nvGrpSpPr>
          <p:grpSpPr>
            <a:xfrm rot="10800000">
              <a:off x="1635981" y="3906357"/>
              <a:ext cx="871322" cy="762406"/>
              <a:chOff x="0" y="0"/>
              <a:chExt cx="812800" cy="711200"/>
            </a:xfrm>
          </p:grpSpPr>
          <p:sp>
            <p:nvSpPr>
              <p:cNvPr id="68" name="Google Shape;68;p6"/>
              <p:cNvSpPr/>
              <p:nvPr/>
            </p:nvSpPr>
            <p:spPr>
              <a:xfrm>
                <a:off x="0" y="0"/>
                <a:ext cx="812800" cy="7112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711200" extrusionOk="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EDEBDF"/>
              </a:solidFill>
              <a:ln>
                <a:noFill/>
              </a:ln>
            </p:spPr>
          </p:sp>
          <p:sp>
            <p:nvSpPr>
              <p:cNvPr id="69" name="Google Shape;69;p6"/>
              <p:cNvSpPr txBox="1"/>
              <p:nvPr/>
            </p:nvSpPr>
            <p:spPr>
              <a:xfrm>
                <a:off x="127000" y="320675"/>
                <a:ext cx="558900" cy="339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3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pic>
        <p:nvPicPr>
          <p:cNvPr id="70" name="Google Shape;70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209363" y="3953999"/>
            <a:ext cx="1480025" cy="1442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1" name="Google Shape;71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16350" y="4005150"/>
            <a:ext cx="1325548" cy="1462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46100" y="4057200"/>
            <a:ext cx="1325550" cy="1494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4598600" y="3996182"/>
            <a:ext cx="1480000" cy="1616812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6"/>
          <p:cNvSpPr txBox="1">
            <a:spLocks noGrp="1"/>
          </p:cNvSpPr>
          <p:nvPr>
            <p:ph type="title"/>
          </p:nvPr>
        </p:nvSpPr>
        <p:spPr>
          <a:xfrm>
            <a:off x="1790700" y="712800"/>
            <a:ext cx="14706600" cy="13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500"/>
              <a:buNone/>
              <a:defRPr sz="9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6"/>
          <p:cNvSpPr txBox="1">
            <a:spLocks noGrp="1"/>
          </p:cNvSpPr>
          <p:nvPr>
            <p:ph type="body" idx="1"/>
          </p:nvPr>
        </p:nvSpPr>
        <p:spPr>
          <a:xfrm>
            <a:off x="1231500" y="7239000"/>
            <a:ext cx="3435600" cy="190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2000"/>
              <a:buChar char="•"/>
              <a:defRPr/>
            </a:lvl1pPr>
            <a:lvl2pPr marL="914400" lvl="1" indent="-3556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000"/>
              <a:buChar char="–"/>
              <a:defRPr/>
            </a:lvl2pPr>
            <a:lvl3pPr marL="1371600" lvl="2" indent="-355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–"/>
              <a:defRPr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»"/>
              <a:defRPr/>
            </a:lvl5pPr>
            <a:lvl6pPr marL="274320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6pPr>
            <a:lvl7pPr marL="320040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7pPr>
            <a:lvl8pPr marL="365760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8pPr>
            <a:lvl9pPr marL="411480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6"/>
          <p:cNvSpPr txBox="1">
            <a:spLocks noGrp="1"/>
          </p:cNvSpPr>
          <p:nvPr>
            <p:ph type="body" idx="2"/>
          </p:nvPr>
        </p:nvSpPr>
        <p:spPr>
          <a:xfrm>
            <a:off x="5361325" y="7239000"/>
            <a:ext cx="3435600" cy="190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2000"/>
              <a:buChar char="•"/>
              <a:defRPr/>
            </a:lvl1pPr>
            <a:lvl2pPr marL="914400" lvl="1" indent="-3556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000"/>
              <a:buChar char="–"/>
              <a:defRPr/>
            </a:lvl2pPr>
            <a:lvl3pPr marL="1371600" lvl="2" indent="-355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–"/>
              <a:defRPr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»"/>
              <a:defRPr/>
            </a:lvl5pPr>
            <a:lvl6pPr marL="274320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6pPr>
            <a:lvl7pPr marL="320040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7pPr>
            <a:lvl8pPr marL="365760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8pPr>
            <a:lvl9pPr marL="411480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6"/>
          <p:cNvSpPr txBox="1">
            <a:spLocks noGrp="1"/>
          </p:cNvSpPr>
          <p:nvPr>
            <p:ph type="body" idx="3"/>
          </p:nvPr>
        </p:nvSpPr>
        <p:spPr>
          <a:xfrm>
            <a:off x="9465563" y="7239000"/>
            <a:ext cx="3435600" cy="190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2000"/>
              <a:buChar char="•"/>
              <a:defRPr/>
            </a:lvl1pPr>
            <a:lvl2pPr marL="914400" lvl="1" indent="-3556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000"/>
              <a:buChar char="–"/>
              <a:defRPr/>
            </a:lvl2pPr>
            <a:lvl3pPr marL="1371600" lvl="2" indent="-355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–"/>
              <a:defRPr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»"/>
              <a:defRPr/>
            </a:lvl5pPr>
            <a:lvl6pPr marL="274320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6pPr>
            <a:lvl7pPr marL="320040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7pPr>
            <a:lvl8pPr marL="365760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8pPr>
            <a:lvl9pPr marL="411480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6"/>
          <p:cNvSpPr txBox="1">
            <a:spLocks noGrp="1"/>
          </p:cNvSpPr>
          <p:nvPr>
            <p:ph type="body" idx="4"/>
          </p:nvPr>
        </p:nvSpPr>
        <p:spPr>
          <a:xfrm>
            <a:off x="13620813" y="7239000"/>
            <a:ext cx="3435600" cy="190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2000"/>
              <a:buChar char="•"/>
              <a:defRPr/>
            </a:lvl1pPr>
            <a:lvl2pPr marL="914400" lvl="1" indent="-3556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000"/>
              <a:buChar char="–"/>
              <a:defRPr/>
            </a:lvl2pPr>
            <a:lvl3pPr marL="1371600" lvl="2" indent="-355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–"/>
              <a:defRPr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»"/>
              <a:defRPr/>
            </a:lvl5pPr>
            <a:lvl6pPr marL="274320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6pPr>
            <a:lvl7pPr marL="320040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7pPr>
            <a:lvl8pPr marL="365760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8pPr>
            <a:lvl9pPr marL="411480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">
  <p:cSld name="CUSTOM_2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oogle Shape;80;p7"/>
          <p:cNvGrpSpPr/>
          <p:nvPr/>
        </p:nvGrpSpPr>
        <p:grpSpPr>
          <a:xfrm rot="10800000">
            <a:off x="12246707" y="3285071"/>
            <a:ext cx="5445027" cy="6021085"/>
            <a:chOff x="0" y="-63809"/>
            <a:chExt cx="7260036" cy="8028114"/>
          </a:xfrm>
        </p:grpSpPr>
        <p:grpSp>
          <p:nvGrpSpPr>
            <p:cNvPr id="81" name="Google Shape;81;p7"/>
            <p:cNvGrpSpPr/>
            <p:nvPr/>
          </p:nvGrpSpPr>
          <p:grpSpPr>
            <a:xfrm>
              <a:off x="0" y="-63809"/>
              <a:ext cx="7260036" cy="4871586"/>
              <a:chOff x="0" y="-9525"/>
              <a:chExt cx="1083733" cy="727200"/>
            </a:xfrm>
          </p:grpSpPr>
          <p:sp>
            <p:nvSpPr>
              <p:cNvPr id="82" name="Google Shape;82;p7"/>
              <p:cNvSpPr/>
              <p:nvPr/>
            </p:nvSpPr>
            <p:spPr>
              <a:xfrm>
                <a:off x="0" y="0"/>
                <a:ext cx="1083733" cy="717591"/>
              </a:xfrm>
              <a:custGeom>
                <a:avLst/>
                <a:gdLst/>
                <a:ahLst/>
                <a:cxnLst/>
                <a:rect l="l" t="t" r="r" b="b"/>
                <a:pathLst>
                  <a:path w="1083733" h="717591" extrusionOk="0">
                    <a:moveTo>
                      <a:pt x="71092" y="0"/>
                    </a:moveTo>
                    <a:lnTo>
                      <a:pt x="1012641" y="0"/>
                    </a:lnTo>
                    <a:cubicBezTo>
                      <a:pt x="1031496" y="0"/>
                      <a:pt x="1049579" y="7490"/>
                      <a:pt x="1062911" y="20822"/>
                    </a:cubicBezTo>
                    <a:cubicBezTo>
                      <a:pt x="1076243" y="34155"/>
                      <a:pt x="1083733" y="52237"/>
                      <a:pt x="1083733" y="71092"/>
                    </a:cubicBezTo>
                    <a:lnTo>
                      <a:pt x="1083733" y="646500"/>
                    </a:lnTo>
                    <a:cubicBezTo>
                      <a:pt x="1083733" y="665354"/>
                      <a:pt x="1076243" y="683437"/>
                      <a:pt x="1062911" y="696769"/>
                    </a:cubicBezTo>
                    <a:cubicBezTo>
                      <a:pt x="1049579" y="710101"/>
                      <a:pt x="1031496" y="717591"/>
                      <a:pt x="1012641" y="717591"/>
                    </a:cubicBezTo>
                    <a:lnTo>
                      <a:pt x="71092" y="717591"/>
                    </a:lnTo>
                    <a:cubicBezTo>
                      <a:pt x="52237" y="717591"/>
                      <a:pt x="34155" y="710101"/>
                      <a:pt x="20822" y="696769"/>
                    </a:cubicBezTo>
                    <a:cubicBezTo>
                      <a:pt x="7490" y="683437"/>
                      <a:pt x="0" y="665354"/>
                      <a:pt x="0" y="646500"/>
                    </a:cubicBezTo>
                    <a:lnTo>
                      <a:pt x="0" y="71092"/>
                    </a:lnTo>
                    <a:cubicBezTo>
                      <a:pt x="0" y="52237"/>
                      <a:pt x="7490" y="34155"/>
                      <a:pt x="20822" y="20822"/>
                    </a:cubicBezTo>
                    <a:cubicBezTo>
                      <a:pt x="34155" y="7490"/>
                      <a:pt x="52237" y="0"/>
                      <a:pt x="71092" y="0"/>
                    </a:cubicBezTo>
                    <a:close/>
                  </a:path>
                </a:pathLst>
              </a:custGeom>
              <a:solidFill>
                <a:srgbClr val="94968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3" name="Google Shape;83;p7"/>
              <p:cNvSpPr txBox="1"/>
              <p:nvPr/>
            </p:nvSpPr>
            <p:spPr>
              <a:xfrm>
                <a:off x="0" y="-9525"/>
                <a:ext cx="1083600" cy="72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3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84" name="Google Shape;84;p7"/>
            <p:cNvSpPr/>
            <p:nvPr/>
          </p:nvSpPr>
          <p:spPr>
            <a:xfrm>
              <a:off x="0" y="704287"/>
              <a:ext cx="7260018" cy="7260018"/>
            </a:xfrm>
            <a:custGeom>
              <a:avLst/>
              <a:gdLst/>
              <a:ahLst/>
              <a:cxnLst/>
              <a:rect l="l" t="t" r="r" b="b"/>
              <a:pathLst>
                <a:path w="7260018" h="7260018" extrusionOk="0">
                  <a:moveTo>
                    <a:pt x="0" y="0"/>
                  </a:moveTo>
                  <a:lnTo>
                    <a:pt x="7260018" y="0"/>
                  </a:lnTo>
                  <a:lnTo>
                    <a:pt x="7260018" y="7260018"/>
                  </a:lnTo>
                  <a:lnTo>
                    <a:pt x="0" y="7260018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2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grpSp>
        <p:nvGrpSpPr>
          <p:cNvPr id="85" name="Google Shape;85;p7"/>
          <p:cNvGrpSpPr/>
          <p:nvPr/>
        </p:nvGrpSpPr>
        <p:grpSpPr>
          <a:xfrm rot="10800000">
            <a:off x="6421479" y="3285071"/>
            <a:ext cx="5445027" cy="6021085"/>
            <a:chOff x="0" y="-63809"/>
            <a:chExt cx="7260036" cy="8028114"/>
          </a:xfrm>
        </p:grpSpPr>
        <p:grpSp>
          <p:nvGrpSpPr>
            <p:cNvPr id="86" name="Google Shape;86;p7"/>
            <p:cNvGrpSpPr/>
            <p:nvPr/>
          </p:nvGrpSpPr>
          <p:grpSpPr>
            <a:xfrm>
              <a:off x="0" y="-63809"/>
              <a:ext cx="7260036" cy="4871586"/>
              <a:chOff x="0" y="-9525"/>
              <a:chExt cx="1083733" cy="727200"/>
            </a:xfrm>
          </p:grpSpPr>
          <p:sp>
            <p:nvSpPr>
              <p:cNvPr id="87" name="Google Shape;87;p7"/>
              <p:cNvSpPr/>
              <p:nvPr/>
            </p:nvSpPr>
            <p:spPr>
              <a:xfrm>
                <a:off x="0" y="0"/>
                <a:ext cx="1083733" cy="717591"/>
              </a:xfrm>
              <a:custGeom>
                <a:avLst/>
                <a:gdLst/>
                <a:ahLst/>
                <a:cxnLst/>
                <a:rect l="l" t="t" r="r" b="b"/>
                <a:pathLst>
                  <a:path w="1083733" h="717591" extrusionOk="0">
                    <a:moveTo>
                      <a:pt x="71092" y="0"/>
                    </a:moveTo>
                    <a:lnTo>
                      <a:pt x="1012641" y="0"/>
                    </a:lnTo>
                    <a:cubicBezTo>
                      <a:pt x="1031496" y="0"/>
                      <a:pt x="1049579" y="7490"/>
                      <a:pt x="1062911" y="20822"/>
                    </a:cubicBezTo>
                    <a:cubicBezTo>
                      <a:pt x="1076243" y="34155"/>
                      <a:pt x="1083733" y="52237"/>
                      <a:pt x="1083733" y="71092"/>
                    </a:cubicBezTo>
                    <a:lnTo>
                      <a:pt x="1083733" y="646500"/>
                    </a:lnTo>
                    <a:cubicBezTo>
                      <a:pt x="1083733" y="665354"/>
                      <a:pt x="1076243" y="683437"/>
                      <a:pt x="1062911" y="696769"/>
                    </a:cubicBezTo>
                    <a:cubicBezTo>
                      <a:pt x="1049579" y="710101"/>
                      <a:pt x="1031496" y="717591"/>
                      <a:pt x="1012641" y="717591"/>
                    </a:cubicBezTo>
                    <a:lnTo>
                      <a:pt x="71092" y="717591"/>
                    </a:lnTo>
                    <a:cubicBezTo>
                      <a:pt x="52237" y="717591"/>
                      <a:pt x="34155" y="710101"/>
                      <a:pt x="20822" y="696769"/>
                    </a:cubicBezTo>
                    <a:cubicBezTo>
                      <a:pt x="7490" y="683437"/>
                      <a:pt x="0" y="665354"/>
                      <a:pt x="0" y="646500"/>
                    </a:cubicBezTo>
                    <a:lnTo>
                      <a:pt x="0" y="71092"/>
                    </a:lnTo>
                    <a:cubicBezTo>
                      <a:pt x="0" y="52237"/>
                      <a:pt x="7490" y="34155"/>
                      <a:pt x="20822" y="20822"/>
                    </a:cubicBezTo>
                    <a:cubicBezTo>
                      <a:pt x="34155" y="7490"/>
                      <a:pt x="52237" y="0"/>
                      <a:pt x="71092" y="0"/>
                    </a:cubicBezTo>
                    <a:close/>
                  </a:path>
                </a:pathLst>
              </a:custGeom>
              <a:solidFill>
                <a:srgbClr val="94968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8" name="Google Shape;88;p7"/>
              <p:cNvSpPr txBox="1"/>
              <p:nvPr/>
            </p:nvSpPr>
            <p:spPr>
              <a:xfrm>
                <a:off x="0" y="-9525"/>
                <a:ext cx="1083600" cy="72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3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89" name="Google Shape;89;p7"/>
            <p:cNvSpPr/>
            <p:nvPr/>
          </p:nvSpPr>
          <p:spPr>
            <a:xfrm>
              <a:off x="0" y="704287"/>
              <a:ext cx="7260018" cy="7260018"/>
            </a:xfrm>
            <a:custGeom>
              <a:avLst/>
              <a:gdLst/>
              <a:ahLst/>
              <a:cxnLst/>
              <a:rect l="l" t="t" r="r" b="b"/>
              <a:pathLst>
                <a:path w="7260018" h="7260018" extrusionOk="0">
                  <a:moveTo>
                    <a:pt x="0" y="0"/>
                  </a:moveTo>
                  <a:lnTo>
                    <a:pt x="7260018" y="0"/>
                  </a:lnTo>
                  <a:lnTo>
                    <a:pt x="7260018" y="7260018"/>
                  </a:lnTo>
                  <a:lnTo>
                    <a:pt x="0" y="7260018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2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grpSp>
        <p:nvGrpSpPr>
          <p:cNvPr id="90" name="Google Shape;90;p7"/>
          <p:cNvGrpSpPr/>
          <p:nvPr/>
        </p:nvGrpSpPr>
        <p:grpSpPr>
          <a:xfrm rot="10800000">
            <a:off x="595466" y="3285071"/>
            <a:ext cx="5445027" cy="6021085"/>
            <a:chOff x="0" y="-63809"/>
            <a:chExt cx="7260036" cy="8028114"/>
          </a:xfrm>
        </p:grpSpPr>
        <p:grpSp>
          <p:nvGrpSpPr>
            <p:cNvPr id="91" name="Google Shape;91;p7"/>
            <p:cNvGrpSpPr/>
            <p:nvPr/>
          </p:nvGrpSpPr>
          <p:grpSpPr>
            <a:xfrm>
              <a:off x="0" y="-63809"/>
              <a:ext cx="7260036" cy="4871586"/>
              <a:chOff x="0" y="-9525"/>
              <a:chExt cx="1083733" cy="727200"/>
            </a:xfrm>
          </p:grpSpPr>
          <p:sp>
            <p:nvSpPr>
              <p:cNvPr id="92" name="Google Shape;92;p7"/>
              <p:cNvSpPr/>
              <p:nvPr/>
            </p:nvSpPr>
            <p:spPr>
              <a:xfrm>
                <a:off x="0" y="0"/>
                <a:ext cx="1083733" cy="717591"/>
              </a:xfrm>
              <a:custGeom>
                <a:avLst/>
                <a:gdLst/>
                <a:ahLst/>
                <a:cxnLst/>
                <a:rect l="l" t="t" r="r" b="b"/>
                <a:pathLst>
                  <a:path w="1083733" h="717591" extrusionOk="0">
                    <a:moveTo>
                      <a:pt x="71092" y="0"/>
                    </a:moveTo>
                    <a:lnTo>
                      <a:pt x="1012641" y="0"/>
                    </a:lnTo>
                    <a:cubicBezTo>
                      <a:pt x="1031496" y="0"/>
                      <a:pt x="1049579" y="7490"/>
                      <a:pt x="1062911" y="20822"/>
                    </a:cubicBezTo>
                    <a:cubicBezTo>
                      <a:pt x="1076243" y="34155"/>
                      <a:pt x="1083733" y="52237"/>
                      <a:pt x="1083733" y="71092"/>
                    </a:cubicBezTo>
                    <a:lnTo>
                      <a:pt x="1083733" y="646500"/>
                    </a:lnTo>
                    <a:cubicBezTo>
                      <a:pt x="1083733" y="665354"/>
                      <a:pt x="1076243" y="683437"/>
                      <a:pt x="1062911" y="696769"/>
                    </a:cubicBezTo>
                    <a:cubicBezTo>
                      <a:pt x="1049579" y="710101"/>
                      <a:pt x="1031496" y="717591"/>
                      <a:pt x="1012641" y="717591"/>
                    </a:cubicBezTo>
                    <a:lnTo>
                      <a:pt x="71092" y="717591"/>
                    </a:lnTo>
                    <a:cubicBezTo>
                      <a:pt x="52237" y="717591"/>
                      <a:pt x="34155" y="710101"/>
                      <a:pt x="20822" y="696769"/>
                    </a:cubicBezTo>
                    <a:cubicBezTo>
                      <a:pt x="7490" y="683437"/>
                      <a:pt x="0" y="665354"/>
                      <a:pt x="0" y="646500"/>
                    </a:cubicBezTo>
                    <a:lnTo>
                      <a:pt x="0" y="71092"/>
                    </a:lnTo>
                    <a:cubicBezTo>
                      <a:pt x="0" y="52237"/>
                      <a:pt x="7490" y="34155"/>
                      <a:pt x="20822" y="20822"/>
                    </a:cubicBezTo>
                    <a:cubicBezTo>
                      <a:pt x="34155" y="7490"/>
                      <a:pt x="52237" y="0"/>
                      <a:pt x="71092" y="0"/>
                    </a:cubicBezTo>
                    <a:close/>
                  </a:path>
                </a:pathLst>
              </a:custGeom>
              <a:solidFill>
                <a:srgbClr val="94968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3" name="Google Shape;93;p7"/>
              <p:cNvSpPr txBox="1"/>
              <p:nvPr/>
            </p:nvSpPr>
            <p:spPr>
              <a:xfrm>
                <a:off x="0" y="-9525"/>
                <a:ext cx="1083600" cy="72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3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94" name="Google Shape;94;p7"/>
            <p:cNvSpPr/>
            <p:nvPr/>
          </p:nvSpPr>
          <p:spPr>
            <a:xfrm>
              <a:off x="0" y="704287"/>
              <a:ext cx="7260018" cy="7260018"/>
            </a:xfrm>
            <a:custGeom>
              <a:avLst/>
              <a:gdLst/>
              <a:ahLst/>
              <a:cxnLst/>
              <a:rect l="l" t="t" r="r" b="b"/>
              <a:pathLst>
                <a:path w="7260018" h="7260018" extrusionOk="0">
                  <a:moveTo>
                    <a:pt x="0" y="0"/>
                  </a:moveTo>
                  <a:lnTo>
                    <a:pt x="7260018" y="0"/>
                  </a:lnTo>
                  <a:lnTo>
                    <a:pt x="7260018" y="7260018"/>
                  </a:lnTo>
                  <a:lnTo>
                    <a:pt x="0" y="7260018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2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95" name="Google Shape;95;p7"/>
          <p:cNvSpPr txBox="1">
            <a:spLocks noGrp="1"/>
          </p:cNvSpPr>
          <p:nvPr>
            <p:ph type="title"/>
          </p:nvPr>
        </p:nvSpPr>
        <p:spPr>
          <a:xfrm>
            <a:off x="595425" y="6404200"/>
            <a:ext cx="5445000" cy="13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EBDF"/>
              </a:buClr>
              <a:buSzPts val="7150"/>
              <a:buNone/>
              <a:defRPr sz="7150">
                <a:solidFill>
                  <a:srgbClr val="EDEBD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EBDF"/>
              </a:buClr>
              <a:buSzPts val="1400"/>
              <a:buNone/>
              <a:defRPr>
                <a:solidFill>
                  <a:srgbClr val="EDEBDF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EBDF"/>
              </a:buClr>
              <a:buSzPts val="1400"/>
              <a:buNone/>
              <a:defRPr>
                <a:solidFill>
                  <a:srgbClr val="EDEBDF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EBDF"/>
              </a:buClr>
              <a:buSzPts val="1400"/>
              <a:buNone/>
              <a:defRPr>
                <a:solidFill>
                  <a:srgbClr val="EDEBDF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EBDF"/>
              </a:buClr>
              <a:buSzPts val="1400"/>
              <a:buNone/>
              <a:defRPr>
                <a:solidFill>
                  <a:srgbClr val="EDEBDF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EBDF"/>
              </a:buClr>
              <a:buSzPts val="1400"/>
              <a:buNone/>
              <a:defRPr>
                <a:solidFill>
                  <a:srgbClr val="EDEBDF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EBDF"/>
              </a:buClr>
              <a:buSzPts val="1400"/>
              <a:buNone/>
              <a:defRPr>
                <a:solidFill>
                  <a:srgbClr val="EDEBDF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EBDF"/>
              </a:buClr>
              <a:buSzPts val="1400"/>
              <a:buNone/>
              <a:defRPr>
                <a:solidFill>
                  <a:srgbClr val="EDEBDF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EBDF"/>
              </a:buClr>
              <a:buSzPts val="1400"/>
              <a:buNone/>
              <a:defRPr>
                <a:solidFill>
                  <a:srgbClr val="EDEBDF"/>
                </a:solidFill>
              </a:defRPr>
            </a:lvl9pPr>
          </a:lstStyle>
          <a:p>
            <a:endParaRPr/>
          </a:p>
        </p:txBody>
      </p:sp>
      <p:sp>
        <p:nvSpPr>
          <p:cNvPr id="96" name="Google Shape;96;p7"/>
          <p:cNvSpPr txBox="1">
            <a:spLocks noGrp="1"/>
          </p:cNvSpPr>
          <p:nvPr>
            <p:ph type="title" idx="2"/>
          </p:nvPr>
        </p:nvSpPr>
        <p:spPr>
          <a:xfrm>
            <a:off x="6421475" y="6404200"/>
            <a:ext cx="5445000" cy="13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EBDF"/>
              </a:buClr>
              <a:buSzPts val="7150"/>
              <a:buNone/>
              <a:defRPr sz="7150">
                <a:solidFill>
                  <a:srgbClr val="EDEBD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EBDF"/>
              </a:buClr>
              <a:buSzPts val="1400"/>
              <a:buNone/>
              <a:defRPr>
                <a:solidFill>
                  <a:srgbClr val="EDEBDF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EBDF"/>
              </a:buClr>
              <a:buSzPts val="1400"/>
              <a:buNone/>
              <a:defRPr>
                <a:solidFill>
                  <a:srgbClr val="EDEBDF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EBDF"/>
              </a:buClr>
              <a:buSzPts val="1400"/>
              <a:buNone/>
              <a:defRPr>
                <a:solidFill>
                  <a:srgbClr val="EDEBDF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EBDF"/>
              </a:buClr>
              <a:buSzPts val="1400"/>
              <a:buNone/>
              <a:defRPr>
                <a:solidFill>
                  <a:srgbClr val="EDEBDF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EBDF"/>
              </a:buClr>
              <a:buSzPts val="1400"/>
              <a:buNone/>
              <a:defRPr>
                <a:solidFill>
                  <a:srgbClr val="EDEBDF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EBDF"/>
              </a:buClr>
              <a:buSzPts val="1400"/>
              <a:buNone/>
              <a:defRPr>
                <a:solidFill>
                  <a:srgbClr val="EDEBDF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EBDF"/>
              </a:buClr>
              <a:buSzPts val="1400"/>
              <a:buNone/>
              <a:defRPr>
                <a:solidFill>
                  <a:srgbClr val="EDEBDF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EBDF"/>
              </a:buClr>
              <a:buSzPts val="1400"/>
              <a:buNone/>
              <a:defRPr>
                <a:solidFill>
                  <a:srgbClr val="EDEBDF"/>
                </a:solidFill>
              </a:defRPr>
            </a:lvl9pPr>
          </a:lstStyle>
          <a:p>
            <a:endParaRPr/>
          </a:p>
        </p:txBody>
      </p:sp>
      <p:sp>
        <p:nvSpPr>
          <p:cNvPr id="97" name="Google Shape;97;p7"/>
          <p:cNvSpPr txBox="1">
            <a:spLocks noGrp="1"/>
          </p:cNvSpPr>
          <p:nvPr>
            <p:ph type="title" idx="3"/>
          </p:nvPr>
        </p:nvSpPr>
        <p:spPr>
          <a:xfrm>
            <a:off x="12247475" y="6404200"/>
            <a:ext cx="5445000" cy="13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EBDF"/>
              </a:buClr>
              <a:buSzPts val="7150"/>
              <a:buNone/>
              <a:defRPr sz="7150">
                <a:solidFill>
                  <a:srgbClr val="EDEBD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EBDF"/>
              </a:buClr>
              <a:buSzPts val="1400"/>
              <a:buNone/>
              <a:defRPr>
                <a:solidFill>
                  <a:srgbClr val="EDEBDF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EBDF"/>
              </a:buClr>
              <a:buSzPts val="1400"/>
              <a:buNone/>
              <a:defRPr>
                <a:solidFill>
                  <a:srgbClr val="EDEBDF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EBDF"/>
              </a:buClr>
              <a:buSzPts val="1400"/>
              <a:buNone/>
              <a:defRPr>
                <a:solidFill>
                  <a:srgbClr val="EDEBDF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EBDF"/>
              </a:buClr>
              <a:buSzPts val="1400"/>
              <a:buNone/>
              <a:defRPr>
                <a:solidFill>
                  <a:srgbClr val="EDEBDF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EBDF"/>
              </a:buClr>
              <a:buSzPts val="1400"/>
              <a:buNone/>
              <a:defRPr>
                <a:solidFill>
                  <a:srgbClr val="EDEBDF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EBDF"/>
              </a:buClr>
              <a:buSzPts val="1400"/>
              <a:buNone/>
              <a:defRPr>
                <a:solidFill>
                  <a:srgbClr val="EDEBDF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EBDF"/>
              </a:buClr>
              <a:buSzPts val="1400"/>
              <a:buNone/>
              <a:defRPr>
                <a:solidFill>
                  <a:srgbClr val="EDEBDF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EBDF"/>
              </a:buClr>
              <a:buSzPts val="1400"/>
              <a:buNone/>
              <a:defRPr>
                <a:solidFill>
                  <a:srgbClr val="EDEBDF"/>
                </a:solidFill>
              </a:defRPr>
            </a:lvl9pPr>
          </a:lstStyle>
          <a:p>
            <a:endParaRPr/>
          </a:p>
        </p:txBody>
      </p:sp>
      <p:sp>
        <p:nvSpPr>
          <p:cNvPr id="98" name="Google Shape;98;p7"/>
          <p:cNvSpPr txBox="1">
            <a:spLocks noGrp="1"/>
          </p:cNvSpPr>
          <p:nvPr>
            <p:ph type="title" idx="4"/>
          </p:nvPr>
        </p:nvSpPr>
        <p:spPr>
          <a:xfrm>
            <a:off x="1790700" y="712800"/>
            <a:ext cx="14706600" cy="13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500"/>
              <a:buNone/>
              <a:defRPr sz="9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7"/>
          <p:cNvSpPr txBox="1">
            <a:spLocks noGrp="1"/>
          </p:cNvSpPr>
          <p:nvPr>
            <p:ph type="body" idx="1"/>
          </p:nvPr>
        </p:nvSpPr>
        <p:spPr>
          <a:xfrm>
            <a:off x="1711575" y="7932225"/>
            <a:ext cx="3212700" cy="190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15925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444738"/>
              </a:buClr>
              <a:buSzPts val="2950"/>
              <a:buChar char="•"/>
              <a:defRPr sz="2950">
                <a:solidFill>
                  <a:srgbClr val="444738"/>
                </a:solidFill>
              </a:defRPr>
            </a:lvl1pPr>
            <a:lvl2pPr marL="914400" lvl="1" indent="-415925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444738"/>
              </a:buClr>
              <a:buSzPts val="2950"/>
              <a:buChar char="–"/>
              <a:defRPr sz="2950">
                <a:solidFill>
                  <a:srgbClr val="444738"/>
                </a:solidFill>
              </a:defRPr>
            </a:lvl2pPr>
            <a:lvl3pPr marL="1371600" lvl="2" indent="-415925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444738"/>
              </a:buClr>
              <a:buSzPts val="2950"/>
              <a:buChar char="•"/>
              <a:defRPr sz="2950">
                <a:solidFill>
                  <a:srgbClr val="444738"/>
                </a:solidFill>
              </a:defRPr>
            </a:lvl3pPr>
            <a:lvl4pPr marL="1828800" lvl="3" indent="-41592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444738"/>
              </a:buClr>
              <a:buSzPts val="2950"/>
              <a:buChar char="–"/>
              <a:defRPr sz="2950">
                <a:solidFill>
                  <a:srgbClr val="444738"/>
                </a:solidFill>
              </a:defRPr>
            </a:lvl4pPr>
            <a:lvl5pPr marL="2286000" lvl="4" indent="-41592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444738"/>
              </a:buClr>
              <a:buSzPts val="2950"/>
              <a:buChar char="»"/>
              <a:defRPr sz="2950">
                <a:solidFill>
                  <a:srgbClr val="444738"/>
                </a:solidFill>
              </a:defRPr>
            </a:lvl5pPr>
            <a:lvl6pPr marL="2743200" lvl="5" indent="-41592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444738"/>
              </a:buClr>
              <a:buSzPts val="2950"/>
              <a:buChar char="•"/>
              <a:defRPr sz="2950">
                <a:solidFill>
                  <a:srgbClr val="444738"/>
                </a:solidFill>
              </a:defRPr>
            </a:lvl6pPr>
            <a:lvl7pPr marL="3200400" lvl="6" indent="-41592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444738"/>
              </a:buClr>
              <a:buSzPts val="2950"/>
              <a:buChar char="•"/>
              <a:defRPr sz="2950">
                <a:solidFill>
                  <a:srgbClr val="444738"/>
                </a:solidFill>
              </a:defRPr>
            </a:lvl7pPr>
            <a:lvl8pPr marL="3657600" lvl="7" indent="-41592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444738"/>
              </a:buClr>
              <a:buSzPts val="2950"/>
              <a:buChar char="•"/>
              <a:defRPr sz="2950">
                <a:solidFill>
                  <a:srgbClr val="444738"/>
                </a:solidFill>
              </a:defRPr>
            </a:lvl8pPr>
            <a:lvl9pPr marL="4114800" lvl="8" indent="-41592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444738"/>
              </a:buClr>
              <a:buSzPts val="2950"/>
              <a:buChar char="•"/>
              <a:defRPr sz="2950">
                <a:solidFill>
                  <a:srgbClr val="444738"/>
                </a:solidFill>
              </a:defRPr>
            </a:lvl9pPr>
          </a:lstStyle>
          <a:p>
            <a:endParaRPr/>
          </a:p>
        </p:txBody>
      </p:sp>
      <p:sp>
        <p:nvSpPr>
          <p:cNvPr id="100" name="Google Shape;100;p7"/>
          <p:cNvSpPr txBox="1">
            <a:spLocks noGrp="1"/>
          </p:cNvSpPr>
          <p:nvPr>
            <p:ph type="subTitle" idx="5"/>
          </p:nvPr>
        </p:nvSpPr>
        <p:spPr>
          <a:xfrm>
            <a:off x="772798" y="5730875"/>
            <a:ext cx="5091900" cy="68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444738"/>
              </a:buClr>
              <a:buSzPts val="2950"/>
              <a:buNone/>
              <a:defRPr sz="2950" b="1">
                <a:solidFill>
                  <a:srgbClr val="444738"/>
                </a:solidFill>
              </a:defRPr>
            </a:lvl1pPr>
            <a:lvl2pPr lvl="1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7"/>
          <p:cNvSpPr txBox="1">
            <a:spLocks noGrp="1"/>
          </p:cNvSpPr>
          <p:nvPr>
            <p:ph type="body" idx="6"/>
          </p:nvPr>
        </p:nvSpPr>
        <p:spPr>
          <a:xfrm>
            <a:off x="7537620" y="7932225"/>
            <a:ext cx="3212700" cy="190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15925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444738"/>
              </a:buClr>
              <a:buSzPts val="2950"/>
              <a:buChar char="•"/>
              <a:defRPr sz="2950">
                <a:solidFill>
                  <a:srgbClr val="444738"/>
                </a:solidFill>
              </a:defRPr>
            </a:lvl1pPr>
            <a:lvl2pPr marL="914400" lvl="1" indent="-415925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444738"/>
              </a:buClr>
              <a:buSzPts val="2950"/>
              <a:buChar char="–"/>
              <a:defRPr sz="2950">
                <a:solidFill>
                  <a:srgbClr val="444738"/>
                </a:solidFill>
              </a:defRPr>
            </a:lvl2pPr>
            <a:lvl3pPr marL="1371600" lvl="2" indent="-415925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444738"/>
              </a:buClr>
              <a:buSzPts val="2950"/>
              <a:buChar char="•"/>
              <a:defRPr sz="2950">
                <a:solidFill>
                  <a:srgbClr val="444738"/>
                </a:solidFill>
              </a:defRPr>
            </a:lvl3pPr>
            <a:lvl4pPr marL="1828800" lvl="3" indent="-41592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444738"/>
              </a:buClr>
              <a:buSzPts val="2950"/>
              <a:buChar char="–"/>
              <a:defRPr sz="2950">
                <a:solidFill>
                  <a:srgbClr val="444738"/>
                </a:solidFill>
              </a:defRPr>
            </a:lvl4pPr>
            <a:lvl5pPr marL="2286000" lvl="4" indent="-41592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444738"/>
              </a:buClr>
              <a:buSzPts val="2950"/>
              <a:buChar char="»"/>
              <a:defRPr sz="2950">
                <a:solidFill>
                  <a:srgbClr val="444738"/>
                </a:solidFill>
              </a:defRPr>
            </a:lvl5pPr>
            <a:lvl6pPr marL="2743200" lvl="5" indent="-41592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444738"/>
              </a:buClr>
              <a:buSzPts val="2950"/>
              <a:buChar char="•"/>
              <a:defRPr sz="2950">
                <a:solidFill>
                  <a:srgbClr val="444738"/>
                </a:solidFill>
              </a:defRPr>
            </a:lvl6pPr>
            <a:lvl7pPr marL="3200400" lvl="6" indent="-41592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444738"/>
              </a:buClr>
              <a:buSzPts val="2950"/>
              <a:buChar char="•"/>
              <a:defRPr sz="2950">
                <a:solidFill>
                  <a:srgbClr val="444738"/>
                </a:solidFill>
              </a:defRPr>
            </a:lvl7pPr>
            <a:lvl8pPr marL="3657600" lvl="7" indent="-41592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444738"/>
              </a:buClr>
              <a:buSzPts val="2950"/>
              <a:buChar char="•"/>
              <a:defRPr sz="2950">
                <a:solidFill>
                  <a:srgbClr val="444738"/>
                </a:solidFill>
              </a:defRPr>
            </a:lvl8pPr>
            <a:lvl9pPr marL="4114800" lvl="8" indent="-41592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444738"/>
              </a:buClr>
              <a:buSzPts val="2950"/>
              <a:buChar char="•"/>
              <a:defRPr sz="2950">
                <a:solidFill>
                  <a:srgbClr val="444738"/>
                </a:solidFill>
              </a:defRPr>
            </a:lvl9pPr>
          </a:lstStyle>
          <a:p>
            <a:endParaRPr/>
          </a:p>
        </p:txBody>
      </p:sp>
      <p:sp>
        <p:nvSpPr>
          <p:cNvPr id="102" name="Google Shape;102;p7"/>
          <p:cNvSpPr txBox="1">
            <a:spLocks noGrp="1"/>
          </p:cNvSpPr>
          <p:nvPr>
            <p:ph type="subTitle" idx="7"/>
          </p:nvPr>
        </p:nvSpPr>
        <p:spPr>
          <a:xfrm>
            <a:off x="6598847" y="5730875"/>
            <a:ext cx="5091900" cy="68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444738"/>
              </a:buClr>
              <a:buSzPts val="2950"/>
              <a:buNone/>
              <a:defRPr sz="2950" b="1">
                <a:solidFill>
                  <a:srgbClr val="444738"/>
                </a:solidFill>
              </a:defRPr>
            </a:lvl1pPr>
            <a:lvl2pPr lvl="1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7"/>
          <p:cNvSpPr txBox="1">
            <a:spLocks noGrp="1"/>
          </p:cNvSpPr>
          <p:nvPr>
            <p:ph type="body" idx="8"/>
          </p:nvPr>
        </p:nvSpPr>
        <p:spPr>
          <a:xfrm>
            <a:off x="13363625" y="7932225"/>
            <a:ext cx="3212700" cy="190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15925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444738"/>
              </a:buClr>
              <a:buSzPts val="2950"/>
              <a:buChar char="•"/>
              <a:defRPr sz="2950">
                <a:solidFill>
                  <a:srgbClr val="444738"/>
                </a:solidFill>
              </a:defRPr>
            </a:lvl1pPr>
            <a:lvl2pPr marL="914400" lvl="1" indent="-415925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444738"/>
              </a:buClr>
              <a:buSzPts val="2950"/>
              <a:buChar char="–"/>
              <a:defRPr sz="2950">
                <a:solidFill>
                  <a:srgbClr val="444738"/>
                </a:solidFill>
              </a:defRPr>
            </a:lvl2pPr>
            <a:lvl3pPr marL="1371600" lvl="2" indent="-415925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444738"/>
              </a:buClr>
              <a:buSzPts val="2950"/>
              <a:buChar char="•"/>
              <a:defRPr sz="2950">
                <a:solidFill>
                  <a:srgbClr val="444738"/>
                </a:solidFill>
              </a:defRPr>
            </a:lvl3pPr>
            <a:lvl4pPr marL="1828800" lvl="3" indent="-41592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444738"/>
              </a:buClr>
              <a:buSzPts val="2950"/>
              <a:buChar char="–"/>
              <a:defRPr sz="2950">
                <a:solidFill>
                  <a:srgbClr val="444738"/>
                </a:solidFill>
              </a:defRPr>
            </a:lvl4pPr>
            <a:lvl5pPr marL="2286000" lvl="4" indent="-41592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444738"/>
              </a:buClr>
              <a:buSzPts val="2950"/>
              <a:buChar char="»"/>
              <a:defRPr sz="2950">
                <a:solidFill>
                  <a:srgbClr val="444738"/>
                </a:solidFill>
              </a:defRPr>
            </a:lvl5pPr>
            <a:lvl6pPr marL="2743200" lvl="5" indent="-41592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444738"/>
              </a:buClr>
              <a:buSzPts val="2950"/>
              <a:buChar char="•"/>
              <a:defRPr sz="2950">
                <a:solidFill>
                  <a:srgbClr val="444738"/>
                </a:solidFill>
              </a:defRPr>
            </a:lvl6pPr>
            <a:lvl7pPr marL="3200400" lvl="6" indent="-41592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444738"/>
              </a:buClr>
              <a:buSzPts val="2950"/>
              <a:buChar char="•"/>
              <a:defRPr sz="2950">
                <a:solidFill>
                  <a:srgbClr val="444738"/>
                </a:solidFill>
              </a:defRPr>
            </a:lvl7pPr>
            <a:lvl8pPr marL="3657600" lvl="7" indent="-41592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444738"/>
              </a:buClr>
              <a:buSzPts val="2950"/>
              <a:buChar char="•"/>
              <a:defRPr sz="2950">
                <a:solidFill>
                  <a:srgbClr val="444738"/>
                </a:solidFill>
              </a:defRPr>
            </a:lvl8pPr>
            <a:lvl9pPr marL="4114800" lvl="8" indent="-41592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444738"/>
              </a:buClr>
              <a:buSzPts val="2950"/>
              <a:buChar char="•"/>
              <a:defRPr sz="2950">
                <a:solidFill>
                  <a:srgbClr val="444738"/>
                </a:solidFill>
              </a:defRPr>
            </a:lvl9pPr>
          </a:lstStyle>
          <a:p>
            <a:endParaRPr/>
          </a:p>
        </p:txBody>
      </p:sp>
      <p:sp>
        <p:nvSpPr>
          <p:cNvPr id="104" name="Google Shape;104;p7"/>
          <p:cNvSpPr txBox="1">
            <a:spLocks noGrp="1"/>
          </p:cNvSpPr>
          <p:nvPr>
            <p:ph type="subTitle" idx="9"/>
          </p:nvPr>
        </p:nvSpPr>
        <p:spPr>
          <a:xfrm>
            <a:off x="12424848" y="5730875"/>
            <a:ext cx="5091900" cy="68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444738"/>
              </a:buClr>
              <a:buSzPts val="2950"/>
              <a:buNone/>
              <a:defRPr sz="2950" b="1">
                <a:solidFill>
                  <a:srgbClr val="444738"/>
                </a:solidFill>
              </a:defRPr>
            </a:lvl1pPr>
            <a:lvl2pPr lvl="1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BD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408000"/>
            <a:ext cx="14706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738"/>
              </a:buClr>
              <a:buSzPts val="8700"/>
              <a:buFont typeface="Poiret One"/>
              <a:buNone/>
              <a:defRPr sz="8700" b="1" i="0" u="none" strike="noStrike" cap="none">
                <a:solidFill>
                  <a:srgbClr val="444738"/>
                </a:solidFill>
                <a:latin typeface="Poiret One"/>
                <a:ea typeface="Poiret One"/>
                <a:cs typeface="Poiret One"/>
                <a:sym typeface="Poiret On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oiret One"/>
              <a:buNone/>
              <a:defRPr sz="1800" b="0" i="0" u="none" strike="noStrike" cap="none">
                <a:solidFill>
                  <a:srgbClr val="000000"/>
                </a:solidFill>
                <a:latin typeface="Poiret One"/>
                <a:ea typeface="Poiret One"/>
                <a:cs typeface="Poiret One"/>
                <a:sym typeface="Poiret On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oiret One"/>
              <a:buNone/>
              <a:defRPr sz="1800" b="0" i="0" u="none" strike="noStrike" cap="none">
                <a:solidFill>
                  <a:srgbClr val="000000"/>
                </a:solidFill>
                <a:latin typeface="Poiret One"/>
                <a:ea typeface="Poiret One"/>
                <a:cs typeface="Poiret One"/>
                <a:sym typeface="Poiret On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oiret One"/>
              <a:buNone/>
              <a:defRPr sz="1800" b="0" i="0" u="none" strike="noStrike" cap="none">
                <a:solidFill>
                  <a:srgbClr val="000000"/>
                </a:solidFill>
                <a:latin typeface="Poiret One"/>
                <a:ea typeface="Poiret One"/>
                <a:cs typeface="Poiret One"/>
                <a:sym typeface="Poiret On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oiret One"/>
              <a:buNone/>
              <a:defRPr sz="1800" b="0" i="0" u="none" strike="noStrike" cap="none">
                <a:solidFill>
                  <a:srgbClr val="000000"/>
                </a:solidFill>
                <a:latin typeface="Poiret One"/>
                <a:ea typeface="Poiret One"/>
                <a:cs typeface="Poiret One"/>
                <a:sym typeface="Poiret On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oiret One"/>
              <a:buNone/>
              <a:defRPr sz="1800" b="0" i="0" u="none" strike="noStrike" cap="none">
                <a:solidFill>
                  <a:srgbClr val="000000"/>
                </a:solidFill>
                <a:latin typeface="Poiret One"/>
                <a:ea typeface="Poiret One"/>
                <a:cs typeface="Poiret One"/>
                <a:sym typeface="Poiret On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oiret One"/>
              <a:buNone/>
              <a:defRPr sz="1800" b="0" i="0" u="none" strike="noStrike" cap="none">
                <a:solidFill>
                  <a:srgbClr val="000000"/>
                </a:solidFill>
                <a:latin typeface="Poiret One"/>
                <a:ea typeface="Poiret One"/>
                <a:cs typeface="Poiret One"/>
                <a:sym typeface="Poiret On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oiret One"/>
              <a:buNone/>
              <a:defRPr sz="1800" b="0" i="0" u="none" strike="noStrike" cap="none">
                <a:solidFill>
                  <a:srgbClr val="000000"/>
                </a:solidFill>
                <a:latin typeface="Poiret One"/>
                <a:ea typeface="Poiret One"/>
                <a:cs typeface="Poiret One"/>
                <a:sym typeface="Poiret On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oiret One"/>
              <a:buNone/>
              <a:defRPr sz="1800" b="0" i="0" u="none" strike="noStrike" cap="none">
                <a:solidFill>
                  <a:srgbClr val="000000"/>
                </a:solidFill>
                <a:latin typeface="Poiret One"/>
                <a:ea typeface="Poiret One"/>
                <a:cs typeface="Poiret One"/>
                <a:sym typeface="Poiret On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213360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556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bin"/>
              <a:buChar char="•"/>
              <a:defRPr sz="20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bin"/>
              <a:buChar char="–"/>
              <a:defRPr sz="20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bin"/>
              <a:buChar char="•"/>
              <a:defRPr sz="20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bin"/>
              <a:buChar char="–"/>
              <a:defRPr sz="20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bin"/>
              <a:buChar char="»"/>
              <a:defRPr sz="20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bin"/>
              <a:buChar char="•"/>
              <a:defRPr sz="20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bin"/>
              <a:buChar char="•"/>
              <a:defRPr sz="20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bin"/>
              <a:buChar char="•"/>
              <a:defRPr sz="20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bin"/>
              <a:buChar char="•"/>
              <a:defRPr sz="20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BDF"/>
        </a:solid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ASOSIY_RASM"/>
          <p:cNvPicPr preferRelativeResize="0"/>
          <p:nvPr/>
        </p:nvPicPr>
        <p:blipFill rotWithShape="1">
          <a:blip r:embed="rId3">
            <a:alphaModFix/>
          </a:blip>
          <a:srcRect l="21726" t="7069" r="9222" b="16875"/>
          <a:stretch/>
        </p:blipFill>
        <p:spPr>
          <a:xfrm>
            <a:off x="6598206" y="1703435"/>
            <a:ext cx="11689794" cy="858356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0" name="Google Shape;110;p8"/>
          <p:cNvGrpSpPr/>
          <p:nvPr/>
        </p:nvGrpSpPr>
        <p:grpSpPr>
          <a:xfrm>
            <a:off x="723932" y="837107"/>
            <a:ext cx="8154560" cy="8421193"/>
            <a:chOff x="-52346" y="0"/>
            <a:chExt cx="10872746" cy="11228257"/>
          </a:xfrm>
        </p:grpSpPr>
        <p:sp>
          <p:nvSpPr>
            <p:cNvPr id="111" name="Google Shape;111;p8"/>
            <p:cNvSpPr/>
            <p:nvPr/>
          </p:nvSpPr>
          <p:spPr>
            <a:xfrm rot="-5400000">
              <a:off x="1091255" y="0"/>
              <a:ext cx="9729145" cy="9729145"/>
            </a:xfrm>
            <a:custGeom>
              <a:avLst/>
              <a:gdLst/>
              <a:ahLst/>
              <a:cxnLst/>
              <a:rect l="l" t="t" r="r" b="b"/>
              <a:pathLst>
                <a:path w="9729145" h="9729145" extrusionOk="0">
                  <a:moveTo>
                    <a:pt x="0" y="0"/>
                  </a:moveTo>
                  <a:lnTo>
                    <a:pt x="9729145" y="0"/>
                  </a:lnTo>
                  <a:lnTo>
                    <a:pt x="9729145" y="9729145"/>
                  </a:lnTo>
                  <a:lnTo>
                    <a:pt x="0" y="972914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  <p:grpSp>
          <p:nvGrpSpPr>
            <p:cNvPr id="112" name="Google Shape;112;p8"/>
            <p:cNvGrpSpPr/>
            <p:nvPr/>
          </p:nvGrpSpPr>
          <p:grpSpPr>
            <a:xfrm rot="-5400000">
              <a:off x="-1912832" y="1860486"/>
              <a:ext cx="9729145" cy="6008173"/>
              <a:chOff x="0" y="-9525"/>
              <a:chExt cx="1770333" cy="1093258"/>
            </a:xfrm>
          </p:grpSpPr>
          <p:sp>
            <p:nvSpPr>
              <p:cNvPr id="113" name="Google Shape;113;p8"/>
              <p:cNvSpPr/>
              <p:nvPr/>
            </p:nvSpPr>
            <p:spPr>
              <a:xfrm>
                <a:off x="0" y="0"/>
                <a:ext cx="1770333" cy="1083733"/>
              </a:xfrm>
              <a:custGeom>
                <a:avLst/>
                <a:gdLst/>
                <a:ahLst/>
                <a:cxnLst/>
                <a:rect l="l" t="t" r="r" b="b"/>
                <a:pathLst>
                  <a:path w="1770333" h="1083733" extrusionOk="0">
                    <a:moveTo>
                      <a:pt x="53050" y="0"/>
                    </a:moveTo>
                    <a:lnTo>
                      <a:pt x="1717284" y="0"/>
                    </a:lnTo>
                    <a:cubicBezTo>
                      <a:pt x="1731353" y="0"/>
                      <a:pt x="1744847" y="5589"/>
                      <a:pt x="1754795" y="15538"/>
                    </a:cubicBezTo>
                    <a:cubicBezTo>
                      <a:pt x="1764744" y="25487"/>
                      <a:pt x="1770333" y="38980"/>
                      <a:pt x="1770333" y="53050"/>
                    </a:cubicBezTo>
                    <a:lnTo>
                      <a:pt x="1770333" y="1030684"/>
                    </a:lnTo>
                    <a:cubicBezTo>
                      <a:pt x="1770333" y="1044753"/>
                      <a:pt x="1764744" y="1058247"/>
                      <a:pt x="1754795" y="1068195"/>
                    </a:cubicBezTo>
                    <a:cubicBezTo>
                      <a:pt x="1744847" y="1078144"/>
                      <a:pt x="1731353" y="1083733"/>
                      <a:pt x="1717284" y="1083733"/>
                    </a:cubicBezTo>
                    <a:lnTo>
                      <a:pt x="53050" y="1083733"/>
                    </a:lnTo>
                    <a:cubicBezTo>
                      <a:pt x="23751" y="1083733"/>
                      <a:pt x="0" y="1059982"/>
                      <a:pt x="0" y="1030684"/>
                    </a:cubicBezTo>
                    <a:lnTo>
                      <a:pt x="0" y="53050"/>
                    </a:lnTo>
                    <a:cubicBezTo>
                      <a:pt x="0" y="38980"/>
                      <a:pt x="5589" y="25487"/>
                      <a:pt x="15538" y="15538"/>
                    </a:cubicBezTo>
                    <a:cubicBezTo>
                      <a:pt x="25487" y="5589"/>
                      <a:pt x="38980" y="0"/>
                      <a:pt x="53050" y="0"/>
                    </a:cubicBezTo>
                    <a:close/>
                  </a:path>
                </a:pathLst>
              </a:custGeom>
              <a:solidFill>
                <a:srgbClr val="94968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4" name="Google Shape;114;p8"/>
              <p:cNvSpPr txBox="1"/>
              <p:nvPr/>
            </p:nvSpPr>
            <p:spPr>
              <a:xfrm>
                <a:off x="0" y="-9525"/>
                <a:ext cx="1770333" cy="10932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3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5" name="Google Shape;115;p8"/>
            <p:cNvGrpSpPr/>
            <p:nvPr/>
          </p:nvGrpSpPr>
          <p:grpSpPr>
            <a:xfrm rot="-5400000">
              <a:off x="3866465" y="4274322"/>
              <a:ext cx="3035124" cy="10872746"/>
              <a:chOff x="0" y="-9525"/>
              <a:chExt cx="552277" cy="1978425"/>
            </a:xfrm>
          </p:grpSpPr>
          <p:sp>
            <p:nvSpPr>
              <p:cNvPr id="116" name="Google Shape;116;p8"/>
              <p:cNvSpPr/>
              <p:nvPr/>
            </p:nvSpPr>
            <p:spPr>
              <a:xfrm>
                <a:off x="0" y="0"/>
                <a:ext cx="552277" cy="1968900"/>
              </a:xfrm>
              <a:custGeom>
                <a:avLst/>
                <a:gdLst/>
                <a:ahLst/>
                <a:cxnLst/>
                <a:rect l="l" t="t" r="r" b="b"/>
                <a:pathLst>
                  <a:path w="552277" h="1968900" extrusionOk="0">
                    <a:moveTo>
                      <a:pt x="170052" y="0"/>
                    </a:moveTo>
                    <a:lnTo>
                      <a:pt x="382225" y="0"/>
                    </a:lnTo>
                    <a:cubicBezTo>
                      <a:pt x="427326" y="0"/>
                      <a:pt x="470579" y="17916"/>
                      <a:pt x="502470" y="49807"/>
                    </a:cubicBezTo>
                    <a:cubicBezTo>
                      <a:pt x="534361" y="81698"/>
                      <a:pt x="552277" y="124951"/>
                      <a:pt x="552277" y="170052"/>
                    </a:cubicBezTo>
                    <a:lnTo>
                      <a:pt x="552277" y="1798848"/>
                    </a:lnTo>
                    <a:cubicBezTo>
                      <a:pt x="552277" y="1892765"/>
                      <a:pt x="476142" y="1968900"/>
                      <a:pt x="382225" y="1968900"/>
                    </a:cubicBezTo>
                    <a:lnTo>
                      <a:pt x="170052" y="1968900"/>
                    </a:lnTo>
                    <a:cubicBezTo>
                      <a:pt x="124951" y="1968900"/>
                      <a:pt x="81698" y="1950984"/>
                      <a:pt x="49807" y="1919093"/>
                    </a:cubicBezTo>
                    <a:cubicBezTo>
                      <a:pt x="17916" y="1887202"/>
                      <a:pt x="0" y="1843949"/>
                      <a:pt x="0" y="1798848"/>
                    </a:cubicBezTo>
                    <a:lnTo>
                      <a:pt x="0" y="170052"/>
                    </a:lnTo>
                    <a:cubicBezTo>
                      <a:pt x="0" y="124951"/>
                      <a:pt x="17916" y="81698"/>
                      <a:pt x="49807" y="49807"/>
                    </a:cubicBezTo>
                    <a:cubicBezTo>
                      <a:pt x="81698" y="17916"/>
                      <a:pt x="124951" y="0"/>
                      <a:pt x="170052" y="0"/>
                    </a:cubicBezTo>
                    <a:close/>
                  </a:path>
                </a:pathLst>
              </a:custGeom>
              <a:solidFill>
                <a:srgbClr val="94968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7" name="Google Shape;117;p8"/>
              <p:cNvSpPr txBox="1"/>
              <p:nvPr/>
            </p:nvSpPr>
            <p:spPr>
              <a:xfrm>
                <a:off x="0" y="-9525"/>
                <a:ext cx="552277" cy="1978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3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18" name="Google Shape;118;p8"/>
          <p:cNvSpPr/>
          <p:nvPr/>
        </p:nvSpPr>
        <p:spPr>
          <a:xfrm>
            <a:off x="16269394" y="405384"/>
            <a:ext cx="2596101" cy="2596101"/>
          </a:xfrm>
          <a:custGeom>
            <a:avLst/>
            <a:gdLst/>
            <a:ahLst/>
            <a:cxnLst/>
            <a:rect l="l" t="t" r="r" b="b"/>
            <a:pathLst>
              <a:path w="2596101" h="2596101" extrusionOk="0">
                <a:moveTo>
                  <a:pt x="0" y="0"/>
                </a:moveTo>
                <a:lnTo>
                  <a:pt x="2596102" y="0"/>
                </a:lnTo>
                <a:lnTo>
                  <a:pt x="2596102" y="2596101"/>
                </a:lnTo>
                <a:lnTo>
                  <a:pt x="0" y="259610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9" name="Google Shape;119;p8"/>
          <p:cNvSpPr txBox="1"/>
          <p:nvPr/>
        </p:nvSpPr>
        <p:spPr>
          <a:xfrm>
            <a:off x="6598206" y="9301006"/>
            <a:ext cx="4343231" cy="82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5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568"/>
              <a:buFont typeface="Arial"/>
              <a:buNone/>
            </a:pPr>
            <a:r>
              <a:rPr lang="uz-Latn-UZ" sz="3568" b="1" dirty="0">
                <a:solidFill>
                  <a:srgbClr val="444738"/>
                </a:solidFill>
                <a:latin typeface="Cabin"/>
                <a:ea typeface="Cabin"/>
                <a:cs typeface="Cabin"/>
                <a:sym typeface="Cabin"/>
              </a:rPr>
              <a:t>{{ism_familya</a:t>
            </a:r>
            <a:r>
              <a:rPr lang="uz-Latn-UZ" sz="3568" b="1" i="0" u="none" strike="noStrike" cap="none" dirty="0">
                <a:solidFill>
                  <a:srgbClr val="444738"/>
                </a:solidFill>
                <a:latin typeface="Cabin"/>
                <a:ea typeface="Cabin"/>
                <a:cs typeface="Cabin"/>
                <a:sym typeface="Cabin"/>
              </a:rPr>
              <a:t>}}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8"/>
          <p:cNvSpPr txBox="1"/>
          <p:nvPr/>
        </p:nvSpPr>
        <p:spPr>
          <a:xfrm>
            <a:off x="1581633" y="4067251"/>
            <a:ext cx="7296900" cy="756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91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428"/>
              <a:buFont typeface="Arial"/>
              <a:buNone/>
            </a:pPr>
            <a:r>
              <a:rPr lang="uz-Latn-UZ" sz="5400" b="1" dirty="0">
                <a:solidFill>
                  <a:srgbClr val="EDEBDF"/>
                </a:solidFill>
                <a:latin typeface="Poiret One"/>
                <a:ea typeface="Poiret One"/>
                <a:cs typeface="Poiret One"/>
                <a:sym typeface="Poiret One"/>
              </a:rPr>
              <a:t>{{topic}}</a:t>
            </a:r>
            <a:endParaRPr sz="5400" b="0" i="0" u="none" strike="noStrike" cap="none" dirty="0">
              <a:solidFill>
                <a:srgbClr val="000000"/>
              </a:solidFill>
              <a:latin typeface="Poiret One"/>
              <a:ea typeface="Poiret One"/>
              <a:cs typeface="Poiret One"/>
              <a:sym typeface="Poiret One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BDF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9"/>
          <p:cNvPicPr preferRelativeResize="0"/>
          <p:nvPr/>
        </p:nvPicPr>
        <p:blipFill rotWithShape="1">
          <a:blip r:embed="rId3">
            <a:alphaModFix/>
          </a:blip>
          <a:srcRect t="22079" r="19646" b="57004"/>
          <a:stretch/>
        </p:blipFill>
        <p:spPr>
          <a:xfrm>
            <a:off x="0" y="-100283"/>
            <a:ext cx="18288000" cy="634669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9"/>
          <p:cNvSpPr/>
          <p:nvPr/>
        </p:nvSpPr>
        <p:spPr>
          <a:xfrm>
            <a:off x="860544" y="5114878"/>
            <a:ext cx="2406384" cy="2406384"/>
          </a:xfrm>
          <a:custGeom>
            <a:avLst/>
            <a:gdLst/>
            <a:ahLst/>
            <a:cxnLst/>
            <a:rect l="l" t="t" r="r" b="b"/>
            <a:pathLst>
              <a:path w="2406384" h="2406384" extrusionOk="0">
                <a:moveTo>
                  <a:pt x="0" y="0"/>
                </a:moveTo>
                <a:lnTo>
                  <a:pt x="2406384" y="0"/>
                </a:lnTo>
                <a:lnTo>
                  <a:pt x="2406384" y="2406384"/>
                </a:lnTo>
                <a:lnTo>
                  <a:pt x="0" y="24063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27" name="Google Shape;127;p9"/>
          <p:cNvSpPr/>
          <p:nvPr/>
        </p:nvSpPr>
        <p:spPr>
          <a:xfrm>
            <a:off x="5581503" y="5143500"/>
            <a:ext cx="2406384" cy="2406384"/>
          </a:xfrm>
          <a:custGeom>
            <a:avLst/>
            <a:gdLst/>
            <a:ahLst/>
            <a:cxnLst/>
            <a:rect l="l" t="t" r="r" b="b"/>
            <a:pathLst>
              <a:path w="2406384" h="2406384" extrusionOk="0">
                <a:moveTo>
                  <a:pt x="0" y="0"/>
                </a:moveTo>
                <a:lnTo>
                  <a:pt x="2406384" y="0"/>
                </a:lnTo>
                <a:lnTo>
                  <a:pt x="2406384" y="2406384"/>
                </a:lnTo>
                <a:lnTo>
                  <a:pt x="0" y="24063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28" name="Google Shape;128;p9"/>
          <p:cNvSpPr/>
          <p:nvPr/>
        </p:nvSpPr>
        <p:spPr>
          <a:xfrm>
            <a:off x="10300113" y="5143500"/>
            <a:ext cx="2406384" cy="2406384"/>
          </a:xfrm>
          <a:custGeom>
            <a:avLst/>
            <a:gdLst/>
            <a:ahLst/>
            <a:cxnLst/>
            <a:rect l="l" t="t" r="r" b="b"/>
            <a:pathLst>
              <a:path w="2406384" h="2406384" extrusionOk="0">
                <a:moveTo>
                  <a:pt x="0" y="0"/>
                </a:moveTo>
                <a:lnTo>
                  <a:pt x="2406384" y="0"/>
                </a:lnTo>
                <a:lnTo>
                  <a:pt x="2406384" y="2406384"/>
                </a:lnTo>
                <a:lnTo>
                  <a:pt x="0" y="24063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29" name="Google Shape;129;p9"/>
          <p:cNvSpPr/>
          <p:nvPr/>
        </p:nvSpPr>
        <p:spPr>
          <a:xfrm>
            <a:off x="15018723" y="5143500"/>
            <a:ext cx="2406384" cy="2406384"/>
          </a:xfrm>
          <a:custGeom>
            <a:avLst/>
            <a:gdLst/>
            <a:ahLst/>
            <a:cxnLst/>
            <a:rect l="l" t="t" r="r" b="b"/>
            <a:pathLst>
              <a:path w="2406384" h="2406384" extrusionOk="0">
                <a:moveTo>
                  <a:pt x="0" y="0"/>
                </a:moveTo>
                <a:lnTo>
                  <a:pt x="2406384" y="0"/>
                </a:lnTo>
                <a:lnTo>
                  <a:pt x="2406384" y="2406384"/>
                </a:lnTo>
                <a:lnTo>
                  <a:pt x="0" y="24063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0" name="Google Shape;130;p9"/>
          <p:cNvSpPr txBox="1"/>
          <p:nvPr/>
        </p:nvSpPr>
        <p:spPr>
          <a:xfrm>
            <a:off x="860544" y="744789"/>
            <a:ext cx="7127400" cy="1875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243"/>
              <a:buFont typeface="Arial"/>
              <a:buNone/>
            </a:pPr>
            <a:r>
              <a:rPr lang="uz-Latn-UZ" sz="10243" b="1" dirty="0">
                <a:solidFill>
                  <a:srgbClr val="444738"/>
                </a:solidFill>
                <a:latin typeface="Poiret One"/>
                <a:ea typeface="Poiret One"/>
                <a:cs typeface="Poiret One"/>
                <a:sym typeface="Poiret One"/>
              </a:rPr>
              <a:t>{{reja}}</a:t>
            </a:r>
            <a:endParaRPr sz="1400" b="0" i="0" u="none" strike="noStrike" cap="none" dirty="0">
              <a:solidFill>
                <a:srgbClr val="000000"/>
              </a:solidFill>
              <a:latin typeface="Poiret One"/>
              <a:ea typeface="Poiret One"/>
              <a:cs typeface="Poiret One"/>
              <a:sym typeface="Poiret One"/>
            </a:endParaRPr>
          </a:p>
        </p:txBody>
      </p:sp>
      <p:sp>
        <p:nvSpPr>
          <p:cNvPr id="131" name="Google Shape;131;p9"/>
          <p:cNvSpPr txBox="1"/>
          <p:nvPr/>
        </p:nvSpPr>
        <p:spPr>
          <a:xfrm>
            <a:off x="1117031" y="5789588"/>
            <a:ext cx="1803000" cy="1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900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328"/>
              <a:buFont typeface="Arial"/>
              <a:buNone/>
            </a:pPr>
            <a:r>
              <a:rPr lang="en-US" sz="7328" b="1" i="0" u="none" strike="noStrike" cap="none">
                <a:solidFill>
                  <a:srgbClr val="EDEBDF"/>
                </a:solidFill>
                <a:latin typeface="Poiret One"/>
                <a:ea typeface="Poiret One"/>
                <a:cs typeface="Poiret One"/>
                <a:sym typeface="Poiret One"/>
              </a:rPr>
              <a:t>01</a:t>
            </a:r>
            <a:endParaRPr sz="1400" b="0" i="0" u="none" strike="noStrike" cap="none">
              <a:solidFill>
                <a:srgbClr val="000000"/>
              </a:solidFill>
              <a:latin typeface="Poiret One"/>
              <a:ea typeface="Poiret One"/>
              <a:cs typeface="Poiret One"/>
              <a:sym typeface="Poiret One"/>
            </a:endParaRPr>
          </a:p>
        </p:txBody>
      </p:sp>
      <p:sp>
        <p:nvSpPr>
          <p:cNvPr id="132" name="Google Shape;132;p9"/>
          <p:cNvSpPr txBox="1"/>
          <p:nvPr/>
        </p:nvSpPr>
        <p:spPr>
          <a:xfrm>
            <a:off x="5835641" y="5789588"/>
            <a:ext cx="1803000" cy="1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900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328"/>
              <a:buFont typeface="Arial"/>
              <a:buNone/>
            </a:pPr>
            <a:r>
              <a:rPr lang="en-US" sz="7328" b="1" i="0" u="none" strike="noStrike" cap="none">
                <a:solidFill>
                  <a:srgbClr val="EDEBDF"/>
                </a:solidFill>
                <a:latin typeface="Poiret One"/>
                <a:ea typeface="Poiret One"/>
                <a:cs typeface="Poiret One"/>
                <a:sym typeface="Poiret One"/>
              </a:rPr>
              <a:t>02</a:t>
            </a:r>
            <a:endParaRPr sz="1400" b="0" i="0" u="none" strike="noStrike" cap="none">
              <a:solidFill>
                <a:srgbClr val="000000"/>
              </a:solidFill>
              <a:latin typeface="Poiret One"/>
              <a:ea typeface="Poiret One"/>
              <a:cs typeface="Poiret One"/>
              <a:sym typeface="Poiret One"/>
            </a:endParaRPr>
          </a:p>
        </p:txBody>
      </p:sp>
      <p:sp>
        <p:nvSpPr>
          <p:cNvPr id="133" name="Google Shape;133;p9"/>
          <p:cNvSpPr txBox="1"/>
          <p:nvPr/>
        </p:nvSpPr>
        <p:spPr>
          <a:xfrm>
            <a:off x="10554252" y="5789588"/>
            <a:ext cx="1803000" cy="1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900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328"/>
              <a:buFont typeface="Arial"/>
              <a:buNone/>
            </a:pPr>
            <a:r>
              <a:rPr lang="en-US" sz="7328" b="1" i="0" u="none" strike="noStrike" cap="none">
                <a:solidFill>
                  <a:srgbClr val="EDEBDF"/>
                </a:solidFill>
                <a:latin typeface="Poiret One"/>
                <a:ea typeface="Poiret One"/>
                <a:cs typeface="Poiret One"/>
                <a:sym typeface="Poiret One"/>
              </a:rPr>
              <a:t>03</a:t>
            </a:r>
            <a:endParaRPr sz="1400" b="0" i="0" u="none" strike="noStrike" cap="none">
              <a:solidFill>
                <a:srgbClr val="000000"/>
              </a:solidFill>
              <a:latin typeface="Poiret One"/>
              <a:ea typeface="Poiret One"/>
              <a:cs typeface="Poiret One"/>
              <a:sym typeface="Poiret One"/>
            </a:endParaRPr>
          </a:p>
        </p:txBody>
      </p:sp>
      <p:sp>
        <p:nvSpPr>
          <p:cNvPr id="134" name="Google Shape;134;p9"/>
          <p:cNvSpPr txBox="1"/>
          <p:nvPr/>
        </p:nvSpPr>
        <p:spPr>
          <a:xfrm>
            <a:off x="15272862" y="5789588"/>
            <a:ext cx="1803000" cy="1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900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328"/>
              <a:buFont typeface="Arial"/>
              <a:buNone/>
            </a:pPr>
            <a:r>
              <a:rPr lang="en-US" sz="7328" b="1" i="0" u="none" strike="noStrike" cap="none">
                <a:solidFill>
                  <a:srgbClr val="EDEBDF"/>
                </a:solidFill>
                <a:latin typeface="Poiret One"/>
                <a:ea typeface="Poiret One"/>
                <a:cs typeface="Poiret One"/>
                <a:sym typeface="Poiret One"/>
              </a:rPr>
              <a:t>04</a:t>
            </a:r>
            <a:endParaRPr sz="1400" b="0" i="0" u="none" strike="noStrike" cap="none">
              <a:solidFill>
                <a:srgbClr val="000000"/>
              </a:solidFill>
              <a:latin typeface="Poiret One"/>
              <a:ea typeface="Poiret One"/>
              <a:cs typeface="Poiret One"/>
              <a:sym typeface="Poiret One"/>
            </a:endParaRPr>
          </a:p>
        </p:txBody>
      </p:sp>
      <p:sp>
        <p:nvSpPr>
          <p:cNvPr id="138" name="Google Shape;138;p9"/>
          <p:cNvSpPr txBox="1"/>
          <p:nvPr/>
        </p:nvSpPr>
        <p:spPr>
          <a:xfrm>
            <a:off x="14923473" y="7878254"/>
            <a:ext cx="2501634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uz-Latn-UZ" sz="2800" dirty="0">
                <a:latin typeface="Canva Sans Bold" panose="020B0604020202020204" charset="0"/>
              </a:rPr>
              <a:t>{{reja_4}}</a:t>
            </a:r>
            <a:endParaRPr lang="ru-RU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128A91-A929-33E1-62C6-11E514287A3D}"/>
              </a:ext>
            </a:extLst>
          </p:cNvPr>
          <p:cNvSpPr txBox="1"/>
          <p:nvPr/>
        </p:nvSpPr>
        <p:spPr>
          <a:xfrm>
            <a:off x="860543" y="7878255"/>
            <a:ext cx="33542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z-Latn-UZ" sz="2400" dirty="0">
                <a:latin typeface="Canva Sans Bold" panose="020B0604020202020204" charset="0"/>
              </a:rPr>
              <a:t>{{reja_1}}</a:t>
            </a:r>
            <a:endParaRPr lang="ru-RU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726A73-56C0-AF3E-CDC8-3E0180D20505}"/>
              </a:ext>
            </a:extLst>
          </p:cNvPr>
          <p:cNvSpPr txBox="1"/>
          <p:nvPr/>
        </p:nvSpPr>
        <p:spPr>
          <a:xfrm>
            <a:off x="5785850" y="7748093"/>
            <a:ext cx="33542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z-Latn-UZ" sz="2400" dirty="0">
                <a:latin typeface="Canva Sans Bold" panose="020B0604020202020204" charset="0"/>
              </a:rPr>
              <a:t>{{reja_2}}</a:t>
            </a:r>
            <a:endParaRPr lang="ru-RU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EA2D6C-CBBC-104E-6CCE-B76BE8759ACF}"/>
              </a:ext>
            </a:extLst>
          </p:cNvPr>
          <p:cNvSpPr txBox="1"/>
          <p:nvPr/>
        </p:nvSpPr>
        <p:spPr>
          <a:xfrm>
            <a:off x="10300113" y="7748093"/>
            <a:ext cx="33542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z-Latn-UZ" sz="2400" dirty="0">
                <a:latin typeface="Canva Sans Bold" panose="020B0604020202020204" charset="0"/>
              </a:rPr>
              <a:t>{{reja_3}}</a:t>
            </a:r>
            <a:endParaRPr lang="ru-RU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BDF"/>
        </a:solidFill>
        <a:effectLst/>
      </p:bgPr>
    </p:bg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11"/>
          <p:cNvPicPr preferRelativeResize="0"/>
          <p:nvPr/>
        </p:nvPicPr>
        <p:blipFill rotWithShape="1">
          <a:blip r:embed="rId3">
            <a:alphaModFix/>
          </a:blip>
          <a:srcRect r="44395" b="49540"/>
          <a:stretch/>
        </p:blipFill>
        <p:spPr>
          <a:xfrm>
            <a:off x="16479025" y="8645500"/>
            <a:ext cx="1808975" cy="164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11"/>
          <p:cNvSpPr txBox="1"/>
          <p:nvPr/>
        </p:nvSpPr>
        <p:spPr>
          <a:xfrm>
            <a:off x="3031026" y="725750"/>
            <a:ext cx="12225900" cy="1739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0"/>
              <a:buFont typeface="Arial"/>
              <a:buNone/>
            </a:pPr>
            <a:r>
              <a:rPr lang="uz-Latn-UZ" sz="9500" b="1" dirty="0">
                <a:solidFill>
                  <a:srgbClr val="444738"/>
                </a:solidFill>
                <a:latin typeface="Poiret One"/>
                <a:ea typeface="Poiret One"/>
                <a:cs typeface="Poiret One"/>
                <a:sym typeface="Poiret One"/>
              </a:rPr>
              <a:t>{{kirish}}</a:t>
            </a:r>
            <a:endParaRPr sz="1400" b="0" i="0" u="none" strike="noStrike" cap="none" dirty="0">
              <a:solidFill>
                <a:srgbClr val="000000"/>
              </a:solidFill>
              <a:latin typeface="Poiret One"/>
              <a:ea typeface="Poiret One"/>
              <a:cs typeface="Poiret One"/>
              <a:sym typeface="Poiret One"/>
            </a:endParaRPr>
          </a:p>
        </p:txBody>
      </p:sp>
      <p:sp>
        <p:nvSpPr>
          <p:cNvPr id="174" name="Google Shape;174;p11"/>
          <p:cNvSpPr txBox="1"/>
          <p:nvPr/>
        </p:nvSpPr>
        <p:spPr>
          <a:xfrm>
            <a:off x="2219235" y="2835114"/>
            <a:ext cx="14259790" cy="504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6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uz-Latn-UZ" sz="2800" b="1" dirty="0">
                <a:solidFill>
                  <a:srgbClr val="444738"/>
                </a:solidFill>
                <a:latin typeface="Cabin"/>
                <a:sym typeface="Cabin"/>
              </a:rPr>
              <a:t>{{kirish_matni}}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DAFA3"/>
        </a:solidFill>
        <a:effectLst/>
      </p:bgPr>
    </p:bg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10"/>
          <p:cNvPicPr preferRelativeResize="0"/>
          <p:nvPr/>
        </p:nvPicPr>
        <p:blipFill rotWithShape="1">
          <a:blip r:embed="rId3">
            <a:alphaModFix/>
          </a:blip>
          <a:srcRect t="37294" b="37292"/>
          <a:stretch/>
        </p:blipFill>
        <p:spPr>
          <a:xfrm>
            <a:off x="0" y="0"/>
            <a:ext cx="18288000" cy="696198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4" name="Google Shape;144;p10"/>
          <p:cNvGrpSpPr/>
          <p:nvPr/>
        </p:nvGrpSpPr>
        <p:grpSpPr>
          <a:xfrm>
            <a:off x="771812" y="5322396"/>
            <a:ext cx="16744377" cy="4150965"/>
            <a:chOff x="0" y="-48220"/>
            <a:chExt cx="22325836" cy="5534620"/>
          </a:xfrm>
        </p:grpSpPr>
        <p:sp>
          <p:nvSpPr>
            <p:cNvPr id="145" name="Google Shape;145;p10"/>
            <p:cNvSpPr/>
            <p:nvPr/>
          </p:nvSpPr>
          <p:spPr>
            <a:xfrm>
              <a:off x="16839436" y="0"/>
              <a:ext cx="5486400" cy="5486400"/>
            </a:xfrm>
            <a:custGeom>
              <a:avLst/>
              <a:gdLst/>
              <a:ahLst/>
              <a:cxnLst/>
              <a:rect l="l" t="t" r="r" b="b"/>
              <a:pathLst>
                <a:path w="5486400" h="5486400" extrusionOk="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  <p:grpSp>
          <p:nvGrpSpPr>
            <p:cNvPr id="146" name="Google Shape;146;p10"/>
            <p:cNvGrpSpPr/>
            <p:nvPr/>
          </p:nvGrpSpPr>
          <p:grpSpPr>
            <a:xfrm>
              <a:off x="0" y="-48220"/>
              <a:ext cx="18012004" cy="5534620"/>
              <a:chOff x="0" y="-9525"/>
              <a:chExt cx="3557927" cy="1093258"/>
            </a:xfrm>
          </p:grpSpPr>
          <p:sp>
            <p:nvSpPr>
              <p:cNvPr id="147" name="Google Shape;147;p10"/>
              <p:cNvSpPr/>
              <p:nvPr/>
            </p:nvSpPr>
            <p:spPr>
              <a:xfrm>
                <a:off x="0" y="0"/>
                <a:ext cx="3557927" cy="1083733"/>
              </a:xfrm>
              <a:custGeom>
                <a:avLst/>
                <a:gdLst/>
                <a:ahLst/>
                <a:cxnLst/>
                <a:rect l="l" t="t" r="r" b="b"/>
                <a:pathLst>
                  <a:path w="3557927" h="1083733" extrusionOk="0">
                    <a:moveTo>
                      <a:pt x="28655" y="0"/>
                    </a:moveTo>
                    <a:lnTo>
                      <a:pt x="3529272" y="0"/>
                    </a:lnTo>
                    <a:cubicBezTo>
                      <a:pt x="3545098" y="0"/>
                      <a:pt x="3557927" y="12829"/>
                      <a:pt x="3557927" y="28655"/>
                    </a:cubicBezTo>
                    <a:lnTo>
                      <a:pt x="3557927" y="1055079"/>
                    </a:lnTo>
                    <a:cubicBezTo>
                      <a:pt x="3557927" y="1070904"/>
                      <a:pt x="3545098" y="1083733"/>
                      <a:pt x="3529272" y="1083733"/>
                    </a:cubicBezTo>
                    <a:lnTo>
                      <a:pt x="28655" y="1083733"/>
                    </a:lnTo>
                    <a:cubicBezTo>
                      <a:pt x="12829" y="1083733"/>
                      <a:pt x="0" y="1070904"/>
                      <a:pt x="0" y="1055079"/>
                    </a:cubicBezTo>
                    <a:lnTo>
                      <a:pt x="0" y="28655"/>
                    </a:lnTo>
                    <a:cubicBezTo>
                      <a:pt x="0" y="12829"/>
                      <a:pt x="12829" y="0"/>
                      <a:pt x="28655" y="0"/>
                    </a:cubicBezTo>
                    <a:close/>
                  </a:path>
                </a:pathLst>
              </a:custGeom>
              <a:solidFill>
                <a:srgbClr val="94968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8" name="Google Shape;148;p10"/>
              <p:cNvSpPr txBox="1"/>
              <p:nvPr/>
            </p:nvSpPr>
            <p:spPr>
              <a:xfrm>
                <a:off x="0" y="-9525"/>
                <a:ext cx="3557927" cy="10932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3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50" name="Google Shape;150;p10"/>
          <p:cNvSpPr txBox="1"/>
          <p:nvPr/>
        </p:nvSpPr>
        <p:spPr>
          <a:xfrm>
            <a:off x="1385420" y="6241273"/>
            <a:ext cx="155172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uz-Latn-UZ" sz="9600" dirty="0">
                <a:latin typeface="Canva Sans Bold" panose="020B0604020202020204" charset="0"/>
              </a:rPr>
              <a:t>{{reja_1}}</a:t>
            </a:r>
            <a:endParaRPr lang="ru-RU" sz="9600" dirty="0"/>
          </a:p>
        </p:txBody>
      </p:sp>
      <p:sp>
        <p:nvSpPr>
          <p:cNvPr id="151" name="Google Shape;151;p10"/>
          <p:cNvSpPr txBox="1"/>
          <p:nvPr/>
        </p:nvSpPr>
        <p:spPr>
          <a:xfrm>
            <a:off x="15100811" y="661967"/>
            <a:ext cx="2415300" cy="207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1900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67"/>
              <a:buFont typeface="Arial"/>
              <a:buNone/>
            </a:pPr>
            <a:r>
              <a:rPr lang="en-US" sz="13467" b="1" i="0" u="none" strike="noStrike" cap="none">
                <a:solidFill>
                  <a:srgbClr val="949688"/>
                </a:solidFill>
                <a:latin typeface="Poiret One"/>
                <a:ea typeface="Poiret One"/>
                <a:cs typeface="Poiret One"/>
                <a:sym typeface="Poiret One"/>
              </a:rPr>
              <a:t>01</a:t>
            </a:r>
            <a:endParaRPr sz="1400" b="0" i="0" u="none" strike="noStrike" cap="none">
              <a:solidFill>
                <a:srgbClr val="000000"/>
              </a:solidFill>
              <a:latin typeface="Poiret One"/>
              <a:ea typeface="Poiret One"/>
              <a:cs typeface="Poiret One"/>
              <a:sym typeface="Poiret One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BDF"/>
        </a:solidFill>
        <a:effectLst/>
      </p:bgPr>
    </p:bg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2" name="Google Shape;182;p12"/>
          <p:cNvGrpSpPr/>
          <p:nvPr/>
        </p:nvGrpSpPr>
        <p:grpSpPr>
          <a:xfrm>
            <a:off x="0" y="-36165"/>
            <a:ext cx="9144000" cy="10323165"/>
            <a:chOff x="0" y="-9525"/>
            <a:chExt cx="2408296" cy="2718858"/>
          </a:xfrm>
        </p:grpSpPr>
        <p:sp>
          <p:nvSpPr>
            <p:cNvPr id="183" name="Google Shape;183;p12"/>
            <p:cNvSpPr/>
            <p:nvPr/>
          </p:nvSpPr>
          <p:spPr>
            <a:xfrm>
              <a:off x="0" y="0"/>
              <a:ext cx="2408296" cy="2709333"/>
            </a:xfrm>
            <a:custGeom>
              <a:avLst/>
              <a:gdLst/>
              <a:ahLst/>
              <a:cxnLst/>
              <a:rect l="l" t="t" r="r" b="b"/>
              <a:pathLst>
                <a:path w="2408296" h="2709333" extrusionOk="0">
                  <a:moveTo>
                    <a:pt x="0" y="0"/>
                  </a:moveTo>
                  <a:lnTo>
                    <a:pt x="2408296" y="0"/>
                  </a:lnTo>
                  <a:lnTo>
                    <a:pt x="2408296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EDEBDF"/>
            </a:solidFill>
            <a:ln>
              <a:noFill/>
            </a:ln>
          </p:spPr>
        </p:sp>
        <p:sp>
          <p:nvSpPr>
            <p:cNvPr id="184" name="Google Shape;184;p12"/>
            <p:cNvSpPr txBox="1"/>
            <p:nvPr/>
          </p:nvSpPr>
          <p:spPr>
            <a:xfrm>
              <a:off x="0" y="-9525"/>
              <a:ext cx="2408296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5" name="Google Shape;185;p12"/>
          <p:cNvGrpSpPr/>
          <p:nvPr/>
        </p:nvGrpSpPr>
        <p:grpSpPr>
          <a:xfrm>
            <a:off x="9144016" y="-36166"/>
            <a:ext cx="9144000" cy="10323165"/>
            <a:chOff x="0" y="-9525"/>
            <a:chExt cx="2408296" cy="2718858"/>
          </a:xfrm>
        </p:grpSpPr>
        <p:sp>
          <p:nvSpPr>
            <p:cNvPr id="186" name="Google Shape;186;p12"/>
            <p:cNvSpPr/>
            <p:nvPr/>
          </p:nvSpPr>
          <p:spPr>
            <a:xfrm>
              <a:off x="0" y="0"/>
              <a:ext cx="2408296" cy="2709333"/>
            </a:xfrm>
            <a:custGeom>
              <a:avLst/>
              <a:gdLst/>
              <a:ahLst/>
              <a:cxnLst/>
              <a:rect l="l" t="t" r="r" b="b"/>
              <a:pathLst>
                <a:path w="2408296" h="2709333" extrusionOk="0">
                  <a:moveTo>
                    <a:pt x="0" y="0"/>
                  </a:moveTo>
                  <a:lnTo>
                    <a:pt x="2408296" y="0"/>
                  </a:lnTo>
                  <a:lnTo>
                    <a:pt x="2408296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ADAFA3"/>
            </a:solidFill>
            <a:ln>
              <a:noFill/>
            </a:ln>
          </p:spPr>
        </p:sp>
        <p:sp>
          <p:nvSpPr>
            <p:cNvPr id="187" name="Google Shape;187;p12"/>
            <p:cNvSpPr txBox="1"/>
            <p:nvPr/>
          </p:nvSpPr>
          <p:spPr>
            <a:xfrm>
              <a:off x="0" y="-9525"/>
              <a:ext cx="2408296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4" name="Google Shape;194;p12"/>
          <p:cNvSpPr txBox="1"/>
          <p:nvPr/>
        </p:nvSpPr>
        <p:spPr>
          <a:xfrm>
            <a:off x="656384" y="914032"/>
            <a:ext cx="783123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uz-Latn-UZ" sz="2000" dirty="0">
                <a:latin typeface="Canva Sans Bold" panose="020B0604020202020204" charset="0"/>
              </a:rPr>
              <a:t>{{reja_1_matni}}</a:t>
            </a:r>
            <a:endParaRPr lang="ru-RU" sz="2000" dirty="0"/>
          </a:p>
        </p:txBody>
      </p:sp>
      <p:sp>
        <p:nvSpPr>
          <p:cNvPr id="195" name="Google Shape;195;p12"/>
          <p:cNvSpPr txBox="1"/>
          <p:nvPr/>
        </p:nvSpPr>
        <p:spPr>
          <a:xfrm>
            <a:off x="10370989" y="720133"/>
            <a:ext cx="7588827" cy="1003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just">
              <a:lnSpc>
                <a:spcPct val="163000"/>
              </a:lnSpc>
              <a:buSzPts val="2000"/>
            </a:pPr>
            <a:r>
              <a:rPr lang="uz-Latn-UZ" sz="2000" dirty="0">
                <a:latin typeface="Canva Sans Bold" panose="020B0604020202020204" charset="0"/>
              </a:rPr>
              <a:t>{{reja_1_matni}}</a:t>
            </a:r>
            <a:endParaRPr lang="ru-RU" sz="2000" dirty="0"/>
          </a:p>
          <a:p>
            <a:pPr marL="0" marR="0" lvl="0" indent="0" algn="just" rtl="0">
              <a:lnSpc>
                <a:spcPct val="16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444738"/>
                </a:solidFill>
                <a:latin typeface="Cabin"/>
                <a:ea typeface="Cabin"/>
                <a:cs typeface="Cabin"/>
                <a:sym typeface="Cabin"/>
              </a:rPr>
              <a:t>.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DAFA3"/>
        </a:solidFill>
        <a:effectLst/>
      </p:bgPr>
    </p:bg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106B1C-BB1B-2059-6461-658AD3F6329E}"/>
              </a:ext>
            </a:extLst>
          </p:cNvPr>
          <p:cNvSpPr txBox="1"/>
          <p:nvPr/>
        </p:nvSpPr>
        <p:spPr>
          <a:xfrm>
            <a:off x="1243013" y="642938"/>
            <a:ext cx="1373028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z-Latn-UZ" sz="7200" b="1" dirty="0">
                <a:solidFill>
                  <a:srgbClr val="444738"/>
                </a:solidFill>
                <a:latin typeface="Poiret One"/>
                <a:ea typeface="Poiret One"/>
                <a:cs typeface="Poiret One"/>
                <a:sym typeface="Poiret One"/>
              </a:rPr>
              <a:t>{{reja_1}}</a:t>
            </a:r>
            <a:endParaRPr lang="uz-Latn-UZ" sz="7200" dirty="0">
              <a:latin typeface="Poiret One"/>
              <a:ea typeface="Poiret One"/>
              <a:cs typeface="Poiret One"/>
              <a:sym typeface="Poiret One"/>
            </a:endParaRPr>
          </a:p>
          <a:p>
            <a:endParaRPr lang="ru-RU" sz="7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9D2A4D-057D-4A5D-C6DA-03D59447801E}"/>
              </a:ext>
            </a:extLst>
          </p:cNvPr>
          <p:cNvSpPr txBox="1"/>
          <p:nvPr/>
        </p:nvSpPr>
        <p:spPr>
          <a:xfrm>
            <a:off x="1243013" y="3186113"/>
            <a:ext cx="146018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z-Latn-UZ" sz="3600" b="1" dirty="0">
                <a:solidFill>
                  <a:schemeClr val="tx1"/>
                </a:solidFill>
                <a:latin typeface="Poiret One"/>
                <a:ea typeface="Poiret One"/>
                <a:cs typeface="Poiret One"/>
                <a:sym typeface="Poiret One"/>
              </a:rPr>
              <a:t>{{reja_4_matni}}</a:t>
            </a:r>
            <a:endParaRPr lang="uz-Latn-UZ" sz="3600" dirty="0">
              <a:solidFill>
                <a:schemeClr val="tx1"/>
              </a:solidFill>
              <a:latin typeface="Poiret One"/>
              <a:ea typeface="Poiret One"/>
              <a:cs typeface="Poiret One"/>
              <a:sym typeface="Poiret One"/>
            </a:endParaRPr>
          </a:p>
          <a:p>
            <a:endParaRPr lang="ru-RU" sz="3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DAFA3"/>
        </a:solid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PHOTO_2"/>
          <p:cNvPicPr preferRelativeResize="0"/>
          <p:nvPr/>
        </p:nvPicPr>
        <p:blipFill rotWithShape="1">
          <a:blip r:embed="rId3">
            <a:alphaModFix/>
          </a:blip>
          <a:srcRect t="37310" b="37310"/>
          <a:stretch/>
        </p:blipFill>
        <p:spPr>
          <a:xfrm flipH="1">
            <a:off x="0" y="0"/>
            <a:ext cx="18288000" cy="696198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1" name="Google Shape;201;p13"/>
          <p:cNvGrpSpPr/>
          <p:nvPr/>
        </p:nvGrpSpPr>
        <p:grpSpPr>
          <a:xfrm>
            <a:off x="771812" y="5322396"/>
            <a:ext cx="16744377" cy="4150965"/>
            <a:chOff x="0" y="-48220"/>
            <a:chExt cx="22325836" cy="5534620"/>
          </a:xfrm>
        </p:grpSpPr>
        <p:sp>
          <p:nvSpPr>
            <p:cNvPr id="202" name="Google Shape;202;p13"/>
            <p:cNvSpPr/>
            <p:nvPr/>
          </p:nvSpPr>
          <p:spPr>
            <a:xfrm>
              <a:off x="16839436" y="0"/>
              <a:ext cx="5486400" cy="5486400"/>
            </a:xfrm>
            <a:custGeom>
              <a:avLst/>
              <a:gdLst/>
              <a:ahLst/>
              <a:cxnLst/>
              <a:rect l="l" t="t" r="r" b="b"/>
              <a:pathLst>
                <a:path w="5486400" h="5486400" extrusionOk="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  <p:grpSp>
          <p:nvGrpSpPr>
            <p:cNvPr id="203" name="Google Shape;203;p13"/>
            <p:cNvGrpSpPr/>
            <p:nvPr/>
          </p:nvGrpSpPr>
          <p:grpSpPr>
            <a:xfrm>
              <a:off x="0" y="-48220"/>
              <a:ext cx="18012004" cy="5534620"/>
              <a:chOff x="0" y="-9525"/>
              <a:chExt cx="3557927" cy="1093258"/>
            </a:xfrm>
          </p:grpSpPr>
          <p:sp>
            <p:nvSpPr>
              <p:cNvPr id="204" name="Google Shape;204;p13"/>
              <p:cNvSpPr/>
              <p:nvPr/>
            </p:nvSpPr>
            <p:spPr>
              <a:xfrm>
                <a:off x="0" y="0"/>
                <a:ext cx="3557927" cy="1083733"/>
              </a:xfrm>
              <a:custGeom>
                <a:avLst/>
                <a:gdLst/>
                <a:ahLst/>
                <a:cxnLst/>
                <a:rect l="l" t="t" r="r" b="b"/>
                <a:pathLst>
                  <a:path w="3557927" h="1083733" extrusionOk="0">
                    <a:moveTo>
                      <a:pt x="28655" y="0"/>
                    </a:moveTo>
                    <a:lnTo>
                      <a:pt x="3529272" y="0"/>
                    </a:lnTo>
                    <a:cubicBezTo>
                      <a:pt x="3545098" y="0"/>
                      <a:pt x="3557927" y="12829"/>
                      <a:pt x="3557927" y="28655"/>
                    </a:cubicBezTo>
                    <a:lnTo>
                      <a:pt x="3557927" y="1055079"/>
                    </a:lnTo>
                    <a:cubicBezTo>
                      <a:pt x="3557927" y="1070904"/>
                      <a:pt x="3545098" y="1083733"/>
                      <a:pt x="3529272" y="1083733"/>
                    </a:cubicBezTo>
                    <a:lnTo>
                      <a:pt x="28655" y="1083733"/>
                    </a:lnTo>
                    <a:cubicBezTo>
                      <a:pt x="12829" y="1083733"/>
                      <a:pt x="0" y="1070904"/>
                      <a:pt x="0" y="1055079"/>
                    </a:cubicBezTo>
                    <a:lnTo>
                      <a:pt x="0" y="28655"/>
                    </a:lnTo>
                    <a:cubicBezTo>
                      <a:pt x="0" y="12829"/>
                      <a:pt x="12829" y="0"/>
                      <a:pt x="28655" y="0"/>
                    </a:cubicBezTo>
                    <a:close/>
                  </a:path>
                </a:pathLst>
              </a:custGeom>
              <a:solidFill>
                <a:srgbClr val="94968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" name="Google Shape;205;p13"/>
              <p:cNvSpPr txBox="1"/>
              <p:nvPr/>
            </p:nvSpPr>
            <p:spPr>
              <a:xfrm>
                <a:off x="0" y="-9525"/>
                <a:ext cx="3557927" cy="10932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3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207" name="Google Shape;207;p13"/>
          <p:cNvSpPr txBox="1"/>
          <p:nvPr/>
        </p:nvSpPr>
        <p:spPr>
          <a:xfrm>
            <a:off x="2343520" y="6241273"/>
            <a:ext cx="136011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uz-Latn-UZ" sz="9600" dirty="0">
                <a:latin typeface="Canva Sans Bold" panose="020B0604020202020204" charset="0"/>
              </a:rPr>
              <a:t>{{reja_2}}</a:t>
            </a:r>
            <a:endParaRPr lang="ru-RU" sz="9600" dirty="0"/>
          </a:p>
        </p:txBody>
      </p:sp>
      <p:sp>
        <p:nvSpPr>
          <p:cNvPr id="208" name="Google Shape;208;p13"/>
          <p:cNvSpPr txBox="1"/>
          <p:nvPr/>
        </p:nvSpPr>
        <p:spPr>
          <a:xfrm>
            <a:off x="14372772" y="661967"/>
            <a:ext cx="3143400" cy="207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1900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67"/>
              <a:buFont typeface="Arial"/>
              <a:buNone/>
            </a:pPr>
            <a:r>
              <a:rPr lang="en-US" sz="13467" b="1" i="0" u="none" strike="noStrike" cap="none">
                <a:solidFill>
                  <a:srgbClr val="EDEBDF"/>
                </a:solidFill>
                <a:latin typeface="Poiret One"/>
                <a:ea typeface="Poiret One"/>
                <a:cs typeface="Poiret One"/>
                <a:sym typeface="Poiret One"/>
              </a:rPr>
              <a:t>02</a:t>
            </a:r>
            <a:endParaRPr sz="1400" b="0" i="0" u="none" strike="noStrike" cap="none">
              <a:solidFill>
                <a:srgbClr val="000000"/>
              </a:solidFill>
              <a:latin typeface="Poiret One"/>
              <a:ea typeface="Poiret One"/>
              <a:cs typeface="Poiret One"/>
              <a:sym typeface="Poiret One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BDF"/>
        </a:solidFill>
        <a:effectLst/>
      </p:bgPr>
    </p:bg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4"/>
          <p:cNvSpPr txBox="1"/>
          <p:nvPr/>
        </p:nvSpPr>
        <p:spPr>
          <a:xfrm>
            <a:off x="459502" y="1162542"/>
            <a:ext cx="166878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uz-Latn-UZ" sz="6600" dirty="0">
                <a:latin typeface="Canva Sans Bold" panose="020B0604020202020204" charset="0"/>
              </a:rPr>
              <a:t>{{reja_2}}</a:t>
            </a:r>
            <a:endParaRPr lang="ru-RU" sz="6600" dirty="0"/>
          </a:p>
        </p:txBody>
      </p:sp>
      <p:sp>
        <p:nvSpPr>
          <p:cNvPr id="247" name="Google Shape;247;p14"/>
          <p:cNvSpPr txBox="1"/>
          <p:nvPr/>
        </p:nvSpPr>
        <p:spPr>
          <a:xfrm>
            <a:off x="1028700" y="3226301"/>
            <a:ext cx="16687800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uz-Latn-UZ" sz="3200" dirty="0">
                <a:latin typeface="Canva Sans Bold" panose="020B0604020202020204" charset="0"/>
              </a:rPr>
              <a:t>{{reja_2_matni}}</a:t>
            </a:r>
            <a:endParaRPr lang="ru-RU" sz="3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DAFA3"/>
        </a:solidFill>
        <a:effectLst/>
      </p:bgPr>
    </p:bg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7" name="Google Shape;257;p15"/>
          <p:cNvGrpSpPr/>
          <p:nvPr/>
        </p:nvGrpSpPr>
        <p:grpSpPr>
          <a:xfrm>
            <a:off x="0" y="4938994"/>
            <a:ext cx="18288000" cy="5348006"/>
            <a:chOff x="0" y="-9525"/>
            <a:chExt cx="4816593" cy="1408528"/>
          </a:xfrm>
        </p:grpSpPr>
        <p:sp>
          <p:nvSpPr>
            <p:cNvPr id="258" name="Google Shape;258;p15"/>
            <p:cNvSpPr/>
            <p:nvPr/>
          </p:nvSpPr>
          <p:spPr>
            <a:xfrm>
              <a:off x="0" y="0"/>
              <a:ext cx="4816592" cy="1399003"/>
            </a:xfrm>
            <a:custGeom>
              <a:avLst/>
              <a:gdLst/>
              <a:ahLst/>
              <a:cxnLst/>
              <a:rect l="l" t="t" r="r" b="b"/>
              <a:pathLst>
                <a:path w="4816592" h="1399003" extrusionOk="0">
                  <a:moveTo>
                    <a:pt x="0" y="0"/>
                  </a:moveTo>
                  <a:lnTo>
                    <a:pt x="4816592" y="0"/>
                  </a:lnTo>
                  <a:lnTo>
                    <a:pt x="4816592" y="1399003"/>
                  </a:lnTo>
                  <a:lnTo>
                    <a:pt x="0" y="1399003"/>
                  </a:lnTo>
                  <a:close/>
                </a:path>
              </a:pathLst>
            </a:custGeom>
            <a:solidFill>
              <a:srgbClr val="949688"/>
            </a:solidFill>
            <a:ln>
              <a:noFill/>
            </a:ln>
          </p:spPr>
        </p:sp>
        <p:sp>
          <p:nvSpPr>
            <p:cNvPr id="259" name="Google Shape;259;p15"/>
            <p:cNvSpPr txBox="1"/>
            <p:nvPr/>
          </p:nvSpPr>
          <p:spPr>
            <a:xfrm>
              <a:off x="0" y="-9525"/>
              <a:ext cx="4816593" cy="140852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0" name="Google Shape;260;p15"/>
          <p:cNvGrpSpPr/>
          <p:nvPr/>
        </p:nvGrpSpPr>
        <p:grpSpPr>
          <a:xfrm>
            <a:off x="1406337" y="3224373"/>
            <a:ext cx="3086100" cy="3501572"/>
            <a:chOff x="0" y="0"/>
            <a:chExt cx="4114800" cy="4668763"/>
          </a:xfrm>
        </p:grpSpPr>
        <p:sp>
          <p:nvSpPr>
            <p:cNvPr id="261" name="Google Shape;261;p15"/>
            <p:cNvSpPr/>
            <p:nvPr/>
          </p:nvSpPr>
          <p:spPr>
            <a:xfrm>
              <a:off x="0" y="0"/>
              <a:ext cx="4114800" cy="4114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DEBD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62" name="Google Shape;262;p15"/>
            <p:cNvGrpSpPr/>
            <p:nvPr/>
          </p:nvGrpSpPr>
          <p:grpSpPr>
            <a:xfrm rot="10800000">
              <a:off x="1621739" y="3906356"/>
              <a:ext cx="871322" cy="762407"/>
              <a:chOff x="0" y="0"/>
              <a:chExt cx="812800" cy="711200"/>
            </a:xfrm>
          </p:grpSpPr>
          <p:sp>
            <p:nvSpPr>
              <p:cNvPr id="263" name="Google Shape;263;p15"/>
              <p:cNvSpPr/>
              <p:nvPr/>
            </p:nvSpPr>
            <p:spPr>
              <a:xfrm>
                <a:off x="0" y="0"/>
                <a:ext cx="812800" cy="7112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711200" extrusionOk="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EDEBDF"/>
              </a:solidFill>
              <a:ln>
                <a:noFill/>
              </a:ln>
            </p:spPr>
          </p:sp>
          <p:sp>
            <p:nvSpPr>
              <p:cNvPr id="264" name="Google Shape;264;p15"/>
              <p:cNvSpPr txBox="1"/>
              <p:nvPr/>
            </p:nvSpPr>
            <p:spPr>
              <a:xfrm>
                <a:off x="127000" y="320675"/>
                <a:ext cx="558800" cy="3397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3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65" name="Google Shape;265;p15"/>
          <p:cNvGrpSpPr/>
          <p:nvPr/>
        </p:nvGrpSpPr>
        <p:grpSpPr>
          <a:xfrm>
            <a:off x="5536079" y="3224373"/>
            <a:ext cx="3086100" cy="3501572"/>
            <a:chOff x="0" y="0"/>
            <a:chExt cx="4114800" cy="4668763"/>
          </a:xfrm>
        </p:grpSpPr>
        <p:sp>
          <p:nvSpPr>
            <p:cNvPr id="266" name="Google Shape;266;p15"/>
            <p:cNvSpPr/>
            <p:nvPr/>
          </p:nvSpPr>
          <p:spPr>
            <a:xfrm>
              <a:off x="0" y="0"/>
              <a:ext cx="4114800" cy="4114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DEBD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67" name="Google Shape;267;p15"/>
            <p:cNvGrpSpPr/>
            <p:nvPr/>
          </p:nvGrpSpPr>
          <p:grpSpPr>
            <a:xfrm rot="10800000">
              <a:off x="1621739" y="3906356"/>
              <a:ext cx="871322" cy="762407"/>
              <a:chOff x="0" y="0"/>
              <a:chExt cx="812800" cy="711200"/>
            </a:xfrm>
          </p:grpSpPr>
          <p:sp>
            <p:nvSpPr>
              <p:cNvPr id="268" name="Google Shape;268;p15"/>
              <p:cNvSpPr/>
              <p:nvPr/>
            </p:nvSpPr>
            <p:spPr>
              <a:xfrm>
                <a:off x="0" y="0"/>
                <a:ext cx="812800" cy="7112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711200" extrusionOk="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EDEBDF"/>
              </a:solidFill>
              <a:ln>
                <a:noFill/>
              </a:ln>
            </p:spPr>
          </p:sp>
          <p:sp>
            <p:nvSpPr>
              <p:cNvPr id="269" name="Google Shape;269;p15"/>
              <p:cNvSpPr txBox="1"/>
              <p:nvPr/>
            </p:nvSpPr>
            <p:spPr>
              <a:xfrm>
                <a:off x="127000" y="320675"/>
                <a:ext cx="558800" cy="3397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3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0" name="Google Shape;270;p15"/>
          <p:cNvGrpSpPr/>
          <p:nvPr/>
        </p:nvGrpSpPr>
        <p:grpSpPr>
          <a:xfrm>
            <a:off x="9665821" y="3224373"/>
            <a:ext cx="3086100" cy="3501572"/>
            <a:chOff x="0" y="0"/>
            <a:chExt cx="4114800" cy="4668763"/>
          </a:xfrm>
        </p:grpSpPr>
        <p:sp>
          <p:nvSpPr>
            <p:cNvPr id="271" name="Google Shape;271;p15"/>
            <p:cNvSpPr/>
            <p:nvPr/>
          </p:nvSpPr>
          <p:spPr>
            <a:xfrm>
              <a:off x="0" y="0"/>
              <a:ext cx="4114800" cy="4114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DEBD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72" name="Google Shape;272;p15"/>
            <p:cNvGrpSpPr/>
            <p:nvPr/>
          </p:nvGrpSpPr>
          <p:grpSpPr>
            <a:xfrm rot="10800000">
              <a:off x="1621739" y="3906356"/>
              <a:ext cx="871322" cy="762407"/>
              <a:chOff x="0" y="0"/>
              <a:chExt cx="812800" cy="711200"/>
            </a:xfrm>
          </p:grpSpPr>
          <p:sp>
            <p:nvSpPr>
              <p:cNvPr id="273" name="Google Shape;273;p15"/>
              <p:cNvSpPr/>
              <p:nvPr/>
            </p:nvSpPr>
            <p:spPr>
              <a:xfrm>
                <a:off x="0" y="0"/>
                <a:ext cx="812800" cy="7112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711200" extrusionOk="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EDEBDF"/>
              </a:solidFill>
              <a:ln>
                <a:noFill/>
              </a:ln>
            </p:spPr>
          </p:sp>
          <p:sp>
            <p:nvSpPr>
              <p:cNvPr id="274" name="Google Shape;274;p15"/>
              <p:cNvSpPr txBox="1"/>
              <p:nvPr/>
            </p:nvSpPr>
            <p:spPr>
              <a:xfrm>
                <a:off x="127000" y="320675"/>
                <a:ext cx="558800" cy="3397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3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15"/>
          <p:cNvGrpSpPr/>
          <p:nvPr/>
        </p:nvGrpSpPr>
        <p:grpSpPr>
          <a:xfrm>
            <a:off x="13795563" y="3224373"/>
            <a:ext cx="3086100" cy="3501572"/>
            <a:chOff x="0" y="0"/>
            <a:chExt cx="4114800" cy="4668763"/>
          </a:xfrm>
        </p:grpSpPr>
        <p:sp>
          <p:nvSpPr>
            <p:cNvPr id="276" name="Google Shape;276;p15"/>
            <p:cNvSpPr/>
            <p:nvPr/>
          </p:nvSpPr>
          <p:spPr>
            <a:xfrm>
              <a:off x="0" y="0"/>
              <a:ext cx="4114800" cy="4114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DEBD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77" name="Google Shape;277;p15"/>
            <p:cNvGrpSpPr/>
            <p:nvPr/>
          </p:nvGrpSpPr>
          <p:grpSpPr>
            <a:xfrm rot="10800000">
              <a:off x="1635981" y="3906356"/>
              <a:ext cx="871322" cy="762407"/>
              <a:chOff x="0" y="0"/>
              <a:chExt cx="812800" cy="711200"/>
            </a:xfrm>
          </p:grpSpPr>
          <p:sp>
            <p:nvSpPr>
              <p:cNvPr id="278" name="Google Shape;278;p15"/>
              <p:cNvSpPr/>
              <p:nvPr/>
            </p:nvSpPr>
            <p:spPr>
              <a:xfrm>
                <a:off x="0" y="0"/>
                <a:ext cx="812800" cy="7112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711200" extrusionOk="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EDEBDF"/>
              </a:solidFill>
              <a:ln>
                <a:noFill/>
              </a:ln>
            </p:spPr>
          </p:sp>
          <p:sp>
            <p:nvSpPr>
              <p:cNvPr id="279" name="Google Shape;279;p15"/>
              <p:cNvSpPr txBox="1"/>
              <p:nvPr/>
            </p:nvSpPr>
            <p:spPr>
              <a:xfrm>
                <a:off x="127000" y="320675"/>
                <a:ext cx="558800" cy="3397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3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280" name="Google Shape;280;p15"/>
          <p:cNvSpPr txBox="1"/>
          <p:nvPr/>
        </p:nvSpPr>
        <p:spPr>
          <a:xfrm>
            <a:off x="1180565" y="824028"/>
            <a:ext cx="16393060" cy="1739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0"/>
              <a:buFont typeface="Arial"/>
              <a:buNone/>
            </a:pPr>
            <a:r>
              <a:rPr lang="uz-Latn-UZ" sz="9500" b="1" dirty="0">
                <a:solidFill>
                  <a:srgbClr val="444738"/>
                </a:solidFill>
                <a:latin typeface="Poiret One"/>
                <a:ea typeface="Poiret One"/>
                <a:cs typeface="Poiret One"/>
                <a:sym typeface="Poiret One"/>
              </a:rPr>
              <a:t>{{reja_2}}</a:t>
            </a:r>
            <a:endParaRPr sz="1400" b="0" i="0" u="none" strike="noStrike" cap="none" dirty="0">
              <a:solidFill>
                <a:srgbClr val="000000"/>
              </a:solidFill>
              <a:latin typeface="Poiret One"/>
              <a:ea typeface="Poiret One"/>
              <a:cs typeface="Poiret One"/>
              <a:sym typeface="Poiret One"/>
            </a:endParaRPr>
          </a:p>
        </p:txBody>
      </p:sp>
      <p:sp>
        <p:nvSpPr>
          <p:cNvPr id="281" name="Google Shape;281;p15"/>
          <p:cNvSpPr txBox="1"/>
          <p:nvPr/>
        </p:nvSpPr>
        <p:spPr>
          <a:xfrm>
            <a:off x="1180564" y="7186287"/>
            <a:ext cx="35376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uz-Latn-UZ" sz="2000" dirty="0">
                <a:latin typeface="Canva Sans Bold" panose="020B0604020202020204" charset="0"/>
              </a:rPr>
              <a:t>{{reja_1_matni}}</a:t>
            </a:r>
            <a:endParaRPr lang="ru-RU" sz="2000" dirty="0"/>
          </a:p>
        </p:txBody>
      </p:sp>
      <p:sp>
        <p:nvSpPr>
          <p:cNvPr id="282" name="Google Shape;282;p15"/>
          <p:cNvSpPr txBox="1"/>
          <p:nvPr/>
        </p:nvSpPr>
        <p:spPr>
          <a:xfrm>
            <a:off x="5310307" y="7186287"/>
            <a:ext cx="35376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uz-Latn-UZ" sz="2000" dirty="0">
                <a:latin typeface="Canva Sans Bold" panose="020B0604020202020204" charset="0"/>
              </a:rPr>
              <a:t>{{reja_1_matni}}</a:t>
            </a:r>
            <a:endParaRPr lang="ru-RU" sz="2000" dirty="0"/>
          </a:p>
        </p:txBody>
      </p:sp>
      <p:sp>
        <p:nvSpPr>
          <p:cNvPr id="283" name="Google Shape;283;p15"/>
          <p:cNvSpPr txBox="1"/>
          <p:nvPr/>
        </p:nvSpPr>
        <p:spPr>
          <a:xfrm>
            <a:off x="9440049" y="7186287"/>
            <a:ext cx="35376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uz-Latn-UZ" sz="2000" dirty="0">
                <a:latin typeface="Canva Sans Bold" panose="020B0604020202020204" charset="0"/>
              </a:rPr>
              <a:t>{{reja_1_matni}}</a:t>
            </a:r>
            <a:endParaRPr lang="ru-RU" sz="2000" dirty="0"/>
          </a:p>
        </p:txBody>
      </p:sp>
      <p:sp>
        <p:nvSpPr>
          <p:cNvPr id="284" name="Google Shape;284;p15"/>
          <p:cNvSpPr txBox="1"/>
          <p:nvPr/>
        </p:nvSpPr>
        <p:spPr>
          <a:xfrm>
            <a:off x="13569791" y="7186287"/>
            <a:ext cx="35376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uz-Latn-UZ" sz="2000" dirty="0">
                <a:latin typeface="Canva Sans Bold" panose="020B0604020202020204" charset="0"/>
              </a:rPr>
              <a:t>{{reja_1_matni}}</a:t>
            </a:r>
            <a:endParaRPr lang="ru-RU" sz="2000" dirty="0"/>
          </a:p>
        </p:txBody>
      </p:sp>
      <p:pic>
        <p:nvPicPr>
          <p:cNvPr id="285" name="Google Shape;285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09363" y="3953999"/>
            <a:ext cx="1480025" cy="1442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6" name="Google Shape;286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16350" y="4005150"/>
            <a:ext cx="1325548" cy="1462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p1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546100" y="4057200"/>
            <a:ext cx="1325550" cy="1494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15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4598600" y="3996182"/>
            <a:ext cx="1480000" cy="16168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DAFA3"/>
        </a:solidFill>
        <a:effectLst/>
      </p:bgPr>
    </p:bg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3" name="PHOTO_3"/>
          <p:cNvPicPr preferRelativeResize="0"/>
          <p:nvPr/>
        </p:nvPicPr>
        <p:blipFill rotWithShape="1">
          <a:blip r:embed="rId3">
            <a:alphaModFix/>
          </a:blip>
          <a:srcRect t="10524" b="5100"/>
          <a:stretch/>
        </p:blipFill>
        <p:spPr>
          <a:xfrm flipH="1"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4" name="Google Shape;294;p16"/>
          <p:cNvPicPr preferRelativeResize="0"/>
          <p:nvPr/>
        </p:nvPicPr>
        <p:blipFill rotWithShape="1">
          <a:blip r:embed="rId4">
            <a:alphaModFix/>
          </a:blip>
          <a:srcRect l="23112"/>
          <a:stretch/>
        </p:blipFill>
        <p:spPr>
          <a:xfrm>
            <a:off x="1" y="2285275"/>
            <a:ext cx="9474024" cy="6211701"/>
          </a:xfrm>
          <a:prstGeom prst="rect">
            <a:avLst/>
          </a:prstGeom>
          <a:noFill/>
          <a:ln>
            <a:noFill/>
          </a:ln>
        </p:spPr>
      </p:pic>
      <p:sp>
        <p:nvSpPr>
          <p:cNvPr id="295" name="Google Shape;295;p16"/>
          <p:cNvSpPr txBox="1"/>
          <p:nvPr/>
        </p:nvSpPr>
        <p:spPr>
          <a:xfrm>
            <a:off x="314325" y="3028949"/>
            <a:ext cx="8058150" cy="471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just"/>
            <a:r>
              <a:rPr lang="uz-Latn-UZ" sz="4400" dirty="0">
                <a:latin typeface="Canva Sans Bold" panose="020B0604020202020204" charset="0"/>
              </a:rPr>
              <a:t>{{reja_2_matni}}</a:t>
            </a:r>
            <a:endParaRPr lang="ru-RU" sz="4400" dirty="0"/>
          </a:p>
        </p:txBody>
      </p:sp>
      <p:pic>
        <p:nvPicPr>
          <p:cNvPr id="296" name="Google Shape;296;p16"/>
          <p:cNvPicPr preferRelativeResize="0"/>
          <p:nvPr/>
        </p:nvPicPr>
        <p:blipFill rotWithShape="1">
          <a:blip r:embed="rId5">
            <a:alphaModFix/>
          </a:blip>
          <a:srcRect t="27813" r="32491"/>
          <a:stretch/>
        </p:blipFill>
        <p:spPr>
          <a:xfrm>
            <a:off x="15157475" y="0"/>
            <a:ext cx="3130524" cy="3347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DAFA3"/>
        </a:solidFill>
        <a:effectLst/>
      </p:bgPr>
    </p:bg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3" name="PHOTO_4"/>
          <p:cNvPicPr preferRelativeResize="0"/>
          <p:nvPr/>
        </p:nvPicPr>
        <p:blipFill rotWithShape="1">
          <a:blip r:embed="rId3">
            <a:alphaModFix/>
          </a:blip>
          <a:srcRect l="5373" t="24165" r="2297" b="49475"/>
          <a:stretch/>
        </p:blipFill>
        <p:spPr>
          <a:xfrm>
            <a:off x="0" y="0"/>
            <a:ext cx="18288000" cy="696198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34" name="Google Shape;334;p18"/>
          <p:cNvGrpSpPr/>
          <p:nvPr/>
        </p:nvGrpSpPr>
        <p:grpSpPr>
          <a:xfrm>
            <a:off x="771812" y="5322396"/>
            <a:ext cx="16744377" cy="4150965"/>
            <a:chOff x="0" y="-48220"/>
            <a:chExt cx="22325836" cy="5534620"/>
          </a:xfrm>
        </p:grpSpPr>
        <p:sp>
          <p:nvSpPr>
            <p:cNvPr id="335" name="Google Shape;335;p18"/>
            <p:cNvSpPr/>
            <p:nvPr/>
          </p:nvSpPr>
          <p:spPr>
            <a:xfrm>
              <a:off x="16839436" y="0"/>
              <a:ext cx="5486400" cy="5486400"/>
            </a:xfrm>
            <a:custGeom>
              <a:avLst/>
              <a:gdLst/>
              <a:ahLst/>
              <a:cxnLst/>
              <a:rect l="l" t="t" r="r" b="b"/>
              <a:pathLst>
                <a:path w="5486400" h="5486400" extrusionOk="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  <p:grpSp>
          <p:nvGrpSpPr>
            <p:cNvPr id="336" name="Google Shape;336;p18"/>
            <p:cNvGrpSpPr/>
            <p:nvPr/>
          </p:nvGrpSpPr>
          <p:grpSpPr>
            <a:xfrm>
              <a:off x="0" y="-48220"/>
              <a:ext cx="18012004" cy="5534620"/>
              <a:chOff x="0" y="-9525"/>
              <a:chExt cx="3557927" cy="1093258"/>
            </a:xfrm>
          </p:grpSpPr>
          <p:sp>
            <p:nvSpPr>
              <p:cNvPr id="337" name="Google Shape;337;p18"/>
              <p:cNvSpPr/>
              <p:nvPr/>
            </p:nvSpPr>
            <p:spPr>
              <a:xfrm>
                <a:off x="0" y="0"/>
                <a:ext cx="3557927" cy="1083733"/>
              </a:xfrm>
              <a:custGeom>
                <a:avLst/>
                <a:gdLst/>
                <a:ahLst/>
                <a:cxnLst/>
                <a:rect l="l" t="t" r="r" b="b"/>
                <a:pathLst>
                  <a:path w="3557927" h="1083733" extrusionOk="0">
                    <a:moveTo>
                      <a:pt x="28655" y="0"/>
                    </a:moveTo>
                    <a:lnTo>
                      <a:pt x="3529272" y="0"/>
                    </a:lnTo>
                    <a:cubicBezTo>
                      <a:pt x="3545098" y="0"/>
                      <a:pt x="3557927" y="12829"/>
                      <a:pt x="3557927" y="28655"/>
                    </a:cubicBezTo>
                    <a:lnTo>
                      <a:pt x="3557927" y="1055079"/>
                    </a:lnTo>
                    <a:cubicBezTo>
                      <a:pt x="3557927" y="1070904"/>
                      <a:pt x="3545098" y="1083733"/>
                      <a:pt x="3529272" y="1083733"/>
                    </a:cubicBezTo>
                    <a:lnTo>
                      <a:pt x="28655" y="1083733"/>
                    </a:lnTo>
                    <a:cubicBezTo>
                      <a:pt x="12829" y="1083733"/>
                      <a:pt x="0" y="1070904"/>
                      <a:pt x="0" y="1055079"/>
                    </a:cubicBezTo>
                    <a:lnTo>
                      <a:pt x="0" y="28655"/>
                    </a:lnTo>
                    <a:cubicBezTo>
                      <a:pt x="0" y="12829"/>
                      <a:pt x="12829" y="0"/>
                      <a:pt x="28655" y="0"/>
                    </a:cubicBezTo>
                    <a:close/>
                  </a:path>
                </a:pathLst>
              </a:custGeom>
              <a:solidFill>
                <a:srgbClr val="94968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8" name="Google Shape;338;p18"/>
              <p:cNvSpPr txBox="1"/>
              <p:nvPr/>
            </p:nvSpPr>
            <p:spPr>
              <a:xfrm>
                <a:off x="0" y="-9525"/>
                <a:ext cx="3557927" cy="10932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3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40" name="Google Shape;340;p18"/>
          <p:cNvSpPr txBox="1"/>
          <p:nvPr/>
        </p:nvSpPr>
        <p:spPr>
          <a:xfrm>
            <a:off x="1643025" y="6241275"/>
            <a:ext cx="15001800" cy="1465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>
              <a:lnSpc>
                <a:spcPct val="119000"/>
              </a:lnSpc>
              <a:buSzPts val="9500"/>
            </a:pPr>
            <a:r>
              <a:rPr lang="uz-Latn-UZ" sz="8000" b="1" dirty="0">
                <a:solidFill>
                  <a:srgbClr val="444738"/>
                </a:solidFill>
                <a:latin typeface="Poiret One"/>
                <a:ea typeface="Poiret One"/>
                <a:cs typeface="Poiret One"/>
                <a:sym typeface="Poiret One"/>
              </a:rPr>
              <a:t>{{reja_3}}</a:t>
            </a:r>
            <a:endParaRPr lang="uz-Latn-UZ" sz="8000" dirty="0">
              <a:latin typeface="Poiret One"/>
              <a:ea typeface="Poiret One"/>
              <a:cs typeface="Poiret One"/>
              <a:sym typeface="Poiret One"/>
            </a:endParaRPr>
          </a:p>
        </p:txBody>
      </p:sp>
      <p:sp>
        <p:nvSpPr>
          <p:cNvPr id="341" name="Google Shape;341;p18"/>
          <p:cNvSpPr txBox="1"/>
          <p:nvPr/>
        </p:nvSpPr>
        <p:spPr>
          <a:xfrm>
            <a:off x="14372772" y="661967"/>
            <a:ext cx="3143400" cy="207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1900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67"/>
              <a:buFont typeface="Arial"/>
              <a:buNone/>
            </a:pPr>
            <a:r>
              <a:rPr lang="en-US" sz="13467" b="1" i="0" u="none" strike="noStrike" cap="none">
                <a:solidFill>
                  <a:srgbClr val="949688"/>
                </a:solidFill>
                <a:latin typeface="Poiret One"/>
                <a:ea typeface="Poiret One"/>
                <a:cs typeface="Poiret One"/>
                <a:sym typeface="Poiret One"/>
              </a:rPr>
              <a:t>03</a:t>
            </a:r>
            <a:endParaRPr sz="1400" b="0" i="0" u="none" strike="noStrike" cap="none">
              <a:solidFill>
                <a:srgbClr val="000000"/>
              </a:solidFill>
              <a:latin typeface="Poiret One"/>
              <a:ea typeface="Poiret One"/>
              <a:cs typeface="Poiret One"/>
              <a:sym typeface="Poiret One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BDF"/>
        </a:solidFill>
        <a:effectLst/>
      </p:bgPr>
    </p:bg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17"/>
          <p:cNvSpPr txBox="1"/>
          <p:nvPr/>
        </p:nvSpPr>
        <p:spPr>
          <a:xfrm>
            <a:off x="3114675" y="549275"/>
            <a:ext cx="12587288" cy="988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>
              <a:lnSpc>
                <a:spcPct val="119000"/>
              </a:lnSpc>
              <a:buSzPts val="9500"/>
            </a:pPr>
            <a:r>
              <a:rPr lang="uz-Latn-UZ" sz="5400" b="1" dirty="0">
                <a:solidFill>
                  <a:srgbClr val="444738"/>
                </a:solidFill>
                <a:latin typeface="Poiret One"/>
                <a:ea typeface="Poiret One"/>
                <a:cs typeface="Poiret One"/>
                <a:sym typeface="Poiret One"/>
              </a:rPr>
              <a:t>{{reja_3}}</a:t>
            </a:r>
            <a:endParaRPr lang="uz-Latn-UZ" sz="5400" dirty="0">
              <a:latin typeface="Poiret One"/>
              <a:ea typeface="Poiret One"/>
              <a:cs typeface="Poiret One"/>
              <a:sym typeface="Poiret One"/>
            </a:endParaRPr>
          </a:p>
        </p:txBody>
      </p:sp>
      <p:pic>
        <p:nvPicPr>
          <p:cNvPr id="328" name="Google Shape;328;p17"/>
          <p:cNvPicPr preferRelativeResize="0"/>
          <p:nvPr/>
        </p:nvPicPr>
        <p:blipFill rotWithShape="1">
          <a:blip r:embed="rId3">
            <a:alphaModFix/>
          </a:blip>
          <a:srcRect l="50000" t="16114"/>
          <a:stretch/>
        </p:blipFill>
        <p:spPr>
          <a:xfrm>
            <a:off x="0" y="0"/>
            <a:ext cx="2157851" cy="18207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8ACE1AD-6711-EBE9-A284-35B61B8FC2DD}"/>
              </a:ext>
            </a:extLst>
          </p:cNvPr>
          <p:cNvSpPr txBox="1"/>
          <p:nvPr/>
        </p:nvSpPr>
        <p:spPr>
          <a:xfrm>
            <a:off x="828675" y="2671763"/>
            <a:ext cx="1684496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z-Latn-UZ" sz="4000" b="1" dirty="0">
                <a:solidFill>
                  <a:srgbClr val="444738"/>
                </a:solidFill>
                <a:latin typeface="Poiret One"/>
                <a:ea typeface="Poiret One"/>
                <a:cs typeface="Poiret One"/>
                <a:sym typeface="Poiret One"/>
              </a:rPr>
              <a:t>{{reja_3_matni}}</a:t>
            </a:r>
            <a:endParaRPr lang="uz-Latn-UZ" sz="4000" dirty="0">
              <a:latin typeface="Poiret One"/>
              <a:ea typeface="Poiret One"/>
              <a:cs typeface="Poiret One"/>
              <a:sym typeface="Poiret One"/>
            </a:endParaRPr>
          </a:p>
          <a:p>
            <a:endParaRPr lang="ru-RU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BDF"/>
        </a:solidFill>
        <a:effectLst/>
      </p:bgPr>
    </p:bg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21"/>
          <p:cNvSpPr txBox="1"/>
          <p:nvPr/>
        </p:nvSpPr>
        <p:spPr>
          <a:xfrm>
            <a:off x="3172763" y="725739"/>
            <a:ext cx="13272150" cy="8790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>
              <a:lnSpc>
                <a:spcPct val="119000"/>
              </a:lnSpc>
              <a:buSzPts val="9500"/>
            </a:pPr>
            <a:r>
              <a:rPr lang="uz-Latn-UZ" sz="4800" b="1" dirty="0">
                <a:solidFill>
                  <a:srgbClr val="444738"/>
                </a:solidFill>
                <a:latin typeface="Poiret One"/>
                <a:ea typeface="Poiret One"/>
                <a:cs typeface="Poiret One"/>
                <a:sym typeface="Poiret One"/>
              </a:rPr>
              <a:t>{{reja_3}}</a:t>
            </a:r>
            <a:endParaRPr lang="uz-Latn-UZ" sz="4800" dirty="0">
              <a:latin typeface="Poiret One"/>
              <a:ea typeface="Poiret One"/>
              <a:cs typeface="Poiret One"/>
              <a:sym typeface="Poiret One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0585AD-ADA3-4590-1332-0F6538687351}"/>
              </a:ext>
            </a:extLst>
          </p:cNvPr>
          <p:cNvSpPr txBox="1"/>
          <p:nvPr/>
        </p:nvSpPr>
        <p:spPr>
          <a:xfrm>
            <a:off x="414338" y="2300288"/>
            <a:ext cx="16873537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z-Latn-UZ" sz="4400" b="1" dirty="0">
                <a:solidFill>
                  <a:srgbClr val="444738"/>
                </a:solidFill>
                <a:latin typeface="Poiret One"/>
                <a:ea typeface="Poiret One"/>
                <a:cs typeface="Poiret One"/>
                <a:sym typeface="Poiret One"/>
              </a:rPr>
              <a:t>{{reja_3_matni}}</a:t>
            </a:r>
            <a:endParaRPr lang="uz-Latn-UZ" sz="4400" dirty="0">
              <a:latin typeface="Poiret One"/>
              <a:ea typeface="Poiret One"/>
              <a:cs typeface="Poiret One"/>
              <a:sym typeface="Poiret One"/>
            </a:endParaRPr>
          </a:p>
          <a:p>
            <a:endParaRPr lang="ru-RU" sz="4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DAFA3"/>
        </a:solidFill>
        <a:effectLst/>
      </p:bgPr>
    </p:bg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7" name="PHOTO_5"/>
          <p:cNvPicPr preferRelativeResize="0"/>
          <p:nvPr/>
        </p:nvPicPr>
        <p:blipFill rotWithShape="1">
          <a:blip r:embed="rId3">
            <a:alphaModFix/>
          </a:blip>
          <a:srcRect l="5373" t="24165" r="2297" b="49475"/>
          <a:stretch/>
        </p:blipFill>
        <p:spPr>
          <a:xfrm>
            <a:off x="0" y="0"/>
            <a:ext cx="18288000" cy="696197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38" name="Google Shape;438;p22"/>
          <p:cNvGrpSpPr/>
          <p:nvPr/>
        </p:nvGrpSpPr>
        <p:grpSpPr>
          <a:xfrm>
            <a:off x="771812" y="5322396"/>
            <a:ext cx="16744377" cy="4150965"/>
            <a:chOff x="0" y="-48220"/>
            <a:chExt cx="22325836" cy="5534620"/>
          </a:xfrm>
        </p:grpSpPr>
        <p:sp>
          <p:nvSpPr>
            <p:cNvPr id="439" name="Google Shape;439;p22"/>
            <p:cNvSpPr/>
            <p:nvPr/>
          </p:nvSpPr>
          <p:spPr>
            <a:xfrm>
              <a:off x="16839436" y="0"/>
              <a:ext cx="5486400" cy="5486400"/>
            </a:xfrm>
            <a:custGeom>
              <a:avLst/>
              <a:gdLst/>
              <a:ahLst/>
              <a:cxnLst/>
              <a:rect l="l" t="t" r="r" b="b"/>
              <a:pathLst>
                <a:path w="5486400" h="5486400" extrusionOk="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  <p:grpSp>
          <p:nvGrpSpPr>
            <p:cNvPr id="440" name="Google Shape;440;p22"/>
            <p:cNvGrpSpPr/>
            <p:nvPr/>
          </p:nvGrpSpPr>
          <p:grpSpPr>
            <a:xfrm>
              <a:off x="0" y="-48220"/>
              <a:ext cx="18012004" cy="5534620"/>
              <a:chOff x="0" y="-9525"/>
              <a:chExt cx="3557927" cy="1093258"/>
            </a:xfrm>
          </p:grpSpPr>
          <p:sp>
            <p:nvSpPr>
              <p:cNvPr id="441" name="Google Shape;441;p22"/>
              <p:cNvSpPr/>
              <p:nvPr/>
            </p:nvSpPr>
            <p:spPr>
              <a:xfrm>
                <a:off x="0" y="0"/>
                <a:ext cx="3557927" cy="1083733"/>
              </a:xfrm>
              <a:custGeom>
                <a:avLst/>
                <a:gdLst/>
                <a:ahLst/>
                <a:cxnLst/>
                <a:rect l="l" t="t" r="r" b="b"/>
                <a:pathLst>
                  <a:path w="3557927" h="1083733" extrusionOk="0">
                    <a:moveTo>
                      <a:pt x="28655" y="0"/>
                    </a:moveTo>
                    <a:lnTo>
                      <a:pt x="3529272" y="0"/>
                    </a:lnTo>
                    <a:cubicBezTo>
                      <a:pt x="3545098" y="0"/>
                      <a:pt x="3557927" y="12829"/>
                      <a:pt x="3557927" y="28655"/>
                    </a:cubicBezTo>
                    <a:lnTo>
                      <a:pt x="3557927" y="1055079"/>
                    </a:lnTo>
                    <a:cubicBezTo>
                      <a:pt x="3557927" y="1070904"/>
                      <a:pt x="3545098" y="1083733"/>
                      <a:pt x="3529272" y="1083733"/>
                    </a:cubicBezTo>
                    <a:lnTo>
                      <a:pt x="28655" y="1083733"/>
                    </a:lnTo>
                    <a:cubicBezTo>
                      <a:pt x="12829" y="1083733"/>
                      <a:pt x="0" y="1070904"/>
                      <a:pt x="0" y="1055079"/>
                    </a:cubicBezTo>
                    <a:lnTo>
                      <a:pt x="0" y="28655"/>
                    </a:lnTo>
                    <a:cubicBezTo>
                      <a:pt x="0" y="12829"/>
                      <a:pt x="12829" y="0"/>
                      <a:pt x="28655" y="0"/>
                    </a:cubicBezTo>
                    <a:close/>
                  </a:path>
                </a:pathLst>
              </a:custGeom>
              <a:solidFill>
                <a:srgbClr val="94968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2" name="Google Shape;442;p22"/>
              <p:cNvSpPr txBox="1"/>
              <p:nvPr/>
            </p:nvSpPr>
            <p:spPr>
              <a:xfrm>
                <a:off x="0" y="-9525"/>
                <a:ext cx="3557927" cy="10932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3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444" name="Google Shape;444;p22"/>
          <p:cNvSpPr txBox="1"/>
          <p:nvPr/>
        </p:nvSpPr>
        <p:spPr>
          <a:xfrm>
            <a:off x="1028700" y="6241273"/>
            <a:ext cx="16230600" cy="1758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>
              <a:lnSpc>
                <a:spcPct val="119000"/>
              </a:lnSpc>
              <a:buSzPts val="9500"/>
            </a:pPr>
            <a:r>
              <a:rPr lang="uz-Latn-UZ" sz="9600" b="1" dirty="0">
                <a:solidFill>
                  <a:srgbClr val="444738"/>
                </a:solidFill>
                <a:latin typeface="Poiret One"/>
                <a:ea typeface="Poiret One"/>
                <a:cs typeface="Poiret One"/>
                <a:sym typeface="Poiret One"/>
              </a:rPr>
              <a:t>{{reja_4}}</a:t>
            </a:r>
            <a:endParaRPr lang="uz-Latn-UZ" sz="1600" dirty="0">
              <a:latin typeface="Poiret One"/>
              <a:ea typeface="Poiret One"/>
              <a:cs typeface="Poiret One"/>
              <a:sym typeface="Poiret One"/>
            </a:endParaRPr>
          </a:p>
        </p:txBody>
      </p:sp>
      <p:sp>
        <p:nvSpPr>
          <p:cNvPr id="445" name="Google Shape;445;p22"/>
          <p:cNvSpPr txBox="1"/>
          <p:nvPr/>
        </p:nvSpPr>
        <p:spPr>
          <a:xfrm>
            <a:off x="14372772" y="661967"/>
            <a:ext cx="3143400" cy="207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1900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67"/>
              <a:buFont typeface="Arial"/>
              <a:buNone/>
            </a:pPr>
            <a:r>
              <a:rPr lang="en-US" sz="13467" b="1" i="0" u="none" strike="noStrike" cap="none">
                <a:solidFill>
                  <a:srgbClr val="949688"/>
                </a:solidFill>
                <a:latin typeface="Poiret One"/>
                <a:ea typeface="Poiret One"/>
                <a:cs typeface="Poiret One"/>
                <a:sym typeface="Poiret One"/>
              </a:rPr>
              <a:t>04</a:t>
            </a:r>
            <a:endParaRPr sz="1400" b="0" i="0" u="none" strike="noStrike" cap="none">
              <a:solidFill>
                <a:srgbClr val="000000"/>
              </a:solidFill>
              <a:latin typeface="Poiret One"/>
              <a:ea typeface="Poiret One"/>
              <a:cs typeface="Poiret One"/>
              <a:sym typeface="Poiret One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BDF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23"/>
          <p:cNvSpPr txBox="1"/>
          <p:nvPr/>
        </p:nvSpPr>
        <p:spPr>
          <a:xfrm>
            <a:off x="-940471" y="801073"/>
            <a:ext cx="20169000" cy="1739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0"/>
              <a:buFont typeface="Arial"/>
              <a:buNone/>
            </a:pPr>
            <a:r>
              <a:rPr lang="uz-Latn-UZ" sz="9500" b="1" dirty="0">
                <a:solidFill>
                  <a:srgbClr val="444738"/>
                </a:solidFill>
                <a:latin typeface="Poiret One"/>
                <a:ea typeface="Poiret One"/>
                <a:cs typeface="Poiret One"/>
                <a:sym typeface="Poiret One"/>
              </a:rPr>
              <a:t>{{reja_4}}</a:t>
            </a:r>
            <a:endParaRPr sz="1400" b="0" i="0" u="none" strike="noStrike" cap="none" dirty="0">
              <a:solidFill>
                <a:srgbClr val="000000"/>
              </a:solidFill>
              <a:latin typeface="Poiret One"/>
              <a:ea typeface="Poiret One"/>
              <a:cs typeface="Poiret One"/>
              <a:sym typeface="Poiret One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38A04A-E8F0-2FBB-BA8D-A3E9E2E3112C}"/>
              </a:ext>
            </a:extLst>
          </p:cNvPr>
          <p:cNvSpPr txBox="1"/>
          <p:nvPr/>
        </p:nvSpPr>
        <p:spPr>
          <a:xfrm>
            <a:off x="406400" y="3251200"/>
            <a:ext cx="168220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z-Latn-UZ" sz="2800" dirty="0">
                <a:latin typeface="Gadugi" panose="020B0502040204020203" pitchFamily="34" charset="0"/>
                <a:ea typeface="Gadugi" panose="020B0502040204020203" pitchFamily="34" charset="0"/>
              </a:rPr>
              <a:t>{{reja_4_matni}}</a:t>
            </a:r>
            <a:endParaRPr lang="ru-RU" sz="2800" dirty="0">
              <a:ea typeface="Gadugi" panose="020B0502040204020203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A8199A-36DA-7640-8780-1F5FD9D2CC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1624" y="3929062"/>
            <a:ext cx="6933725" cy="4929337"/>
          </a:xfrm>
        </p:spPr>
        <p:txBody>
          <a:bodyPr>
            <a:normAutofit/>
          </a:bodyPr>
          <a:lstStyle/>
          <a:p>
            <a:r>
              <a:rPr lang="uz-Latn-UZ" sz="3200" dirty="0">
                <a:solidFill>
                  <a:schemeClr val="tx1"/>
                </a:solidFill>
              </a:rPr>
              <a:t>{{reja_4_matni}}</a:t>
            </a:r>
            <a:br>
              <a:rPr lang="uz-Latn-UZ" sz="3200" b="0" dirty="0">
                <a:solidFill>
                  <a:schemeClr val="tx1"/>
                </a:solidFill>
              </a:rPr>
            </a:br>
            <a:endParaRPr lang="ru-RU" sz="3200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9ADAC8-482A-B6F9-C1C5-19D815B6234A}"/>
              </a:ext>
            </a:extLst>
          </p:cNvPr>
          <p:cNvSpPr txBox="1"/>
          <p:nvPr/>
        </p:nvSpPr>
        <p:spPr>
          <a:xfrm>
            <a:off x="10115554" y="2971800"/>
            <a:ext cx="784383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z-Latn-UZ" sz="3200" b="1" dirty="0">
                <a:solidFill>
                  <a:srgbClr val="444738"/>
                </a:solidFill>
                <a:latin typeface="Poiret One"/>
                <a:ea typeface="Poiret One"/>
                <a:cs typeface="Poiret One"/>
                <a:sym typeface="Poiret One"/>
              </a:rPr>
              <a:t>{{reja_4_matni}}</a:t>
            </a:r>
            <a:endParaRPr lang="uz-Latn-UZ" sz="3200" dirty="0">
              <a:latin typeface="Poiret One"/>
              <a:ea typeface="Poiret One"/>
              <a:cs typeface="Poiret One"/>
              <a:sym typeface="Poiret One"/>
            </a:endParaRPr>
          </a:p>
          <a:p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5514959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DAFA3"/>
        </a:solidFill>
        <a:effectLst/>
      </p:bgPr>
    </p:bg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8" name="Google Shape;458;p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29031" y="2602332"/>
            <a:ext cx="9969246" cy="7580151"/>
          </a:xfrm>
          <a:prstGeom prst="rect">
            <a:avLst/>
          </a:prstGeom>
          <a:noFill/>
          <a:ln>
            <a:noFill/>
          </a:ln>
        </p:spPr>
      </p:pic>
      <p:sp>
        <p:nvSpPr>
          <p:cNvPr id="466" name="Google Shape;466;p24"/>
          <p:cNvSpPr/>
          <p:nvPr/>
        </p:nvSpPr>
        <p:spPr>
          <a:xfrm>
            <a:off x="10380890" y="6146596"/>
            <a:ext cx="577765" cy="491625"/>
          </a:xfrm>
          <a:custGeom>
            <a:avLst/>
            <a:gdLst/>
            <a:ahLst/>
            <a:cxnLst/>
            <a:rect l="l" t="t" r="r" b="b"/>
            <a:pathLst>
              <a:path w="577765" h="491625" extrusionOk="0">
                <a:moveTo>
                  <a:pt x="0" y="0"/>
                </a:moveTo>
                <a:lnTo>
                  <a:pt x="577765" y="0"/>
                </a:lnTo>
                <a:lnTo>
                  <a:pt x="577765" y="491625"/>
                </a:lnTo>
                <a:lnTo>
                  <a:pt x="0" y="491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468" name="Google Shape;468;p24"/>
          <p:cNvSpPr txBox="1"/>
          <p:nvPr/>
        </p:nvSpPr>
        <p:spPr>
          <a:xfrm>
            <a:off x="3172763" y="725739"/>
            <a:ext cx="11942400" cy="1739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0"/>
              <a:buFont typeface="Arial"/>
              <a:buNone/>
            </a:pPr>
            <a:r>
              <a:rPr lang="uz-Latn-UZ" sz="9500" b="1" dirty="0">
                <a:solidFill>
                  <a:srgbClr val="444738"/>
                </a:solidFill>
                <a:latin typeface="Poiret One"/>
                <a:ea typeface="Poiret One"/>
                <a:cs typeface="Poiret One"/>
                <a:sym typeface="Poiret One"/>
              </a:rPr>
              <a:t>{{line_graph_topic}}</a:t>
            </a:r>
            <a:endParaRPr sz="1400" b="0" i="0" u="none" strike="noStrike" cap="none" dirty="0">
              <a:solidFill>
                <a:srgbClr val="000000"/>
              </a:solidFill>
              <a:latin typeface="Poiret One"/>
              <a:ea typeface="Poiret One"/>
              <a:cs typeface="Poiret One"/>
              <a:sym typeface="Poiret One"/>
            </a:endParaRPr>
          </a:p>
        </p:txBody>
      </p:sp>
      <p:sp>
        <p:nvSpPr>
          <p:cNvPr id="469" name="Google Shape;469;p24"/>
          <p:cNvSpPr txBox="1"/>
          <p:nvPr/>
        </p:nvSpPr>
        <p:spPr>
          <a:xfrm>
            <a:off x="9880746" y="3368946"/>
            <a:ext cx="7321404" cy="939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1901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28"/>
              <a:buFont typeface="Arial"/>
              <a:buNone/>
            </a:pPr>
            <a:r>
              <a:rPr lang="uz-Latn-UZ" sz="5128" b="1" dirty="0">
                <a:solidFill>
                  <a:srgbClr val="444738"/>
                </a:solidFill>
                <a:latin typeface="Poiret One"/>
                <a:ea typeface="Poiret One"/>
                <a:cs typeface="Poiret One"/>
                <a:sym typeface="Poiret One"/>
              </a:rPr>
              <a:t>{{birinchi_liniya}}</a:t>
            </a:r>
            <a:endParaRPr sz="1400" b="0" i="0" u="none" strike="noStrike" cap="none" dirty="0">
              <a:solidFill>
                <a:srgbClr val="000000"/>
              </a:solidFill>
              <a:latin typeface="Poiret One"/>
              <a:ea typeface="Poiret One"/>
              <a:cs typeface="Poiret One"/>
              <a:sym typeface="Poiret One"/>
            </a:endParaRPr>
          </a:p>
        </p:txBody>
      </p:sp>
      <p:sp>
        <p:nvSpPr>
          <p:cNvPr id="470" name="Google Shape;470;p24"/>
          <p:cNvSpPr txBox="1"/>
          <p:nvPr/>
        </p:nvSpPr>
        <p:spPr>
          <a:xfrm>
            <a:off x="9880745" y="5505971"/>
            <a:ext cx="7521429" cy="939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1901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28"/>
              <a:buFont typeface="Arial"/>
              <a:buNone/>
            </a:pPr>
            <a:r>
              <a:rPr lang="uz-Latn-UZ" sz="5128" b="1" dirty="0">
                <a:solidFill>
                  <a:srgbClr val="444738"/>
                </a:solidFill>
                <a:latin typeface="Poiret One"/>
                <a:ea typeface="Poiret One"/>
                <a:cs typeface="Poiret One"/>
                <a:sym typeface="Poiret One"/>
              </a:rPr>
              <a:t>{{ikkinchi_liniya}}</a:t>
            </a:r>
            <a:endParaRPr sz="1400" b="0" i="0" u="none" strike="noStrike" cap="none" dirty="0">
              <a:solidFill>
                <a:srgbClr val="000000"/>
              </a:solidFill>
              <a:latin typeface="Poiret One"/>
              <a:ea typeface="Poiret One"/>
              <a:cs typeface="Poiret One"/>
              <a:sym typeface="Poiret One"/>
            </a:endParaRPr>
          </a:p>
        </p:txBody>
      </p:sp>
      <p:sp>
        <p:nvSpPr>
          <p:cNvPr id="471" name="Google Shape;471;p24"/>
          <p:cNvSpPr txBox="1"/>
          <p:nvPr/>
        </p:nvSpPr>
        <p:spPr>
          <a:xfrm>
            <a:off x="9880746" y="7642504"/>
            <a:ext cx="7521428" cy="939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1901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28"/>
              <a:buFont typeface="Arial"/>
              <a:buNone/>
            </a:pPr>
            <a:r>
              <a:rPr lang="uz-Latn-UZ" sz="5128" b="1" dirty="0">
                <a:solidFill>
                  <a:srgbClr val="444738"/>
                </a:solidFill>
                <a:latin typeface="Poiret One"/>
                <a:ea typeface="Poiret One"/>
                <a:cs typeface="Poiret One"/>
                <a:sym typeface="Poiret One"/>
              </a:rPr>
              <a:t>{{uchinchi_liniya}}</a:t>
            </a:r>
            <a:endParaRPr sz="1400" b="0" i="0" u="none" strike="noStrike" cap="none" dirty="0">
              <a:solidFill>
                <a:srgbClr val="000000"/>
              </a:solidFill>
              <a:latin typeface="Poiret One"/>
              <a:ea typeface="Poiret One"/>
              <a:cs typeface="Poiret One"/>
              <a:sym typeface="Poiret One"/>
            </a:endParaRPr>
          </a:p>
        </p:txBody>
      </p:sp>
      <p:sp>
        <p:nvSpPr>
          <p:cNvPr id="472" name="Google Shape;472;p24"/>
          <p:cNvSpPr txBox="1"/>
          <p:nvPr/>
        </p:nvSpPr>
        <p:spPr>
          <a:xfrm>
            <a:off x="10945677" y="4197262"/>
            <a:ext cx="5104500" cy="806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21805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4"/>
              <a:buFont typeface="Arial"/>
              <a:buNone/>
            </a:pPr>
            <a:r>
              <a:rPr lang="uz-Latn-UZ" sz="2404" dirty="0">
                <a:latin typeface="Cabin"/>
                <a:sym typeface="Cabin"/>
              </a:rPr>
              <a:t>{{birinchi_liniya_sharxi}}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24"/>
          <p:cNvSpPr txBox="1"/>
          <p:nvPr/>
        </p:nvSpPr>
        <p:spPr>
          <a:xfrm>
            <a:off x="10855702" y="6507311"/>
            <a:ext cx="7260991" cy="806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21805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4"/>
              <a:buFont typeface="Arial"/>
              <a:buNone/>
            </a:pPr>
            <a:r>
              <a:rPr lang="uz-Latn-UZ" sz="2404" dirty="0">
                <a:latin typeface="Cabin"/>
                <a:sym typeface="Cabin"/>
              </a:rPr>
              <a:t>{{ikkinchi_liniya_sharxi}}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24"/>
          <p:cNvSpPr txBox="1"/>
          <p:nvPr/>
        </p:nvSpPr>
        <p:spPr>
          <a:xfrm>
            <a:off x="10755689" y="8754694"/>
            <a:ext cx="6646485" cy="806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21805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4"/>
              <a:buFont typeface="Arial"/>
              <a:buNone/>
            </a:pPr>
            <a:r>
              <a:rPr lang="uz-Latn-UZ" sz="2404" dirty="0">
                <a:latin typeface="Cabin"/>
                <a:sym typeface="Cabin"/>
              </a:rPr>
              <a:t>{{uchinchi_liniya_sharxi}}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BDF"/>
        </a:solidFill>
        <a:effectLst/>
      </p:bgPr>
    </p:bg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1" name="Google Shape;481;p25"/>
          <p:cNvGrpSpPr/>
          <p:nvPr/>
        </p:nvGrpSpPr>
        <p:grpSpPr>
          <a:xfrm>
            <a:off x="12777833" y="-36165"/>
            <a:ext cx="5510167" cy="10323165"/>
            <a:chOff x="0" y="-9525"/>
            <a:chExt cx="1451237" cy="2718858"/>
          </a:xfrm>
        </p:grpSpPr>
        <p:sp>
          <p:nvSpPr>
            <p:cNvPr id="482" name="Google Shape;482;p25"/>
            <p:cNvSpPr/>
            <p:nvPr/>
          </p:nvSpPr>
          <p:spPr>
            <a:xfrm>
              <a:off x="0" y="0"/>
              <a:ext cx="1451237" cy="2709333"/>
            </a:xfrm>
            <a:custGeom>
              <a:avLst/>
              <a:gdLst/>
              <a:ahLst/>
              <a:cxnLst/>
              <a:rect l="l" t="t" r="r" b="b"/>
              <a:pathLst>
                <a:path w="1451237" h="2709333" extrusionOk="0">
                  <a:moveTo>
                    <a:pt x="0" y="0"/>
                  </a:moveTo>
                  <a:lnTo>
                    <a:pt x="1451237" y="0"/>
                  </a:lnTo>
                  <a:lnTo>
                    <a:pt x="1451237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ADAFA3"/>
            </a:solidFill>
            <a:ln>
              <a:noFill/>
            </a:ln>
          </p:spPr>
        </p:sp>
        <p:sp>
          <p:nvSpPr>
            <p:cNvPr id="483" name="Google Shape;483;p25"/>
            <p:cNvSpPr txBox="1"/>
            <p:nvPr/>
          </p:nvSpPr>
          <p:spPr>
            <a:xfrm>
              <a:off x="0" y="-9525"/>
              <a:ext cx="1451237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A721711-78C5-E3BB-B0DD-01A65C5DA545}"/>
              </a:ext>
            </a:extLst>
          </p:cNvPr>
          <p:cNvSpPr txBox="1"/>
          <p:nvPr/>
        </p:nvSpPr>
        <p:spPr>
          <a:xfrm>
            <a:off x="1600200" y="1228725"/>
            <a:ext cx="108156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z-Latn-UZ" sz="3600" dirty="0">
                <a:latin typeface="Arial Black" panose="020B0A04020102020204" pitchFamily="34" charset="0"/>
              </a:rPr>
              <a:t>{{xulosa}}</a:t>
            </a:r>
            <a:endParaRPr lang="ru-RU" sz="3600" dirty="0">
              <a:latin typeface="Arial Black" panose="020B0A040201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2E8449C-B7AF-A7F2-D595-746D5E59A93B}"/>
              </a:ext>
            </a:extLst>
          </p:cNvPr>
          <p:cNvSpPr txBox="1"/>
          <p:nvPr/>
        </p:nvSpPr>
        <p:spPr>
          <a:xfrm>
            <a:off x="414338" y="2886075"/>
            <a:ext cx="117729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z-Latn-UZ" sz="2400" dirty="0">
                <a:latin typeface="Bahnschrift Light" panose="020B0502040204020203" pitchFamily="34" charset="0"/>
              </a:rPr>
              <a:t>{{xulosa_matni}}</a:t>
            </a:r>
            <a:endParaRPr lang="ru-RU" sz="2400" dirty="0">
              <a:latin typeface="Bahnschrift Light" panose="020B0502040204020203" pitchFamily="3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BDF"/>
        </a:solidFill>
        <a:effectLst/>
      </p:bgPr>
    </p:bg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9" name="Google Shape;509;p26"/>
          <p:cNvGrpSpPr/>
          <p:nvPr/>
        </p:nvGrpSpPr>
        <p:grpSpPr>
          <a:xfrm>
            <a:off x="1085850" y="2586067"/>
            <a:ext cx="16066503" cy="7147216"/>
            <a:chOff x="0" y="-9525"/>
            <a:chExt cx="2384063" cy="1882394"/>
          </a:xfrm>
        </p:grpSpPr>
        <p:sp>
          <p:nvSpPr>
            <p:cNvPr id="510" name="Google Shape;510;p26"/>
            <p:cNvSpPr/>
            <p:nvPr/>
          </p:nvSpPr>
          <p:spPr>
            <a:xfrm>
              <a:off x="0" y="0"/>
              <a:ext cx="2384063" cy="1872869"/>
            </a:xfrm>
            <a:custGeom>
              <a:avLst/>
              <a:gdLst/>
              <a:ahLst/>
              <a:cxnLst/>
              <a:rect l="l" t="t" r="r" b="b"/>
              <a:pathLst>
                <a:path w="2384063" h="1872869" extrusionOk="0">
                  <a:moveTo>
                    <a:pt x="0" y="0"/>
                  </a:moveTo>
                  <a:lnTo>
                    <a:pt x="2384063" y="0"/>
                  </a:lnTo>
                  <a:lnTo>
                    <a:pt x="2384063" y="1872869"/>
                  </a:lnTo>
                  <a:lnTo>
                    <a:pt x="0" y="1872869"/>
                  </a:lnTo>
                  <a:close/>
                </a:path>
              </a:pathLst>
            </a:custGeom>
            <a:solidFill>
              <a:srgbClr val="ADAFA3"/>
            </a:solidFill>
            <a:ln>
              <a:noFill/>
            </a:ln>
          </p:spPr>
        </p:sp>
        <p:sp>
          <p:nvSpPr>
            <p:cNvPr id="511" name="Google Shape;511;p26"/>
            <p:cNvSpPr txBox="1"/>
            <p:nvPr/>
          </p:nvSpPr>
          <p:spPr>
            <a:xfrm>
              <a:off x="0" y="-9525"/>
              <a:ext cx="2384063" cy="18823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37" name="Google Shape;537;p26"/>
          <p:cNvSpPr txBox="1"/>
          <p:nvPr/>
        </p:nvSpPr>
        <p:spPr>
          <a:xfrm>
            <a:off x="1906375" y="2834478"/>
            <a:ext cx="14724275" cy="13462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2500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99"/>
              <a:buFont typeface="Arial"/>
              <a:buNone/>
            </a:pPr>
            <a:r>
              <a:rPr lang="uz-Latn-UZ" sz="3499" b="1" dirty="0">
                <a:solidFill>
                  <a:srgbClr val="EDEBDF"/>
                </a:solidFill>
                <a:latin typeface="Cabin"/>
                <a:sym typeface="Cabin"/>
              </a:rPr>
              <a:t>{{adabiyotlar_ro’yxati}}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8" name="Google Shape;538;p26"/>
          <p:cNvSpPr txBox="1"/>
          <p:nvPr/>
        </p:nvSpPr>
        <p:spPr>
          <a:xfrm>
            <a:off x="1906375" y="461845"/>
            <a:ext cx="14475300" cy="1739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0"/>
              <a:buFont typeface="Arial"/>
              <a:buNone/>
            </a:pPr>
            <a:r>
              <a:rPr lang="uz-Latn-UZ" sz="9500" b="1" dirty="0">
                <a:solidFill>
                  <a:srgbClr val="444738"/>
                </a:solidFill>
                <a:latin typeface="Poiret One"/>
                <a:ea typeface="Poiret One"/>
                <a:cs typeface="Poiret One"/>
                <a:sym typeface="Poiret One"/>
              </a:rPr>
              <a:t>{{adabiyotlar}}</a:t>
            </a:r>
            <a:endParaRPr sz="1400" b="0" i="0" u="none" strike="noStrike" cap="none" dirty="0">
              <a:solidFill>
                <a:srgbClr val="000000"/>
              </a:solidFill>
              <a:latin typeface="Poiret One"/>
              <a:ea typeface="Poiret One"/>
              <a:cs typeface="Poiret One"/>
              <a:sym typeface="Poiret One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DAFA3"/>
        </a:solidFill>
        <a:effectLst/>
      </p:bgPr>
    </p:bg>
    <p:spTree>
      <p:nvGrpSpPr>
        <p:cNvPr id="1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4" name="Google Shape;564;p27"/>
          <p:cNvPicPr preferRelativeResize="0"/>
          <p:nvPr/>
        </p:nvPicPr>
        <p:blipFill rotWithShape="1">
          <a:blip r:embed="rId3">
            <a:alphaModFix/>
          </a:blip>
          <a:srcRect t="28663" r="29223"/>
          <a:stretch/>
        </p:blipFill>
        <p:spPr>
          <a:xfrm>
            <a:off x="14165675" y="0"/>
            <a:ext cx="4122324" cy="4154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5" name="Google Shape;565;p27"/>
          <p:cNvPicPr preferRelativeResize="0"/>
          <p:nvPr/>
        </p:nvPicPr>
        <p:blipFill rotWithShape="1">
          <a:blip r:embed="rId3">
            <a:alphaModFix/>
          </a:blip>
          <a:srcRect l="29223" b="28663"/>
          <a:stretch/>
        </p:blipFill>
        <p:spPr>
          <a:xfrm>
            <a:off x="6875" y="6159950"/>
            <a:ext cx="4122324" cy="4154999"/>
          </a:xfrm>
          <a:prstGeom prst="rect">
            <a:avLst/>
          </a:prstGeom>
          <a:noFill/>
          <a:ln>
            <a:noFill/>
          </a:ln>
        </p:spPr>
      </p:pic>
      <p:sp>
        <p:nvSpPr>
          <p:cNvPr id="568" name="Google Shape;568;p27"/>
          <p:cNvSpPr txBox="1"/>
          <p:nvPr/>
        </p:nvSpPr>
        <p:spPr>
          <a:xfrm>
            <a:off x="1985963" y="3881936"/>
            <a:ext cx="11606287" cy="1758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9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78"/>
              <a:buFont typeface="Arial"/>
              <a:buNone/>
            </a:pPr>
            <a:r>
              <a:rPr lang="uz-Latn-UZ" sz="9600" b="1" dirty="0">
                <a:solidFill>
                  <a:srgbClr val="444738"/>
                </a:solidFill>
                <a:latin typeface="Poiret One"/>
                <a:ea typeface="Poiret One"/>
                <a:cs typeface="Poiret One"/>
                <a:sym typeface="Poiret One"/>
              </a:rPr>
              <a:t>{{yakun}}</a:t>
            </a:r>
            <a:endParaRPr sz="9600" b="0" i="0" u="none" strike="noStrike" cap="none" dirty="0">
              <a:solidFill>
                <a:srgbClr val="000000"/>
              </a:solidFill>
              <a:latin typeface="Poiret One"/>
              <a:ea typeface="Poiret One"/>
              <a:cs typeface="Poiret One"/>
              <a:sym typeface="Poiret On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259</Words>
  <Application>Microsoft Office PowerPoint</Application>
  <PresentationFormat>Произвольный</PresentationFormat>
  <Paragraphs>54</Paragraphs>
  <Slides>20</Slides>
  <Notes>19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9" baseType="lpstr">
      <vt:lpstr>Arial</vt:lpstr>
      <vt:lpstr>Canva Sans Bold</vt:lpstr>
      <vt:lpstr>Poiret One</vt:lpstr>
      <vt:lpstr>Bahnschrift Light</vt:lpstr>
      <vt:lpstr>Cabin</vt:lpstr>
      <vt:lpstr>Arial Black</vt:lpstr>
      <vt:lpstr>Gadugi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{{reja_4_matni}} 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sardororolov2233@gmail.com</cp:lastModifiedBy>
  <cp:revision>2</cp:revision>
  <dcterms:modified xsi:type="dcterms:W3CDTF">2026-04-21T13:09:21Z</dcterms:modified>
</cp:coreProperties>
</file>