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Schoolbell" charset="1" panose="02000000000000000000"/>
      <p:regular r:id="rId18"/>
    </p:embeddedFont>
    <p:embeddedFont>
      <p:font typeface="Pompiere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5.jpeg" Type="http://schemas.openxmlformats.org/officeDocument/2006/relationships/image"/><Relationship Id="rId9" Target="../media/image9.pn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5.jpe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5.jpe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34358">
            <a:off x="152019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34358">
            <a:off x="-3670289" y="3759211"/>
            <a:ext cx="5563115" cy="5563115"/>
          </a:xfrm>
          <a:custGeom>
            <a:avLst/>
            <a:gdLst/>
            <a:ahLst/>
            <a:cxnLst/>
            <a:rect r="r" b="b" t="t" l="l"/>
            <a:pathLst>
              <a:path h="5563115" w="5563115">
                <a:moveTo>
                  <a:pt x="0" y="0"/>
                </a:moveTo>
                <a:lnTo>
                  <a:pt x="5563116" y="0"/>
                </a:lnTo>
                <a:lnTo>
                  <a:pt x="5563116" y="5563116"/>
                </a:lnTo>
                <a:lnTo>
                  <a:pt x="0" y="5563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160581" y="5143500"/>
            <a:ext cx="8510122" cy="6651256"/>
          </a:xfrm>
          <a:custGeom>
            <a:avLst/>
            <a:gdLst/>
            <a:ahLst/>
            <a:cxnLst/>
            <a:rect r="r" b="b" t="t" l="l"/>
            <a:pathLst>
              <a:path h="6651256" w="8510122">
                <a:moveTo>
                  <a:pt x="8510121" y="0"/>
                </a:moveTo>
                <a:lnTo>
                  <a:pt x="0" y="0"/>
                </a:lnTo>
                <a:lnTo>
                  <a:pt x="0" y="6651256"/>
                </a:lnTo>
                <a:lnTo>
                  <a:pt x="8510121" y="6651256"/>
                </a:lnTo>
                <a:lnTo>
                  <a:pt x="851012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29861">
            <a:off x="12589552" y="5687193"/>
            <a:ext cx="6619602" cy="5367895"/>
          </a:xfrm>
          <a:custGeom>
            <a:avLst/>
            <a:gdLst/>
            <a:ahLst/>
            <a:cxnLst/>
            <a:rect r="r" b="b" t="t" l="l"/>
            <a:pathLst>
              <a:path h="5367895" w="6619602">
                <a:moveTo>
                  <a:pt x="0" y="0"/>
                </a:moveTo>
                <a:lnTo>
                  <a:pt x="6619602" y="0"/>
                </a:lnTo>
                <a:lnTo>
                  <a:pt x="6619602" y="5367896"/>
                </a:lnTo>
                <a:lnTo>
                  <a:pt x="0" y="5367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68355" y="1028700"/>
            <a:ext cx="3390945" cy="3745020"/>
          </a:xfrm>
          <a:custGeom>
            <a:avLst/>
            <a:gdLst/>
            <a:ahLst/>
            <a:cxnLst/>
            <a:rect r="r" b="b" t="t" l="l"/>
            <a:pathLst>
              <a:path h="3745020" w="3390945">
                <a:moveTo>
                  <a:pt x="0" y="0"/>
                </a:moveTo>
                <a:lnTo>
                  <a:pt x="3390945" y="0"/>
                </a:lnTo>
                <a:lnTo>
                  <a:pt x="3390945" y="3745020"/>
                </a:lnTo>
                <a:lnTo>
                  <a:pt x="0" y="37450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5679" y="330431"/>
            <a:ext cx="3657600" cy="698269"/>
          </a:xfrm>
          <a:custGeom>
            <a:avLst/>
            <a:gdLst/>
            <a:ahLst/>
            <a:cxnLst/>
            <a:rect r="r" b="b" t="t" l="l"/>
            <a:pathLst>
              <a:path h="698269" w="3657600">
                <a:moveTo>
                  <a:pt x="0" y="0"/>
                </a:moveTo>
                <a:lnTo>
                  <a:pt x="3657600" y="0"/>
                </a:lnTo>
                <a:lnTo>
                  <a:pt x="3657600" y="698269"/>
                </a:lnTo>
                <a:lnTo>
                  <a:pt x="0" y="6982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3657600" cy="698269"/>
          </a:xfrm>
          <a:custGeom>
            <a:avLst/>
            <a:gdLst/>
            <a:ahLst/>
            <a:cxnLst/>
            <a:rect r="r" b="b" t="t" l="l"/>
            <a:pathLst>
              <a:path h="698269" w="3657600">
                <a:moveTo>
                  <a:pt x="0" y="0"/>
                </a:moveTo>
                <a:lnTo>
                  <a:pt x="3657600" y="0"/>
                </a:lnTo>
                <a:lnTo>
                  <a:pt x="3657600" y="698269"/>
                </a:lnTo>
                <a:lnTo>
                  <a:pt x="0" y="6982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85436" y="1390650"/>
            <a:ext cx="7717128" cy="56200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1441"/>
              </a:lnSpc>
            </a:pPr>
            <a:r>
              <a:rPr lang="en-US" sz="100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{{topic}}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97687" y="8187471"/>
            <a:ext cx="5292626" cy="10708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033"/>
              </a:lnSpc>
            </a:pPr>
            <a:r>
              <a:rPr lang="en-US" sz="3600">
                <a:solidFill>
                  <a:srgbClr val="4455AE"/>
                </a:solidFill>
                <a:latin typeface="Pompiere"/>
                <a:ea typeface="Pompiere"/>
                <a:cs typeface="Pompiere"/>
                <a:sym typeface="Pompiere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2347" y="1257300"/>
            <a:ext cx="9763305" cy="36357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{{reja}}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30909" y="5521015"/>
            <a:ext cx="14390969" cy="21748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{{reja_1}}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{{reja_2}}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{{reja_3}}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{{reja_4}}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8372165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25653" y="9343715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634358">
            <a:off x="-1117959" y="8140341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634358">
            <a:off x="16141341" y="-1117959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322652" y="341462"/>
            <a:ext cx="3939696" cy="4351070"/>
          </a:xfrm>
          <a:custGeom>
            <a:avLst/>
            <a:gdLst/>
            <a:ahLst/>
            <a:cxnLst/>
            <a:rect r="r" b="b" t="t" l="l"/>
            <a:pathLst>
              <a:path h="4351070" w="3939696">
                <a:moveTo>
                  <a:pt x="3939695" y="0"/>
                </a:moveTo>
                <a:lnTo>
                  <a:pt x="0" y="0"/>
                </a:lnTo>
                <a:lnTo>
                  <a:pt x="0" y="4351070"/>
                </a:lnTo>
                <a:lnTo>
                  <a:pt x="3939695" y="4351070"/>
                </a:lnTo>
                <a:lnTo>
                  <a:pt x="393969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014899">
            <a:off x="14604475" y="2409129"/>
            <a:ext cx="2654825" cy="2734371"/>
          </a:xfrm>
          <a:custGeom>
            <a:avLst/>
            <a:gdLst/>
            <a:ahLst/>
            <a:cxnLst/>
            <a:rect r="r" b="b" t="t" l="l"/>
            <a:pathLst>
              <a:path h="2734371" w="2654825">
                <a:moveTo>
                  <a:pt x="0" y="0"/>
                </a:moveTo>
                <a:lnTo>
                  <a:pt x="2654825" y="0"/>
                </a:lnTo>
                <a:lnTo>
                  <a:pt x="2654825" y="2734371"/>
                </a:lnTo>
                <a:lnTo>
                  <a:pt x="0" y="27343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34358">
            <a:off x="15201900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34358">
            <a:off x="-1499839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62496" y="4391723"/>
            <a:ext cx="6851751" cy="5481401"/>
          </a:xfrm>
          <a:custGeom>
            <a:avLst/>
            <a:gdLst/>
            <a:ahLst/>
            <a:cxnLst/>
            <a:rect r="r" b="b" t="t" l="l"/>
            <a:pathLst>
              <a:path h="5481401" w="6851751">
                <a:moveTo>
                  <a:pt x="0" y="0"/>
                </a:moveTo>
                <a:lnTo>
                  <a:pt x="6851752" y="0"/>
                </a:lnTo>
                <a:lnTo>
                  <a:pt x="6851752" y="5481401"/>
                </a:lnTo>
                <a:lnTo>
                  <a:pt x="0" y="5481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59436" y="1945496"/>
            <a:ext cx="9491136" cy="18794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{{s03_title}}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51325"/>
            <a:ext cx="8546541" cy="1736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{{s03_text_1}}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240248"/>
            <a:ext cx="8546541" cy="1736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{{s03_text_2}}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797291" y="8832101"/>
            <a:ext cx="4464945" cy="852399"/>
          </a:xfrm>
          <a:custGeom>
            <a:avLst/>
            <a:gdLst/>
            <a:ahLst/>
            <a:cxnLst/>
            <a:rect r="r" b="b" t="t" l="l"/>
            <a:pathLst>
              <a:path h="852399" w="4464945">
                <a:moveTo>
                  <a:pt x="0" y="0"/>
                </a:moveTo>
                <a:lnTo>
                  <a:pt x="4464945" y="0"/>
                </a:lnTo>
                <a:lnTo>
                  <a:pt x="4464945" y="852398"/>
                </a:lnTo>
                <a:lnTo>
                  <a:pt x="0" y="8523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88372" y="602501"/>
            <a:ext cx="4464945" cy="852399"/>
          </a:xfrm>
          <a:custGeom>
            <a:avLst/>
            <a:gdLst/>
            <a:ahLst/>
            <a:cxnLst/>
            <a:rect r="r" b="b" t="t" l="l"/>
            <a:pathLst>
              <a:path h="852399" w="4464945">
                <a:moveTo>
                  <a:pt x="0" y="0"/>
                </a:moveTo>
                <a:lnTo>
                  <a:pt x="4464945" y="0"/>
                </a:lnTo>
                <a:lnTo>
                  <a:pt x="4464945" y="852398"/>
                </a:lnTo>
                <a:lnTo>
                  <a:pt x="0" y="8523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22786" y="1716896"/>
            <a:ext cx="2698059" cy="2979784"/>
          </a:xfrm>
          <a:custGeom>
            <a:avLst/>
            <a:gdLst/>
            <a:ahLst/>
            <a:cxnLst/>
            <a:rect r="r" b="b" t="t" l="l"/>
            <a:pathLst>
              <a:path h="2979784" w="2698059">
                <a:moveTo>
                  <a:pt x="0" y="0"/>
                </a:moveTo>
                <a:lnTo>
                  <a:pt x="2698059" y="0"/>
                </a:lnTo>
                <a:lnTo>
                  <a:pt x="2698059" y="2979784"/>
                </a:lnTo>
                <a:lnTo>
                  <a:pt x="0" y="2979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5089" y="710906"/>
            <a:ext cx="3897110" cy="743994"/>
          </a:xfrm>
          <a:custGeom>
            <a:avLst/>
            <a:gdLst/>
            <a:ahLst/>
            <a:cxnLst/>
            <a:rect r="r" b="b" t="t" l="l"/>
            <a:pathLst>
              <a:path h="743994" w="3897110">
                <a:moveTo>
                  <a:pt x="0" y="0"/>
                </a:moveTo>
                <a:lnTo>
                  <a:pt x="3897110" y="0"/>
                </a:lnTo>
                <a:lnTo>
                  <a:pt x="3897110" y="743993"/>
                </a:lnTo>
                <a:lnTo>
                  <a:pt x="0" y="743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43365" y="1785351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39" y="0"/>
                </a:lnTo>
                <a:lnTo>
                  <a:pt x="3848539" y="734721"/>
                </a:lnTo>
                <a:lnTo>
                  <a:pt x="0" y="7347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34358">
            <a:off x="15112641" y="8613154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7"/>
                </a:lnTo>
                <a:lnTo>
                  <a:pt x="0" y="4293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904" y="3574104"/>
            <a:ext cx="4854263" cy="6480206"/>
          </a:xfrm>
          <a:custGeom>
            <a:avLst/>
            <a:gdLst/>
            <a:ahLst/>
            <a:cxnLst/>
            <a:rect r="r" b="b" t="t" l="l"/>
            <a:pathLst>
              <a:path h="6480206" w="4854263">
                <a:moveTo>
                  <a:pt x="0" y="0"/>
                </a:moveTo>
                <a:lnTo>
                  <a:pt x="4854263" y="0"/>
                </a:lnTo>
                <a:lnTo>
                  <a:pt x="4854263" y="6480206"/>
                </a:lnTo>
                <a:lnTo>
                  <a:pt x="0" y="6480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56203" y="2013951"/>
            <a:ext cx="8511954" cy="18794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{{s04_title}}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368157" y="-119772"/>
            <a:ext cx="3919843" cy="3063631"/>
          </a:xfrm>
          <a:custGeom>
            <a:avLst/>
            <a:gdLst/>
            <a:ahLst/>
            <a:cxnLst/>
            <a:rect r="r" b="b" t="t" l="l"/>
            <a:pathLst>
              <a:path h="3063631" w="3919843">
                <a:moveTo>
                  <a:pt x="0" y="0"/>
                </a:moveTo>
                <a:lnTo>
                  <a:pt x="3919843" y="0"/>
                </a:lnTo>
                <a:lnTo>
                  <a:pt x="3919843" y="3063632"/>
                </a:lnTo>
                <a:lnTo>
                  <a:pt x="0" y="3063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56203" y="4988867"/>
            <a:ext cx="4255977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{{s04_text_1}}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31305" y="4969817"/>
            <a:ext cx="4255977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{{s04_text_2}}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57300"/>
            <a:ext cx="10061705" cy="36357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{{s05_title}}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090405" y="3532394"/>
            <a:ext cx="6168895" cy="6146462"/>
          </a:xfrm>
          <a:custGeom>
            <a:avLst/>
            <a:gdLst/>
            <a:ahLst/>
            <a:cxnLst/>
            <a:rect r="r" b="b" t="t" l="l"/>
            <a:pathLst>
              <a:path h="6146462" w="6168895">
                <a:moveTo>
                  <a:pt x="0" y="0"/>
                </a:moveTo>
                <a:lnTo>
                  <a:pt x="6168895" y="0"/>
                </a:lnTo>
                <a:lnTo>
                  <a:pt x="6168895" y="6146462"/>
                </a:lnTo>
                <a:lnTo>
                  <a:pt x="0" y="6146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34358">
            <a:off x="-2146659" y="-1505408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35030" y="1028700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40" y="0"/>
                </a:lnTo>
                <a:lnTo>
                  <a:pt x="3848540" y="734721"/>
                </a:lnTo>
                <a:lnTo>
                  <a:pt x="0" y="734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39461" y="273890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39" y="0"/>
                </a:lnTo>
                <a:lnTo>
                  <a:pt x="3848539" y="734722"/>
                </a:lnTo>
                <a:lnTo>
                  <a:pt x="0" y="7347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095875"/>
            <a:ext cx="10061705" cy="1736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{{s05_text_1}}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032625"/>
            <a:ext cx="10061705" cy="1736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{{s05_text_2}}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28418" y="1737804"/>
            <a:ext cx="7031164" cy="18794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{{s06_title}}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721558" y="5143500"/>
            <a:ext cx="6866756" cy="5605770"/>
          </a:xfrm>
          <a:custGeom>
            <a:avLst/>
            <a:gdLst/>
            <a:ahLst/>
            <a:cxnLst/>
            <a:rect r="r" b="b" t="t" l="l"/>
            <a:pathLst>
              <a:path h="5605770" w="6866756">
                <a:moveTo>
                  <a:pt x="0" y="0"/>
                </a:moveTo>
                <a:lnTo>
                  <a:pt x="6866756" y="0"/>
                </a:lnTo>
                <a:lnTo>
                  <a:pt x="6866756" y="5605770"/>
                </a:lnTo>
                <a:lnTo>
                  <a:pt x="0" y="5605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34358">
            <a:off x="15112641" y="8140341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4358">
            <a:off x="-2146659" y="-1420533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7"/>
                </a:lnTo>
                <a:lnTo>
                  <a:pt x="0" y="4293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95681" y="0"/>
            <a:ext cx="5192319" cy="4058160"/>
          </a:xfrm>
          <a:custGeom>
            <a:avLst/>
            <a:gdLst/>
            <a:ahLst/>
            <a:cxnLst/>
            <a:rect r="r" b="b" t="t" l="l"/>
            <a:pathLst>
              <a:path h="4058160" w="5192319">
                <a:moveTo>
                  <a:pt x="0" y="0"/>
                </a:moveTo>
                <a:lnTo>
                  <a:pt x="5192319" y="0"/>
                </a:lnTo>
                <a:lnTo>
                  <a:pt x="5192319" y="4058160"/>
                </a:lnTo>
                <a:lnTo>
                  <a:pt x="0" y="40581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38338" y="3249907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39" y="0"/>
                </a:lnTo>
                <a:lnTo>
                  <a:pt x="3848539" y="734722"/>
                </a:lnTo>
                <a:lnTo>
                  <a:pt x="0" y="7347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35030" y="5716162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40" y="0"/>
                </a:lnTo>
                <a:lnTo>
                  <a:pt x="3848540" y="734721"/>
                </a:lnTo>
                <a:lnTo>
                  <a:pt x="0" y="7347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28418" y="4251325"/>
            <a:ext cx="7031164" cy="43656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{{s06_text_1}}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2347" y="1257300"/>
            <a:ext cx="9763305" cy="36357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{{s07_title}}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30909" y="5521015"/>
            <a:ext cx="14390969" cy="21748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{{s07_text_1}}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8372165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25653" y="9343715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634358">
            <a:off x="-1117959" y="8140341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634358">
            <a:off x="16141341" y="-1117959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322652" y="341462"/>
            <a:ext cx="3939696" cy="4351070"/>
          </a:xfrm>
          <a:custGeom>
            <a:avLst/>
            <a:gdLst/>
            <a:ahLst/>
            <a:cxnLst/>
            <a:rect r="r" b="b" t="t" l="l"/>
            <a:pathLst>
              <a:path h="4351070" w="3939696">
                <a:moveTo>
                  <a:pt x="3939695" y="0"/>
                </a:moveTo>
                <a:lnTo>
                  <a:pt x="0" y="0"/>
                </a:lnTo>
                <a:lnTo>
                  <a:pt x="0" y="4351070"/>
                </a:lnTo>
                <a:lnTo>
                  <a:pt x="3939695" y="4351070"/>
                </a:lnTo>
                <a:lnTo>
                  <a:pt x="393969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014899">
            <a:off x="14604475" y="2409129"/>
            <a:ext cx="2654825" cy="2734371"/>
          </a:xfrm>
          <a:custGeom>
            <a:avLst/>
            <a:gdLst/>
            <a:ahLst/>
            <a:cxnLst/>
            <a:rect r="r" b="b" t="t" l="l"/>
            <a:pathLst>
              <a:path h="2734371" w="2654825">
                <a:moveTo>
                  <a:pt x="0" y="0"/>
                </a:moveTo>
                <a:lnTo>
                  <a:pt x="2654825" y="0"/>
                </a:lnTo>
                <a:lnTo>
                  <a:pt x="2654825" y="2734371"/>
                </a:lnTo>
                <a:lnTo>
                  <a:pt x="0" y="27343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34358">
            <a:off x="-1117959" y="8140341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34358">
            <a:off x="15744080" y="-1748637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7" y="0"/>
                </a:lnTo>
                <a:lnTo>
                  <a:pt x="4293317" y="4293317"/>
                </a:lnTo>
                <a:lnTo>
                  <a:pt x="0" y="4293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62443" y="-165029"/>
            <a:ext cx="4817841" cy="4800322"/>
          </a:xfrm>
          <a:custGeom>
            <a:avLst/>
            <a:gdLst/>
            <a:ahLst/>
            <a:cxnLst/>
            <a:rect r="r" b="b" t="t" l="l"/>
            <a:pathLst>
              <a:path h="4800322" w="4817841">
                <a:moveTo>
                  <a:pt x="0" y="0"/>
                </a:moveTo>
                <a:lnTo>
                  <a:pt x="4817841" y="0"/>
                </a:lnTo>
                <a:lnTo>
                  <a:pt x="4817841" y="4800322"/>
                </a:lnTo>
                <a:lnTo>
                  <a:pt x="0" y="4800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59515" y="6753413"/>
            <a:ext cx="5954105" cy="4653549"/>
          </a:xfrm>
          <a:custGeom>
            <a:avLst/>
            <a:gdLst/>
            <a:ahLst/>
            <a:cxnLst/>
            <a:rect r="r" b="b" t="t" l="l"/>
            <a:pathLst>
              <a:path h="4653549" w="5954105">
                <a:moveTo>
                  <a:pt x="0" y="0"/>
                </a:moveTo>
                <a:lnTo>
                  <a:pt x="5954105" y="0"/>
                </a:lnTo>
                <a:lnTo>
                  <a:pt x="5954105" y="4653549"/>
                </a:lnTo>
                <a:lnTo>
                  <a:pt x="0" y="46535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372860" y="3833817"/>
            <a:ext cx="5246370" cy="5246370"/>
            <a:chOff x="0" y="0"/>
            <a:chExt cx="812800" cy="812800"/>
          </a:xfrm>
        </p:grpSpPr>
        <p:sp>
          <p:nvSpPr>
            <p:cNvPr name="{{image_1}}" id="7" descr="{{image_1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9686" y="0"/>
                  </a:moveTo>
                  <a:lnTo>
                    <a:pt x="733114" y="0"/>
                  </a:lnTo>
                  <a:cubicBezTo>
                    <a:pt x="754248" y="0"/>
                    <a:pt x="774516" y="8395"/>
                    <a:pt x="789460" y="23340"/>
                  </a:cubicBezTo>
                  <a:cubicBezTo>
                    <a:pt x="804404" y="38284"/>
                    <a:pt x="812800" y="58552"/>
                    <a:pt x="812800" y="79686"/>
                  </a:cubicBezTo>
                  <a:lnTo>
                    <a:pt x="812800" y="733114"/>
                  </a:lnTo>
                  <a:cubicBezTo>
                    <a:pt x="812800" y="754248"/>
                    <a:pt x="804404" y="774516"/>
                    <a:pt x="789460" y="789460"/>
                  </a:cubicBezTo>
                  <a:cubicBezTo>
                    <a:pt x="774516" y="804404"/>
                    <a:pt x="754248" y="812800"/>
                    <a:pt x="733114" y="812800"/>
                  </a:cubicBezTo>
                  <a:lnTo>
                    <a:pt x="79686" y="812800"/>
                  </a:lnTo>
                  <a:cubicBezTo>
                    <a:pt x="58552" y="812800"/>
                    <a:pt x="38284" y="804404"/>
                    <a:pt x="23340" y="789460"/>
                  </a:cubicBezTo>
                  <a:cubicBezTo>
                    <a:pt x="8395" y="774516"/>
                    <a:pt x="0" y="754248"/>
                    <a:pt x="0" y="733114"/>
                  </a:cubicBezTo>
                  <a:lnTo>
                    <a:pt x="0" y="79686"/>
                  </a:lnTo>
                  <a:cubicBezTo>
                    <a:pt x="0" y="58552"/>
                    <a:pt x="8395" y="38284"/>
                    <a:pt x="23340" y="23340"/>
                  </a:cubicBezTo>
                  <a:cubicBezTo>
                    <a:pt x="38284" y="8395"/>
                    <a:pt x="58552" y="0"/>
                    <a:pt x="79686" y="0"/>
                  </a:cubicBezTo>
                  <a:close/>
                </a:path>
              </a:pathLst>
            </a:custGeom>
            <a:blipFill>
              <a:blip r:embed="rId8"/>
              <a:stretch>
                <a:fillRect l="-38790" t="0" r="-38790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414747" y="1409700"/>
            <a:ext cx="9763305" cy="18794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{{s08_title}}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74932" y="3838262"/>
            <a:ext cx="4374052" cy="5241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{{s08_text_1}}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249681" y="3450163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36567" y="4635293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5089" y="710906"/>
            <a:ext cx="3897110" cy="743994"/>
          </a:xfrm>
          <a:custGeom>
            <a:avLst/>
            <a:gdLst/>
            <a:ahLst/>
            <a:cxnLst/>
            <a:rect r="r" b="b" t="t" l="l"/>
            <a:pathLst>
              <a:path h="743994" w="3897110">
                <a:moveTo>
                  <a:pt x="0" y="0"/>
                </a:moveTo>
                <a:lnTo>
                  <a:pt x="3897110" y="0"/>
                </a:lnTo>
                <a:lnTo>
                  <a:pt x="3897110" y="743993"/>
                </a:lnTo>
                <a:lnTo>
                  <a:pt x="0" y="743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43365" y="1785351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39" y="0"/>
                </a:lnTo>
                <a:lnTo>
                  <a:pt x="3848539" y="734721"/>
                </a:lnTo>
                <a:lnTo>
                  <a:pt x="0" y="7347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34358">
            <a:off x="15112641" y="8613154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7"/>
                </a:lnTo>
                <a:lnTo>
                  <a:pt x="0" y="4293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904" y="3574104"/>
            <a:ext cx="4854263" cy="6480206"/>
          </a:xfrm>
          <a:custGeom>
            <a:avLst/>
            <a:gdLst/>
            <a:ahLst/>
            <a:cxnLst/>
            <a:rect r="r" b="b" t="t" l="l"/>
            <a:pathLst>
              <a:path h="6480206" w="4854263">
                <a:moveTo>
                  <a:pt x="0" y="0"/>
                </a:moveTo>
                <a:lnTo>
                  <a:pt x="4854263" y="0"/>
                </a:lnTo>
                <a:lnTo>
                  <a:pt x="4854263" y="6480206"/>
                </a:lnTo>
                <a:lnTo>
                  <a:pt x="0" y="6480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56203" y="2013951"/>
            <a:ext cx="8511954" cy="18794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{{s09_title}}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368157" y="-119772"/>
            <a:ext cx="3919843" cy="3063631"/>
          </a:xfrm>
          <a:custGeom>
            <a:avLst/>
            <a:gdLst/>
            <a:ahLst/>
            <a:cxnLst/>
            <a:rect r="r" b="b" t="t" l="l"/>
            <a:pathLst>
              <a:path h="3063631" w="3919843">
                <a:moveTo>
                  <a:pt x="0" y="0"/>
                </a:moveTo>
                <a:lnTo>
                  <a:pt x="3919843" y="0"/>
                </a:lnTo>
                <a:lnTo>
                  <a:pt x="3919843" y="3063632"/>
                </a:lnTo>
                <a:lnTo>
                  <a:pt x="0" y="3063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56203" y="4988867"/>
            <a:ext cx="4255977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{{s09_text_1}}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31305" y="4969817"/>
            <a:ext cx="4255977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{{s09_text_2}}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57300"/>
            <a:ext cx="10061705" cy="36357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{{s10_title}}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090405" y="3532394"/>
            <a:ext cx="6168895" cy="6146462"/>
          </a:xfrm>
          <a:custGeom>
            <a:avLst/>
            <a:gdLst/>
            <a:ahLst/>
            <a:cxnLst/>
            <a:rect r="r" b="b" t="t" l="l"/>
            <a:pathLst>
              <a:path h="6146462" w="6168895">
                <a:moveTo>
                  <a:pt x="0" y="0"/>
                </a:moveTo>
                <a:lnTo>
                  <a:pt x="6168895" y="0"/>
                </a:lnTo>
                <a:lnTo>
                  <a:pt x="6168895" y="6146462"/>
                </a:lnTo>
                <a:lnTo>
                  <a:pt x="0" y="6146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34358">
            <a:off x="-2146659" y="-1505408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35030" y="1028700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40" y="0"/>
                </a:lnTo>
                <a:lnTo>
                  <a:pt x="3848540" y="734721"/>
                </a:lnTo>
                <a:lnTo>
                  <a:pt x="0" y="734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39461" y="273890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39" y="0"/>
                </a:lnTo>
                <a:lnTo>
                  <a:pt x="3848539" y="734722"/>
                </a:lnTo>
                <a:lnTo>
                  <a:pt x="0" y="7347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095875"/>
            <a:ext cx="10061705" cy="1736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{{s10_text_1}}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032625"/>
            <a:ext cx="10061705" cy="1736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{{s10_text_2}}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28418" y="1737804"/>
            <a:ext cx="7031164" cy="18794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{{s11_title}}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721558" y="5143500"/>
            <a:ext cx="6866756" cy="5605770"/>
          </a:xfrm>
          <a:custGeom>
            <a:avLst/>
            <a:gdLst/>
            <a:ahLst/>
            <a:cxnLst/>
            <a:rect r="r" b="b" t="t" l="l"/>
            <a:pathLst>
              <a:path h="5605770" w="6866756">
                <a:moveTo>
                  <a:pt x="0" y="0"/>
                </a:moveTo>
                <a:lnTo>
                  <a:pt x="6866756" y="0"/>
                </a:lnTo>
                <a:lnTo>
                  <a:pt x="6866756" y="5605770"/>
                </a:lnTo>
                <a:lnTo>
                  <a:pt x="0" y="5605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34358">
            <a:off x="15112641" y="8140341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4358">
            <a:off x="-2146659" y="-1420533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7"/>
                </a:lnTo>
                <a:lnTo>
                  <a:pt x="0" y="4293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95681" y="0"/>
            <a:ext cx="5192319" cy="4058160"/>
          </a:xfrm>
          <a:custGeom>
            <a:avLst/>
            <a:gdLst/>
            <a:ahLst/>
            <a:cxnLst/>
            <a:rect r="r" b="b" t="t" l="l"/>
            <a:pathLst>
              <a:path h="4058160" w="5192319">
                <a:moveTo>
                  <a:pt x="0" y="0"/>
                </a:moveTo>
                <a:lnTo>
                  <a:pt x="5192319" y="0"/>
                </a:lnTo>
                <a:lnTo>
                  <a:pt x="5192319" y="4058160"/>
                </a:lnTo>
                <a:lnTo>
                  <a:pt x="0" y="40581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38338" y="3249907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39" y="0"/>
                </a:lnTo>
                <a:lnTo>
                  <a:pt x="3848539" y="734722"/>
                </a:lnTo>
                <a:lnTo>
                  <a:pt x="0" y="7347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35030" y="5716162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40" y="0"/>
                </a:lnTo>
                <a:lnTo>
                  <a:pt x="3848540" y="734721"/>
                </a:lnTo>
                <a:lnTo>
                  <a:pt x="0" y="7347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28418" y="4251325"/>
            <a:ext cx="7031164" cy="43656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{{s11_text_1}}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2347" y="1257300"/>
            <a:ext cx="9763305" cy="36357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{{s12_title}}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30909" y="5521015"/>
            <a:ext cx="14390969" cy="21748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{{s12_text_1}}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8372165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25653" y="9343715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634358">
            <a:off x="-1117959" y="8140341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634358">
            <a:off x="16141341" y="-1117959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322652" y="341462"/>
            <a:ext cx="3939696" cy="4351070"/>
          </a:xfrm>
          <a:custGeom>
            <a:avLst/>
            <a:gdLst/>
            <a:ahLst/>
            <a:cxnLst/>
            <a:rect r="r" b="b" t="t" l="l"/>
            <a:pathLst>
              <a:path h="4351070" w="3939696">
                <a:moveTo>
                  <a:pt x="3939695" y="0"/>
                </a:moveTo>
                <a:lnTo>
                  <a:pt x="0" y="0"/>
                </a:lnTo>
                <a:lnTo>
                  <a:pt x="0" y="4351070"/>
                </a:lnTo>
                <a:lnTo>
                  <a:pt x="3939695" y="4351070"/>
                </a:lnTo>
                <a:lnTo>
                  <a:pt x="393969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014899">
            <a:off x="14604475" y="2409129"/>
            <a:ext cx="2654825" cy="2734371"/>
          </a:xfrm>
          <a:custGeom>
            <a:avLst/>
            <a:gdLst/>
            <a:ahLst/>
            <a:cxnLst/>
            <a:rect r="r" b="b" t="t" l="l"/>
            <a:pathLst>
              <a:path h="2734371" w="2654825">
                <a:moveTo>
                  <a:pt x="0" y="0"/>
                </a:moveTo>
                <a:lnTo>
                  <a:pt x="2654825" y="0"/>
                </a:lnTo>
                <a:lnTo>
                  <a:pt x="2654825" y="2734371"/>
                </a:lnTo>
                <a:lnTo>
                  <a:pt x="0" y="27343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34358">
            <a:off x="-1117959" y="8140341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34358">
            <a:off x="15744080" y="-1748637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7" y="0"/>
                </a:lnTo>
                <a:lnTo>
                  <a:pt x="4293317" y="4293317"/>
                </a:lnTo>
                <a:lnTo>
                  <a:pt x="0" y="4293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62443" y="-165029"/>
            <a:ext cx="4817841" cy="4800322"/>
          </a:xfrm>
          <a:custGeom>
            <a:avLst/>
            <a:gdLst/>
            <a:ahLst/>
            <a:cxnLst/>
            <a:rect r="r" b="b" t="t" l="l"/>
            <a:pathLst>
              <a:path h="4800322" w="4817841">
                <a:moveTo>
                  <a:pt x="0" y="0"/>
                </a:moveTo>
                <a:lnTo>
                  <a:pt x="4817841" y="0"/>
                </a:lnTo>
                <a:lnTo>
                  <a:pt x="4817841" y="4800322"/>
                </a:lnTo>
                <a:lnTo>
                  <a:pt x="0" y="4800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59515" y="6753413"/>
            <a:ext cx="5954105" cy="4653549"/>
          </a:xfrm>
          <a:custGeom>
            <a:avLst/>
            <a:gdLst/>
            <a:ahLst/>
            <a:cxnLst/>
            <a:rect r="r" b="b" t="t" l="l"/>
            <a:pathLst>
              <a:path h="4653549" w="5954105">
                <a:moveTo>
                  <a:pt x="0" y="0"/>
                </a:moveTo>
                <a:lnTo>
                  <a:pt x="5954105" y="0"/>
                </a:lnTo>
                <a:lnTo>
                  <a:pt x="5954105" y="4653549"/>
                </a:lnTo>
                <a:lnTo>
                  <a:pt x="0" y="46535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372860" y="3833817"/>
            <a:ext cx="5246370" cy="5246370"/>
            <a:chOff x="0" y="0"/>
            <a:chExt cx="812800" cy="812800"/>
          </a:xfrm>
        </p:grpSpPr>
        <p:sp>
          <p:nvSpPr>
            <p:cNvPr name="{{image_1}}" id="7" descr="{{image_1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9686" y="0"/>
                  </a:moveTo>
                  <a:lnTo>
                    <a:pt x="733114" y="0"/>
                  </a:lnTo>
                  <a:cubicBezTo>
                    <a:pt x="754248" y="0"/>
                    <a:pt x="774516" y="8395"/>
                    <a:pt x="789460" y="23340"/>
                  </a:cubicBezTo>
                  <a:cubicBezTo>
                    <a:pt x="804404" y="38284"/>
                    <a:pt x="812800" y="58552"/>
                    <a:pt x="812800" y="79686"/>
                  </a:cubicBezTo>
                  <a:lnTo>
                    <a:pt x="812800" y="733114"/>
                  </a:lnTo>
                  <a:cubicBezTo>
                    <a:pt x="812800" y="754248"/>
                    <a:pt x="804404" y="774516"/>
                    <a:pt x="789460" y="789460"/>
                  </a:cubicBezTo>
                  <a:cubicBezTo>
                    <a:pt x="774516" y="804404"/>
                    <a:pt x="754248" y="812800"/>
                    <a:pt x="733114" y="812800"/>
                  </a:cubicBezTo>
                  <a:lnTo>
                    <a:pt x="79686" y="812800"/>
                  </a:lnTo>
                  <a:cubicBezTo>
                    <a:pt x="58552" y="812800"/>
                    <a:pt x="38284" y="804404"/>
                    <a:pt x="23340" y="789460"/>
                  </a:cubicBezTo>
                  <a:cubicBezTo>
                    <a:pt x="8395" y="774516"/>
                    <a:pt x="0" y="754248"/>
                    <a:pt x="0" y="733114"/>
                  </a:cubicBezTo>
                  <a:lnTo>
                    <a:pt x="0" y="79686"/>
                  </a:lnTo>
                  <a:cubicBezTo>
                    <a:pt x="0" y="58552"/>
                    <a:pt x="8395" y="38284"/>
                    <a:pt x="23340" y="23340"/>
                  </a:cubicBezTo>
                  <a:cubicBezTo>
                    <a:pt x="38284" y="8395"/>
                    <a:pt x="58552" y="0"/>
                    <a:pt x="79686" y="0"/>
                  </a:cubicBezTo>
                  <a:close/>
                </a:path>
              </a:pathLst>
            </a:custGeom>
            <a:blipFill>
              <a:blip r:embed="rId8"/>
              <a:stretch>
                <a:fillRect l="-38790" t="0" r="-38790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414747" y="1409700"/>
            <a:ext cx="9763305" cy="18794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{{s13_title}}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74932" y="3838262"/>
            <a:ext cx="4374052" cy="5241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{{s13_text_1}}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249681" y="3450163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36567" y="4635293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5089" y="710906"/>
            <a:ext cx="3897110" cy="743994"/>
          </a:xfrm>
          <a:custGeom>
            <a:avLst/>
            <a:gdLst/>
            <a:ahLst/>
            <a:cxnLst/>
            <a:rect r="r" b="b" t="t" l="l"/>
            <a:pathLst>
              <a:path h="743994" w="3897110">
                <a:moveTo>
                  <a:pt x="0" y="0"/>
                </a:moveTo>
                <a:lnTo>
                  <a:pt x="3897110" y="0"/>
                </a:lnTo>
                <a:lnTo>
                  <a:pt x="3897110" y="743993"/>
                </a:lnTo>
                <a:lnTo>
                  <a:pt x="0" y="743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43365" y="1785351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39" y="0"/>
                </a:lnTo>
                <a:lnTo>
                  <a:pt x="3848539" y="734721"/>
                </a:lnTo>
                <a:lnTo>
                  <a:pt x="0" y="7347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34358">
            <a:off x="15112641" y="8613154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7"/>
                </a:lnTo>
                <a:lnTo>
                  <a:pt x="0" y="4293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904" y="3574104"/>
            <a:ext cx="4854263" cy="6480206"/>
          </a:xfrm>
          <a:custGeom>
            <a:avLst/>
            <a:gdLst/>
            <a:ahLst/>
            <a:cxnLst/>
            <a:rect r="r" b="b" t="t" l="l"/>
            <a:pathLst>
              <a:path h="6480206" w="4854263">
                <a:moveTo>
                  <a:pt x="0" y="0"/>
                </a:moveTo>
                <a:lnTo>
                  <a:pt x="4854263" y="0"/>
                </a:lnTo>
                <a:lnTo>
                  <a:pt x="4854263" y="6480206"/>
                </a:lnTo>
                <a:lnTo>
                  <a:pt x="0" y="6480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56203" y="2013951"/>
            <a:ext cx="8511954" cy="18794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{{s14_title}}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368157" y="-119772"/>
            <a:ext cx="3919843" cy="3063631"/>
          </a:xfrm>
          <a:custGeom>
            <a:avLst/>
            <a:gdLst/>
            <a:ahLst/>
            <a:cxnLst/>
            <a:rect r="r" b="b" t="t" l="l"/>
            <a:pathLst>
              <a:path h="3063631" w="3919843">
                <a:moveTo>
                  <a:pt x="0" y="0"/>
                </a:moveTo>
                <a:lnTo>
                  <a:pt x="3919843" y="0"/>
                </a:lnTo>
                <a:lnTo>
                  <a:pt x="3919843" y="3063632"/>
                </a:lnTo>
                <a:lnTo>
                  <a:pt x="0" y="3063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56203" y="4988867"/>
            <a:ext cx="4255977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{{s14_text_1}}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31305" y="4969817"/>
            <a:ext cx="4255977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{{s14_text_2}}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57300"/>
            <a:ext cx="10061705" cy="36357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{{s15_title}}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090405" y="3532394"/>
            <a:ext cx="6168895" cy="6146462"/>
          </a:xfrm>
          <a:custGeom>
            <a:avLst/>
            <a:gdLst/>
            <a:ahLst/>
            <a:cxnLst/>
            <a:rect r="r" b="b" t="t" l="l"/>
            <a:pathLst>
              <a:path h="6146462" w="6168895">
                <a:moveTo>
                  <a:pt x="0" y="0"/>
                </a:moveTo>
                <a:lnTo>
                  <a:pt x="6168895" y="0"/>
                </a:lnTo>
                <a:lnTo>
                  <a:pt x="6168895" y="6146462"/>
                </a:lnTo>
                <a:lnTo>
                  <a:pt x="0" y="6146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34358">
            <a:off x="-2146659" y="-1505408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35030" y="1028700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40" y="0"/>
                </a:lnTo>
                <a:lnTo>
                  <a:pt x="3848540" y="734721"/>
                </a:lnTo>
                <a:lnTo>
                  <a:pt x="0" y="734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39461" y="273890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39" y="0"/>
                </a:lnTo>
                <a:lnTo>
                  <a:pt x="3848539" y="734722"/>
                </a:lnTo>
                <a:lnTo>
                  <a:pt x="0" y="7347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095875"/>
            <a:ext cx="10061705" cy="1736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{{s15_text_1}}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032625"/>
            <a:ext cx="10061705" cy="1736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{{s15_text_2}}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34358">
            <a:off x="-1117959" y="8140341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34358">
            <a:off x="15744080" y="-1748637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7" y="0"/>
                </a:lnTo>
                <a:lnTo>
                  <a:pt x="4293317" y="4293317"/>
                </a:lnTo>
                <a:lnTo>
                  <a:pt x="0" y="4293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62443" y="-165029"/>
            <a:ext cx="4817841" cy="4800322"/>
          </a:xfrm>
          <a:custGeom>
            <a:avLst/>
            <a:gdLst/>
            <a:ahLst/>
            <a:cxnLst/>
            <a:rect r="r" b="b" t="t" l="l"/>
            <a:pathLst>
              <a:path h="4800322" w="4817841">
                <a:moveTo>
                  <a:pt x="0" y="0"/>
                </a:moveTo>
                <a:lnTo>
                  <a:pt x="4817841" y="0"/>
                </a:lnTo>
                <a:lnTo>
                  <a:pt x="4817841" y="4800322"/>
                </a:lnTo>
                <a:lnTo>
                  <a:pt x="0" y="4800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59515" y="6753413"/>
            <a:ext cx="5954105" cy="4653549"/>
          </a:xfrm>
          <a:custGeom>
            <a:avLst/>
            <a:gdLst/>
            <a:ahLst/>
            <a:cxnLst/>
            <a:rect r="r" b="b" t="t" l="l"/>
            <a:pathLst>
              <a:path h="4653549" w="5954105">
                <a:moveTo>
                  <a:pt x="0" y="0"/>
                </a:moveTo>
                <a:lnTo>
                  <a:pt x="5954105" y="0"/>
                </a:lnTo>
                <a:lnTo>
                  <a:pt x="5954105" y="4653549"/>
                </a:lnTo>
                <a:lnTo>
                  <a:pt x="0" y="46535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372860" y="3833817"/>
            <a:ext cx="5246370" cy="5246370"/>
            <a:chOff x="0" y="0"/>
            <a:chExt cx="812800" cy="812800"/>
          </a:xfrm>
        </p:grpSpPr>
        <p:sp>
          <p:nvSpPr>
            <p:cNvPr name="{{image_1}}" id="7" descr="{{image_1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9686" y="0"/>
                  </a:moveTo>
                  <a:lnTo>
                    <a:pt x="733114" y="0"/>
                  </a:lnTo>
                  <a:cubicBezTo>
                    <a:pt x="754248" y="0"/>
                    <a:pt x="774516" y="8395"/>
                    <a:pt x="789460" y="23340"/>
                  </a:cubicBezTo>
                  <a:cubicBezTo>
                    <a:pt x="804404" y="38284"/>
                    <a:pt x="812800" y="58552"/>
                    <a:pt x="812800" y="79686"/>
                  </a:cubicBezTo>
                  <a:lnTo>
                    <a:pt x="812800" y="733114"/>
                  </a:lnTo>
                  <a:cubicBezTo>
                    <a:pt x="812800" y="754248"/>
                    <a:pt x="804404" y="774516"/>
                    <a:pt x="789460" y="789460"/>
                  </a:cubicBezTo>
                  <a:cubicBezTo>
                    <a:pt x="774516" y="804404"/>
                    <a:pt x="754248" y="812800"/>
                    <a:pt x="733114" y="812800"/>
                  </a:cubicBezTo>
                  <a:lnTo>
                    <a:pt x="79686" y="812800"/>
                  </a:lnTo>
                  <a:cubicBezTo>
                    <a:pt x="58552" y="812800"/>
                    <a:pt x="38284" y="804404"/>
                    <a:pt x="23340" y="789460"/>
                  </a:cubicBezTo>
                  <a:cubicBezTo>
                    <a:pt x="8395" y="774516"/>
                    <a:pt x="0" y="754248"/>
                    <a:pt x="0" y="733114"/>
                  </a:cubicBezTo>
                  <a:lnTo>
                    <a:pt x="0" y="79686"/>
                  </a:lnTo>
                  <a:cubicBezTo>
                    <a:pt x="0" y="58552"/>
                    <a:pt x="8395" y="38284"/>
                    <a:pt x="23340" y="23340"/>
                  </a:cubicBezTo>
                  <a:cubicBezTo>
                    <a:pt x="38284" y="8395"/>
                    <a:pt x="58552" y="0"/>
                    <a:pt x="79686" y="0"/>
                  </a:cubicBezTo>
                  <a:close/>
                </a:path>
              </a:pathLst>
            </a:custGeom>
            <a:blipFill>
              <a:blip r:embed="rId8"/>
              <a:stretch>
                <a:fillRect l="-38790" t="0" r="-38790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414747" y="1409700"/>
            <a:ext cx="9763305" cy="18794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{{s16_title}}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74932" y="3838262"/>
            <a:ext cx="4374052" cy="5241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{{s16_text_1}}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249681" y="3450163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36567" y="4635293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60942" y="1737804"/>
            <a:ext cx="7366117" cy="18794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{{s17_title}}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721558" y="5143500"/>
            <a:ext cx="6866756" cy="5605770"/>
          </a:xfrm>
          <a:custGeom>
            <a:avLst/>
            <a:gdLst/>
            <a:ahLst/>
            <a:cxnLst/>
            <a:rect r="r" b="b" t="t" l="l"/>
            <a:pathLst>
              <a:path h="5605770" w="6866756">
                <a:moveTo>
                  <a:pt x="0" y="0"/>
                </a:moveTo>
                <a:lnTo>
                  <a:pt x="6866756" y="0"/>
                </a:lnTo>
                <a:lnTo>
                  <a:pt x="6866756" y="5605770"/>
                </a:lnTo>
                <a:lnTo>
                  <a:pt x="0" y="5605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34358">
            <a:off x="15112641" y="8140341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4358">
            <a:off x="-2146659" y="-1420533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7"/>
                </a:lnTo>
                <a:lnTo>
                  <a:pt x="0" y="4293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95681" y="0"/>
            <a:ext cx="5192319" cy="4058160"/>
          </a:xfrm>
          <a:custGeom>
            <a:avLst/>
            <a:gdLst/>
            <a:ahLst/>
            <a:cxnLst/>
            <a:rect r="r" b="b" t="t" l="l"/>
            <a:pathLst>
              <a:path h="4058160" w="5192319">
                <a:moveTo>
                  <a:pt x="0" y="0"/>
                </a:moveTo>
                <a:lnTo>
                  <a:pt x="5192319" y="0"/>
                </a:lnTo>
                <a:lnTo>
                  <a:pt x="5192319" y="4058160"/>
                </a:lnTo>
                <a:lnTo>
                  <a:pt x="0" y="40581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38338" y="3249907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39" y="0"/>
                </a:lnTo>
                <a:lnTo>
                  <a:pt x="3848539" y="734722"/>
                </a:lnTo>
                <a:lnTo>
                  <a:pt x="0" y="7347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35030" y="5716162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40" y="0"/>
                </a:lnTo>
                <a:lnTo>
                  <a:pt x="3848540" y="734721"/>
                </a:lnTo>
                <a:lnTo>
                  <a:pt x="0" y="7347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28418" y="4251325"/>
            <a:ext cx="7031164" cy="43656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{{s17_text_1}}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57300"/>
            <a:ext cx="10061705" cy="36357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{{s18_title}}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090405" y="3532394"/>
            <a:ext cx="6168895" cy="6146462"/>
          </a:xfrm>
          <a:custGeom>
            <a:avLst/>
            <a:gdLst/>
            <a:ahLst/>
            <a:cxnLst/>
            <a:rect r="r" b="b" t="t" l="l"/>
            <a:pathLst>
              <a:path h="6146462" w="6168895">
                <a:moveTo>
                  <a:pt x="0" y="0"/>
                </a:moveTo>
                <a:lnTo>
                  <a:pt x="6168895" y="0"/>
                </a:lnTo>
                <a:lnTo>
                  <a:pt x="6168895" y="6146462"/>
                </a:lnTo>
                <a:lnTo>
                  <a:pt x="0" y="6146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34358">
            <a:off x="-2146659" y="-1505408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35030" y="1028700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40" y="0"/>
                </a:lnTo>
                <a:lnTo>
                  <a:pt x="3848540" y="734721"/>
                </a:lnTo>
                <a:lnTo>
                  <a:pt x="0" y="734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39461" y="273890"/>
            <a:ext cx="3848539" cy="734721"/>
          </a:xfrm>
          <a:custGeom>
            <a:avLst/>
            <a:gdLst/>
            <a:ahLst/>
            <a:cxnLst/>
            <a:rect r="r" b="b" t="t" l="l"/>
            <a:pathLst>
              <a:path h="734721" w="3848539">
                <a:moveTo>
                  <a:pt x="0" y="0"/>
                </a:moveTo>
                <a:lnTo>
                  <a:pt x="3848539" y="0"/>
                </a:lnTo>
                <a:lnTo>
                  <a:pt x="3848539" y="734722"/>
                </a:lnTo>
                <a:lnTo>
                  <a:pt x="0" y="7347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095875"/>
            <a:ext cx="10061705" cy="1736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{{s18_text_1}}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032625"/>
            <a:ext cx="10061705" cy="1736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{{s18_text_2}}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2347" y="1257300"/>
            <a:ext cx="9763305" cy="36357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851"/>
              </a:lnSpc>
            </a:pPr>
            <a:r>
              <a:rPr lang="en-US" sz="72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{{adabiyotlar}}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30909" y="5521015"/>
            <a:ext cx="14390969" cy="21748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{{adabiyotlar_ro_yxati}}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8372165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25653" y="9343715"/>
            <a:ext cx="4019238" cy="767309"/>
          </a:xfrm>
          <a:custGeom>
            <a:avLst/>
            <a:gdLst/>
            <a:ahLst/>
            <a:cxnLst/>
            <a:rect r="r" b="b" t="t" l="l"/>
            <a:pathLst>
              <a:path h="767309" w="4019238">
                <a:moveTo>
                  <a:pt x="0" y="0"/>
                </a:moveTo>
                <a:lnTo>
                  <a:pt x="4019238" y="0"/>
                </a:lnTo>
                <a:lnTo>
                  <a:pt x="4019238" y="767309"/>
                </a:lnTo>
                <a:lnTo>
                  <a:pt x="0" y="7673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634358">
            <a:off x="-1117959" y="8140341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634358">
            <a:off x="16141341" y="-1117959"/>
            <a:ext cx="4293318" cy="4293318"/>
          </a:xfrm>
          <a:custGeom>
            <a:avLst/>
            <a:gdLst/>
            <a:ahLst/>
            <a:cxnLst/>
            <a:rect r="r" b="b" t="t" l="l"/>
            <a:pathLst>
              <a:path h="4293318" w="4293318">
                <a:moveTo>
                  <a:pt x="0" y="0"/>
                </a:moveTo>
                <a:lnTo>
                  <a:pt x="4293318" y="0"/>
                </a:lnTo>
                <a:lnTo>
                  <a:pt x="4293318" y="4293318"/>
                </a:lnTo>
                <a:lnTo>
                  <a:pt x="0" y="4293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322652" y="341462"/>
            <a:ext cx="3939696" cy="4351070"/>
          </a:xfrm>
          <a:custGeom>
            <a:avLst/>
            <a:gdLst/>
            <a:ahLst/>
            <a:cxnLst/>
            <a:rect r="r" b="b" t="t" l="l"/>
            <a:pathLst>
              <a:path h="4351070" w="3939696">
                <a:moveTo>
                  <a:pt x="3939695" y="0"/>
                </a:moveTo>
                <a:lnTo>
                  <a:pt x="0" y="0"/>
                </a:lnTo>
                <a:lnTo>
                  <a:pt x="0" y="4351070"/>
                </a:lnTo>
                <a:lnTo>
                  <a:pt x="3939695" y="4351070"/>
                </a:lnTo>
                <a:lnTo>
                  <a:pt x="393969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014899">
            <a:off x="14604475" y="2409129"/>
            <a:ext cx="2654825" cy="2734371"/>
          </a:xfrm>
          <a:custGeom>
            <a:avLst/>
            <a:gdLst/>
            <a:ahLst/>
            <a:cxnLst/>
            <a:rect r="r" b="b" t="t" l="l"/>
            <a:pathLst>
              <a:path h="2734371" w="2654825">
                <a:moveTo>
                  <a:pt x="0" y="0"/>
                </a:moveTo>
                <a:lnTo>
                  <a:pt x="2654825" y="0"/>
                </a:lnTo>
                <a:lnTo>
                  <a:pt x="2654825" y="2734371"/>
                </a:lnTo>
                <a:lnTo>
                  <a:pt x="0" y="27343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34358">
            <a:off x="13459672" y="859000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69997" y="4457169"/>
            <a:ext cx="4780461" cy="5829831"/>
          </a:xfrm>
          <a:custGeom>
            <a:avLst/>
            <a:gdLst/>
            <a:ahLst/>
            <a:cxnLst/>
            <a:rect r="r" b="b" t="t" l="l"/>
            <a:pathLst>
              <a:path h="5829831" w="4780461">
                <a:moveTo>
                  <a:pt x="0" y="0"/>
                </a:moveTo>
                <a:lnTo>
                  <a:pt x="4780461" y="0"/>
                </a:lnTo>
                <a:lnTo>
                  <a:pt x="4780461" y="5829831"/>
                </a:lnTo>
                <a:lnTo>
                  <a:pt x="0" y="5829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34358">
            <a:off x="-1397770" y="-42761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00100" y="9258300"/>
            <a:ext cx="3657600" cy="698269"/>
          </a:xfrm>
          <a:custGeom>
            <a:avLst/>
            <a:gdLst/>
            <a:ahLst/>
            <a:cxnLst/>
            <a:rect r="r" b="b" t="t" l="l"/>
            <a:pathLst>
              <a:path h="698269" w="3657600">
                <a:moveTo>
                  <a:pt x="0" y="0"/>
                </a:moveTo>
                <a:lnTo>
                  <a:pt x="3657600" y="0"/>
                </a:lnTo>
                <a:lnTo>
                  <a:pt x="3657600" y="698269"/>
                </a:lnTo>
                <a:lnTo>
                  <a:pt x="0" y="6982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28800" y="8275366"/>
            <a:ext cx="3657600" cy="698269"/>
          </a:xfrm>
          <a:custGeom>
            <a:avLst/>
            <a:gdLst/>
            <a:ahLst/>
            <a:cxnLst/>
            <a:rect r="r" b="b" t="t" l="l"/>
            <a:pathLst>
              <a:path h="698269" w="3657600">
                <a:moveTo>
                  <a:pt x="0" y="0"/>
                </a:moveTo>
                <a:lnTo>
                  <a:pt x="3657600" y="0"/>
                </a:lnTo>
                <a:lnTo>
                  <a:pt x="3657600" y="698269"/>
                </a:lnTo>
                <a:lnTo>
                  <a:pt x="0" y="6982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270476"/>
            <a:ext cx="4693814" cy="3668544"/>
          </a:xfrm>
          <a:custGeom>
            <a:avLst/>
            <a:gdLst/>
            <a:ahLst/>
            <a:cxnLst/>
            <a:rect r="r" b="b" t="t" l="l"/>
            <a:pathLst>
              <a:path h="3668544" w="4693814">
                <a:moveTo>
                  <a:pt x="0" y="0"/>
                </a:moveTo>
                <a:lnTo>
                  <a:pt x="4693814" y="0"/>
                </a:lnTo>
                <a:lnTo>
                  <a:pt x="4693814" y="3668544"/>
                </a:lnTo>
                <a:lnTo>
                  <a:pt x="0" y="36685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70700" y="3870157"/>
            <a:ext cx="10799297" cy="2908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1489"/>
              </a:lnSpc>
            </a:pPr>
            <a:r>
              <a:rPr lang="en-US" sz="10000">
                <a:solidFill>
                  <a:srgbClr val="4455AE"/>
                </a:solidFill>
                <a:latin typeface="Schoolbell"/>
                <a:ea typeface="Schoolbell"/>
                <a:cs typeface="Schoolbell"/>
                <a:sym typeface="Schoolbell"/>
              </a:rPr>
              <a:t>{{yakun}}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006124" y="330431"/>
            <a:ext cx="3657600" cy="698269"/>
          </a:xfrm>
          <a:custGeom>
            <a:avLst/>
            <a:gdLst/>
            <a:ahLst/>
            <a:cxnLst/>
            <a:rect r="r" b="b" t="t" l="l"/>
            <a:pathLst>
              <a:path h="698269" w="3657600">
                <a:moveTo>
                  <a:pt x="0" y="0"/>
                </a:moveTo>
                <a:lnTo>
                  <a:pt x="3657600" y="0"/>
                </a:lnTo>
                <a:lnTo>
                  <a:pt x="3657600" y="698269"/>
                </a:lnTo>
                <a:lnTo>
                  <a:pt x="0" y="6982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31427" y="1280652"/>
            <a:ext cx="3657600" cy="698269"/>
          </a:xfrm>
          <a:custGeom>
            <a:avLst/>
            <a:gdLst/>
            <a:ahLst/>
            <a:cxnLst/>
            <a:rect r="r" b="b" t="t" l="l"/>
            <a:pathLst>
              <a:path h="698269" w="3657600">
                <a:moveTo>
                  <a:pt x="0" y="0"/>
                </a:moveTo>
                <a:lnTo>
                  <a:pt x="3657600" y="0"/>
                </a:lnTo>
                <a:lnTo>
                  <a:pt x="3657600" y="698269"/>
                </a:lnTo>
                <a:lnTo>
                  <a:pt x="0" y="6982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DAHXZAJhcbg</dc:identifier>
  <dcterms:modified xsi:type="dcterms:W3CDTF">2011-08-01T06:04:30Z</dcterms:modified>
  <cp:revision>1</cp:revision>
  <dc:title>Yellow Blue Cute Cartoon Science Presentation</dc:title>
</cp:coreProperties>
</file>