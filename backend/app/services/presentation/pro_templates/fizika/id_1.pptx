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2" r:id="rId10"/>
    <p:sldId id="265" r:id="rId11"/>
    <p:sldId id="276" r:id="rId12"/>
    <p:sldId id="266" r:id="rId13"/>
    <p:sldId id="277" r:id="rId14"/>
    <p:sldId id="267" r:id="rId15"/>
    <p:sldId id="274" r:id="rId16"/>
    <p:sldId id="268" r:id="rId17"/>
    <p:sldId id="269" r:id="rId18"/>
    <p:sldId id="270" r:id="rId19"/>
    <p:sldId id="271" r:id="rId20"/>
    <p:sldId id="272" r:id="rId21"/>
    <p:sldId id="273" r:id="rId22"/>
  </p:sldIdLst>
  <p:sldSz cx="18288000" cy="10287000"/>
  <p:notesSz cx="6858000" cy="9144000"/>
  <p:embeddedFontLst>
    <p:embeddedFont>
      <p:font typeface="Aloja" panose="020B0604020202020204" charset="0"/>
      <p:regular r:id="rId23"/>
    </p:embeddedFont>
    <p:embeddedFont>
      <p:font typeface="Canva Sans" panose="020B0604020202020204" charset="0"/>
      <p:regular r:id="rId24"/>
    </p:embeddedFont>
    <p:embeddedFont>
      <p:font typeface="Canva Sans Bold" panose="020B0604020202020204" charset="0"/>
      <p:regular r:id="rId25"/>
    </p:embeddedFont>
    <p:embeddedFont>
      <p:font typeface="Century Gothic" panose="020B0502020202020204" pitchFamily="34" charset="0"/>
      <p:regular r:id="rId26"/>
      <p:bold r:id="rId27"/>
      <p:italic r:id="rId28"/>
      <p:boldItalic r:id="rId29"/>
    </p:embeddedFont>
    <p:embeddedFont>
      <p:font typeface="Finger Paint" panose="020B0604020202020204" charset="0"/>
      <p:regular r:id="rId30"/>
    </p:embeddedFont>
    <p:embeddedFont>
      <p:font typeface="Glacial Indifference" panose="020B0604020202020204" charset="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32" autoAdjust="0"/>
    <p:restoredTop sz="94622" autoAdjust="0"/>
  </p:normalViewPr>
  <p:slideViewPr>
    <p:cSldViewPr>
      <p:cViewPr varScale="1">
        <p:scale>
          <a:sx n="53" d="100"/>
          <a:sy n="53" d="100"/>
        </p:scale>
        <p:origin x="1392" y="43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3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4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8.sv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27.pn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6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9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20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20" Type="http://schemas.openxmlformats.org/officeDocument/2006/relationships/image" Target="../media/image3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2.png"/><Relationship Id="rId4" Type="http://schemas.openxmlformats.org/officeDocument/2006/relationships/image" Target="../media/image4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32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34.pn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35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36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3208" y="-420686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382242" y="5506439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482494" y="-254179"/>
            <a:ext cx="20873911" cy="10961865"/>
            <a:chOff x="0" y="0"/>
            <a:chExt cx="27831881" cy="146158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72946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Freeform 10"/>
            <p:cNvSpPr/>
            <p:nvPr/>
          </p:nvSpPr>
          <p:spPr>
            <a:xfrm>
              <a:off x="10544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1" name="Freeform 11"/>
            <p:cNvSpPr/>
            <p:nvPr/>
          </p:nvSpPr>
          <p:spPr>
            <a:xfrm>
              <a:off x="240087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2" name="Freeform 12"/>
            <p:cNvSpPr/>
            <p:nvPr/>
          </p:nvSpPr>
          <p:spPr>
            <a:xfrm>
              <a:off x="3338287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0087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/>
            <p:cNvSpPr/>
            <p:nvPr/>
          </p:nvSpPr>
          <p:spPr>
            <a:xfrm>
              <a:off x="248689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5" name="Freeform 15"/>
            <p:cNvSpPr/>
            <p:nvPr/>
          </p:nvSpPr>
          <p:spPr>
            <a:xfrm>
              <a:off x="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72946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544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40087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>
              <a:off x="3338287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240087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1" name="Freeform 21"/>
            <p:cNvSpPr/>
            <p:nvPr/>
          </p:nvSpPr>
          <p:spPr>
            <a:xfrm>
              <a:off x="248689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2" name="Freeform 22"/>
            <p:cNvSpPr/>
            <p:nvPr/>
          </p:nvSpPr>
          <p:spPr>
            <a:xfrm>
              <a:off x="556732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629678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4" name="Freeform 24"/>
            <p:cNvSpPr/>
            <p:nvPr/>
          </p:nvSpPr>
          <p:spPr>
            <a:xfrm>
              <a:off x="567276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5" name="Freeform 25"/>
            <p:cNvSpPr/>
            <p:nvPr/>
          </p:nvSpPr>
          <p:spPr>
            <a:xfrm>
              <a:off x="796819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6" name="Freeform 26"/>
            <p:cNvSpPr/>
            <p:nvPr/>
          </p:nvSpPr>
          <p:spPr>
            <a:xfrm>
              <a:off x="890560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7" name="Freeform 27"/>
            <p:cNvSpPr/>
            <p:nvPr/>
          </p:nvSpPr>
          <p:spPr>
            <a:xfrm>
              <a:off x="796819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8" name="Freeform 28"/>
            <p:cNvSpPr/>
            <p:nvPr/>
          </p:nvSpPr>
          <p:spPr>
            <a:xfrm>
              <a:off x="805421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9" name="Freeform 29"/>
            <p:cNvSpPr/>
            <p:nvPr/>
          </p:nvSpPr>
          <p:spPr>
            <a:xfrm>
              <a:off x="556732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Freeform 30"/>
            <p:cNvSpPr/>
            <p:nvPr/>
          </p:nvSpPr>
          <p:spPr>
            <a:xfrm>
              <a:off x="629678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1" name="Freeform 31"/>
            <p:cNvSpPr/>
            <p:nvPr/>
          </p:nvSpPr>
          <p:spPr>
            <a:xfrm>
              <a:off x="567276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2" name="Freeform 32"/>
            <p:cNvSpPr/>
            <p:nvPr/>
          </p:nvSpPr>
          <p:spPr>
            <a:xfrm>
              <a:off x="796819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3" name="Freeform 33"/>
            <p:cNvSpPr/>
            <p:nvPr/>
          </p:nvSpPr>
          <p:spPr>
            <a:xfrm>
              <a:off x="890560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4" name="Freeform 34"/>
            <p:cNvSpPr/>
            <p:nvPr/>
          </p:nvSpPr>
          <p:spPr>
            <a:xfrm>
              <a:off x="796819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5" name="Freeform 35"/>
            <p:cNvSpPr/>
            <p:nvPr/>
          </p:nvSpPr>
          <p:spPr>
            <a:xfrm>
              <a:off x="805421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6" name="Freeform 36"/>
            <p:cNvSpPr/>
            <p:nvPr/>
          </p:nvSpPr>
          <p:spPr>
            <a:xfrm>
              <a:off x="1113464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/>
            <p:cNvSpPr/>
            <p:nvPr/>
          </p:nvSpPr>
          <p:spPr>
            <a:xfrm>
              <a:off x="1186410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8" name="Freeform 38"/>
            <p:cNvSpPr/>
            <p:nvPr/>
          </p:nvSpPr>
          <p:spPr>
            <a:xfrm>
              <a:off x="1124008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9" name="Freeform 39"/>
            <p:cNvSpPr/>
            <p:nvPr/>
          </p:nvSpPr>
          <p:spPr>
            <a:xfrm>
              <a:off x="1353551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0" name="Freeform 40"/>
            <p:cNvSpPr/>
            <p:nvPr/>
          </p:nvSpPr>
          <p:spPr>
            <a:xfrm>
              <a:off x="1447292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1" name="Freeform 41"/>
            <p:cNvSpPr/>
            <p:nvPr/>
          </p:nvSpPr>
          <p:spPr>
            <a:xfrm>
              <a:off x="1353551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2" name="Freeform 42"/>
            <p:cNvSpPr/>
            <p:nvPr/>
          </p:nvSpPr>
          <p:spPr>
            <a:xfrm>
              <a:off x="1362153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3" name="Freeform 43"/>
            <p:cNvSpPr/>
            <p:nvPr/>
          </p:nvSpPr>
          <p:spPr>
            <a:xfrm>
              <a:off x="1113464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/>
            <p:cNvSpPr/>
            <p:nvPr/>
          </p:nvSpPr>
          <p:spPr>
            <a:xfrm>
              <a:off x="1186410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5" name="Freeform 45"/>
            <p:cNvSpPr/>
            <p:nvPr/>
          </p:nvSpPr>
          <p:spPr>
            <a:xfrm>
              <a:off x="1124008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6" name="Freeform 46"/>
            <p:cNvSpPr/>
            <p:nvPr/>
          </p:nvSpPr>
          <p:spPr>
            <a:xfrm>
              <a:off x="1353551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7" name="Freeform 47"/>
            <p:cNvSpPr/>
            <p:nvPr/>
          </p:nvSpPr>
          <p:spPr>
            <a:xfrm>
              <a:off x="1447292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8" name="Freeform 48"/>
            <p:cNvSpPr/>
            <p:nvPr/>
          </p:nvSpPr>
          <p:spPr>
            <a:xfrm>
              <a:off x="1353551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9" name="Freeform 49"/>
            <p:cNvSpPr/>
            <p:nvPr/>
          </p:nvSpPr>
          <p:spPr>
            <a:xfrm>
              <a:off x="1362153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0" name="Freeform 50"/>
            <p:cNvSpPr/>
            <p:nvPr/>
          </p:nvSpPr>
          <p:spPr>
            <a:xfrm>
              <a:off x="167019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Freeform 51"/>
            <p:cNvSpPr/>
            <p:nvPr/>
          </p:nvSpPr>
          <p:spPr>
            <a:xfrm>
              <a:off x="174314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2" name="Freeform 52"/>
            <p:cNvSpPr/>
            <p:nvPr/>
          </p:nvSpPr>
          <p:spPr>
            <a:xfrm>
              <a:off x="168074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3" name="Freeform 53"/>
            <p:cNvSpPr/>
            <p:nvPr/>
          </p:nvSpPr>
          <p:spPr>
            <a:xfrm>
              <a:off x="191028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4" name="Freeform 54"/>
            <p:cNvSpPr/>
            <p:nvPr/>
          </p:nvSpPr>
          <p:spPr>
            <a:xfrm>
              <a:off x="200402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5" name="Freeform 55"/>
            <p:cNvSpPr/>
            <p:nvPr/>
          </p:nvSpPr>
          <p:spPr>
            <a:xfrm>
              <a:off x="191028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6" name="Freeform 56"/>
            <p:cNvSpPr/>
            <p:nvPr/>
          </p:nvSpPr>
          <p:spPr>
            <a:xfrm>
              <a:off x="191888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7" name="Freeform 57"/>
            <p:cNvSpPr/>
            <p:nvPr/>
          </p:nvSpPr>
          <p:spPr>
            <a:xfrm>
              <a:off x="167019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8" name="Freeform 58"/>
            <p:cNvSpPr/>
            <p:nvPr/>
          </p:nvSpPr>
          <p:spPr>
            <a:xfrm>
              <a:off x="174314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9" name="Freeform 59"/>
            <p:cNvSpPr/>
            <p:nvPr/>
          </p:nvSpPr>
          <p:spPr>
            <a:xfrm>
              <a:off x="168074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0" name="Freeform 60"/>
            <p:cNvSpPr/>
            <p:nvPr/>
          </p:nvSpPr>
          <p:spPr>
            <a:xfrm>
              <a:off x="191028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1" name="Freeform 61"/>
            <p:cNvSpPr/>
            <p:nvPr/>
          </p:nvSpPr>
          <p:spPr>
            <a:xfrm>
              <a:off x="200402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2" name="Freeform 62"/>
            <p:cNvSpPr/>
            <p:nvPr/>
          </p:nvSpPr>
          <p:spPr>
            <a:xfrm>
              <a:off x="191028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3" name="Freeform 63"/>
            <p:cNvSpPr/>
            <p:nvPr/>
          </p:nvSpPr>
          <p:spPr>
            <a:xfrm>
              <a:off x="191888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4" name="Freeform 64"/>
            <p:cNvSpPr/>
            <p:nvPr/>
          </p:nvSpPr>
          <p:spPr>
            <a:xfrm>
              <a:off x="222645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5" name="Freeform 65"/>
            <p:cNvSpPr/>
            <p:nvPr/>
          </p:nvSpPr>
          <p:spPr>
            <a:xfrm>
              <a:off x="229940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6" name="Freeform 66"/>
            <p:cNvSpPr/>
            <p:nvPr/>
          </p:nvSpPr>
          <p:spPr>
            <a:xfrm>
              <a:off x="223700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7" name="Freeform 67"/>
            <p:cNvSpPr/>
            <p:nvPr/>
          </p:nvSpPr>
          <p:spPr>
            <a:xfrm>
              <a:off x="246654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8" name="Freeform 68"/>
            <p:cNvSpPr/>
            <p:nvPr/>
          </p:nvSpPr>
          <p:spPr>
            <a:xfrm>
              <a:off x="256028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9" name="Freeform 69"/>
            <p:cNvSpPr/>
            <p:nvPr/>
          </p:nvSpPr>
          <p:spPr>
            <a:xfrm>
              <a:off x="246654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0" name="Freeform 70"/>
            <p:cNvSpPr/>
            <p:nvPr/>
          </p:nvSpPr>
          <p:spPr>
            <a:xfrm>
              <a:off x="247514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1" name="Freeform 71"/>
            <p:cNvSpPr/>
            <p:nvPr/>
          </p:nvSpPr>
          <p:spPr>
            <a:xfrm>
              <a:off x="222645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/>
            <p:cNvSpPr/>
            <p:nvPr/>
          </p:nvSpPr>
          <p:spPr>
            <a:xfrm>
              <a:off x="229940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3" name="Freeform 73"/>
            <p:cNvSpPr/>
            <p:nvPr/>
          </p:nvSpPr>
          <p:spPr>
            <a:xfrm>
              <a:off x="223700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4" name="Freeform 74"/>
            <p:cNvSpPr/>
            <p:nvPr/>
          </p:nvSpPr>
          <p:spPr>
            <a:xfrm>
              <a:off x="246654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5" name="Freeform 75"/>
            <p:cNvSpPr/>
            <p:nvPr/>
          </p:nvSpPr>
          <p:spPr>
            <a:xfrm>
              <a:off x="256028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6" name="Freeform 76"/>
            <p:cNvSpPr/>
            <p:nvPr/>
          </p:nvSpPr>
          <p:spPr>
            <a:xfrm>
              <a:off x="246654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7" name="Freeform 77"/>
            <p:cNvSpPr/>
            <p:nvPr/>
          </p:nvSpPr>
          <p:spPr>
            <a:xfrm>
              <a:off x="247514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78" name="Group 78"/>
          <p:cNvGrpSpPr/>
          <p:nvPr/>
        </p:nvGrpSpPr>
        <p:grpSpPr>
          <a:xfrm>
            <a:off x="746712" y="1283912"/>
            <a:ext cx="14435513" cy="7719175"/>
            <a:chOff x="0" y="0"/>
            <a:chExt cx="3801946" cy="2033034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3801946" cy="2033034"/>
            </a:xfrm>
            <a:custGeom>
              <a:avLst/>
              <a:gdLst/>
              <a:ahLst/>
              <a:cxnLst/>
              <a:rect l="l" t="t" r="r" b="b"/>
              <a:pathLst>
                <a:path w="3801946" h="2033034">
                  <a:moveTo>
                    <a:pt x="27352" y="0"/>
                  </a:moveTo>
                  <a:lnTo>
                    <a:pt x="3774594" y="0"/>
                  </a:lnTo>
                  <a:cubicBezTo>
                    <a:pt x="3789700" y="0"/>
                    <a:pt x="3801946" y="12246"/>
                    <a:pt x="3801946" y="27352"/>
                  </a:cubicBezTo>
                  <a:lnTo>
                    <a:pt x="3801946" y="2005682"/>
                  </a:lnTo>
                  <a:cubicBezTo>
                    <a:pt x="3801946" y="2020788"/>
                    <a:pt x="3789700" y="2033034"/>
                    <a:pt x="3774594" y="2033034"/>
                  </a:cubicBezTo>
                  <a:lnTo>
                    <a:pt x="27352" y="2033034"/>
                  </a:lnTo>
                  <a:cubicBezTo>
                    <a:pt x="12246" y="2033034"/>
                    <a:pt x="0" y="2020788"/>
                    <a:pt x="0" y="2005682"/>
                  </a:cubicBezTo>
                  <a:lnTo>
                    <a:pt x="0" y="27352"/>
                  </a:lnTo>
                  <a:cubicBezTo>
                    <a:pt x="0" y="12246"/>
                    <a:pt x="12246" y="0"/>
                    <a:pt x="27352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80" name="TextBox 80"/>
            <p:cNvSpPr txBox="1"/>
            <p:nvPr/>
          </p:nvSpPr>
          <p:spPr>
            <a:xfrm>
              <a:off x="0" y="-104775"/>
              <a:ext cx="3801946" cy="213780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sp>
        <p:nvSpPr>
          <p:cNvPr id="81" name="ASOSIY_RASM"/>
          <p:cNvSpPr/>
          <p:nvPr/>
        </p:nvSpPr>
        <p:spPr>
          <a:xfrm>
            <a:off x="9352671" y="759089"/>
            <a:ext cx="8935329" cy="8935329"/>
          </a:xfrm>
          <a:custGeom>
            <a:avLst/>
            <a:gdLst/>
            <a:ahLst/>
            <a:cxnLst/>
            <a:rect l="l" t="t" r="r" b="b"/>
            <a:pathLst>
              <a:path w="8935329" h="8935329">
                <a:moveTo>
                  <a:pt x="0" y="0"/>
                </a:moveTo>
                <a:lnTo>
                  <a:pt x="8935329" y="0"/>
                </a:lnTo>
                <a:lnTo>
                  <a:pt x="8935329" y="8935329"/>
                </a:lnTo>
                <a:lnTo>
                  <a:pt x="0" y="8935329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sp>
        <p:nvSpPr>
          <p:cNvPr id="82" name="Freeform 82"/>
          <p:cNvSpPr/>
          <p:nvPr/>
        </p:nvSpPr>
        <p:spPr>
          <a:xfrm rot="5281261">
            <a:off x="935134" y="643040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9" y="0"/>
                </a:lnTo>
                <a:lnTo>
                  <a:pt x="1421789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</p:sp>
      <p:sp>
        <p:nvSpPr>
          <p:cNvPr id="83" name="TextBox 83"/>
          <p:cNvSpPr txBox="1"/>
          <p:nvPr/>
        </p:nvSpPr>
        <p:spPr>
          <a:xfrm>
            <a:off x="779369" y="1698913"/>
            <a:ext cx="8971868" cy="15254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134"/>
              </a:lnSpc>
            </a:pPr>
            <a:r>
              <a:rPr lang="uz-Latn-UZ" sz="4400" spc="1009" dirty="0">
                <a:solidFill>
                  <a:srgbClr val="3F3F3F"/>
                </a:solidFill>
                <a:latin typeface="Aloja"/>
                <a:ea typeface="Aloja"/>
                <a:cs typeface="Aloja"/>
                <a:sym typeface="Aloja"/>
              </a:rPr>
              <a:t>{{topic}}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2301236" y="8035131"/>
            <a:ext cx="6019257" cy="3718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00"/>
              </a:lnSpc>
              <a:spcBef>
                <a:spcPct val="0"/>
              </a:spcBef>
            </a:pPr>
            <a:r>
              <a:rPr lang="uz-Latn-UZ" sz="2000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{{ism_sharif}}</a:t>
            </a:r>
            <a:endParaRPr lang="en-US" sz="2000" spc="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3208" y="-420686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382242" y="5506439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482494" y="-254179"/>
            <a:ext cx="20873911" cy="10961865"/>
            <a:chOff x="0" y="0"/>
            <a:chExt cx="27831881" cy="146158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72946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Freeform 10"/>
            <p:cNvSpPr/>
            <p:nvPr/>
          </p:nvSpPr>
          <p:spPr>
            <a:xfrm>
              <a:off x="10544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1" name="Freeform 11"/>
            <p:cNvSpPr/>
            <p:nvPr/>
          </p:nvSpPr>
          <p:spPr>
            <a:xfrm>
              <a:off x="240087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2" name="Freeform 12"/>
            <p:cNvSpPr/>
            <p:nvPr/>
          </p:nvSpPr>
          <p:spPr>
            <a:xfrm>
              <a:off x="3338287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0087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/>
            <p:cNvSpPr/>
            <p:nvPr/>
          </p:nvSpPr>
          <p:spPr>
            <a:xfrm>
              <a:off x="248689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5" name="Freeform 15"/>
            <p:cNvSpPr/>
            <p:nvPr/>
          </p:nvSpPr>
          <p:spPr>
            <a:xfrm>
              <a:off x="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72946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544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40087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>
              <a:off x="3338287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240087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1" name="Freeform 21"/>
            <p:cNvSpPr/>
            <p:nvPr/>
          </p:nvSpPr>
          <p:spPr>
            <a:xfrm>
              <a:off x="248689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2" name="Freeform 22"/>
            <p:cNvSpPr/>
            <p:nvPr/>
          </p:nvSpPr>
          <p:spPr>
            <a:xfrm>
              <a:off x="556732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629678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4" name="Freeform 24"/>
            <p:cNvSpPr/>
            <p:nvPr/>
          </p:nvSpPr>
          <p:spPr>
            <a:xfrm>
              <a:off x="567276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5" name="Freeform 25"/>
            <p:cNvSpPr/>
            <p:nvPr/>
          </p:nvSpPr>
          <p:spPr>
            <a:xfrm>
              <a:off x="796819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6" name="Freeform 26"/>
            <p:cNvSpPr/>
            <p:nvPr/>
          </p:nvSpPr>
          <p:spPr>
            <a:xfrm>
              <a:off x="890560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7" name="Freeform 27"/>
            <p:cNvSpPr/>
            <p:nvPr/>
          </p:nvSpPr>
          <p:spPr>
            <a:xfrm>
              <a:off x="796819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8" name="Freeform 28"/>
            <p:cNvSpPr/>
            <p:nvPr/>
          </p:nvSpPr>
          <p:spPr>
            <a:xfrm>
              <a:off x="805421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9" name="Freeform 29"/>
            <p:cNvSpPr/>
            <p:nvPr/>
          </p:nvSpPr>
          <p:spPr>
            <a:xfrm>
              <a:off x="556732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Freeform 30"/>
            <p:cNvSpPr/>
            <p:nvPr/>
          </p:nvSpPr>
          <p:spPr>
            <a:xfrm>
              <a:off x="629678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1" name="Freeform 31"/>
            <p:cNvSpPr/>
            <p:nvPr/>
          </p:nvSpPr>
          <p:spPr>
            <a:xfrm>
              <a:off x="567276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2" name="Freeform 32"/>
            <p:cNvSpPr/>
            <p:nvPr/>
          </p:nvSpPr>
          <p:spPr>
            <a:xfrm>
              <a:off x="796819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3" name="Freeform 33"/>
            <p:cNvSpPr/>
            <p:nvPr/>
          </p:nvSpPr>
          <p:spPr>
            <a:xfrm>
              <a:off x="890560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4" name="Freeform 34"/>
            <p:cNvSpPr/>
            <p:nvPr/>
          </p:nvSpPr>
          <p:spPr>
            <a:xfrm>
              <a:off x="796819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5" name="Freeform 35"/>
            <p:cNvSpPr/>
            <p:nvPr/>
          </p:nvSpPr>
          <p:spPr>
            <a:xfrm>
              <a:off x="805421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6" name="Freeform 36"/>
            <p:cNvSpPr/>
            <p:nvPr/>
          </p:nvSpPr>
          <p:spPr>
            <a:xfrm>
              <a:off x="1113464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/>
            <p:cNvSpPr/>
            <p:nvPr/>
          </p:nvSpPr>
          <p:spPr>
            <a:xfrm>
              <a:off x="1186410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8" name="Freeform 38"/>
            <p:cNvSpPr/>
            <p:nvPr/>
          </p:nvSpPr>
          <p:spPr>
            <a:xfrm>
              <a:off x="1124008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9" name="Freeform 39"/>
            <p:cNvSpPr/>
            <p:nvPr/>
          </p:nvSpPr>
          <p:spPr>
            <a:xfrm>
              <a:off x="1353551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0" name="Freeform 40"/>
            <p:cNvSpPr/>
            <p:nvPr/>
          </p:nvSpPr>
          <p:spPr>
            <a:xfrm>
              <a:off x="1447292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1" name="Freeform 41"/>
            <p:cNvSpPr/>
            <p:nvPr/>
          </p:nvSpPr>
          <p:spPr>
            <a:xfrm>
              <a:off x="1353551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2" name="Freeform 42"/>
            <p:cNvSpPr/>
            <p:nvPr/>
          </p:nvSpPr>
          <p:spPr>
            <a:xfrm>
              <a:off x="1362153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3" name="Freeform 43"/>
            <p:cNvSpPr/>
            <p:nvPr/>
          </p:nvSpPr>
          <p:spPr>
            <a:xfrm>
              <a:off x="1113464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/>
            <p:cNvSpPr/>
            <p:nvPr/>
          </p:nvSpPr>
          <p:spPr>
            <a:xfrm>
              <a:off x="1186410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5" name="Freeform 45"/>
            <p:cNvSpPr/>
            <p:nvPr/>
          </p:nvSpPr>
          <p:spPr>
            <a:xfrm>
              <a:off x="1124008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6" name="Freeform 46"/>
            <p:cNvSpPr/>
            <p:nvPr/>
          </p:nvSpPr>
          <p:spPr>
            <a:xfrm>
              <a:off x="1353551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7" name="Freeform 47"/>
            <p:cNvSpPr/>
            <p:nvPr/>
          </p:nvSpPr>
          <p:spPr>
            <a:xfrm>
              <a:off x="1447292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8" name="Freeform 48"/>
            <p:cNvSpPr/>
            <p:nvPr/>
          </p:nvSpPr>
          <p:spPr>
            <a:xfrm>
              <a:off x="1353551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9" name="Freeform 49"/>
            <p:cNvSpPr/>
            <p:nvPr/>
          </p:nvSpPr>
          <p:spPr>
            <a:xfrm>
              <a:off x="1362153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0" name="Freeform 50"/>
            <p:cNvSpPr/>
            <p:nvPr/>
          </p:nvSpPr>
          <p:spPr>
            <a:xfrm>
              <a:off x="167019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Freeform 51"/>
            <p:cNvSpPr/>
            <p:nvPr/>
          </p:nvSpPr>
          <p:spPr>
            <a:xfrm>
              <a:off x="174314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2" name="Freeform 52"/>
            <p:cNvSpPr/>
            <p:nvPr/>
          </p:nvSpPr>
          <p:spPr>
            <a:xfrm>
              <a:off x="168074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3" name="Freeform 53"/>
            <p:cNvSpPr/>
            <p:nvPr/>
          </p:nvSpPr>
          <p:spPr>
            <a:xfrm>
              <a:off x="191028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4" name="Freeform 54"/>
            <p:cNvSpPr/>
            <p:nvPr/>
          </p:nvSpPr>
          <p:spPr>
            <a:xfrm>
              <a:off x="200402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5" name="Freeform 55"/>
            <p:cNvSpPr/>
            <p:nvPr/>
          </p:nvSpPr>
          <p:spPr>
            <a:xfrm>
              <a:off x="191028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6" name="Freeform 56"/>
            <p:cNvSpPr/>
            <p:nvPr/>
          </p:nvSpPr>
          <p:spPr>
            <a:xfrm>
              <a:off x="191888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7" name="Freeform 57"/>
            <p:cNvSpPr/>
            <p:nvPr/>
          </p:nvSpPr>
          <p:spPr>
            <a:xfrm>
              <a:off x="167019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8" name="Freeform 58"/>
            <p:cNvSpPr/>
            <p:nvPr/>
          </p:nvSpPr>
          <p:spPr>
            <a:xfrm>
              <a:off x="174314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9" name="Freeform 59"/>
            <p:cNvSpPr/>
            <p:nvPr/>
          </p:nvSpPr>
          <p:spPr>
            <a:xfrm>
              <a:off x="168074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0" name="Freeform 60"/>
            <p:cNvSpPr/>
            <p:nvPr/>
          </p:nvSpPr>
          <p:spPr>
            <a:xfrm>
              <a:off x="191028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1" name="Freeform 61"/>
            <p:cNvSpPr/>
            <p:nvPr/>
          </p:nvSpPr>
          <p:spPr>
            <a:xfrm>
              <a:off x="200402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2" name="Freeform 62"/>
            <p:cNvSpPr/>
            <p:nvPr/>
          </p:nvSpPr>
          <p:spPr>
            <a:xfrm>
              <a:off x="191028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3" name="Freeform 63"/>
            <p:cNvSpPr/>
            <p:nvPr/>
          </p:nvSpPr>
          <p:spPr>
            <a:xfrm>
              <a:off x="191888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4" name="Freeform 64"/>
            <p:cNvSpPr/>
            <p:nvPr/>
          </p:nvSpPr>
          <p:spPr>
            <a:xfrm>
              <a:off x="222645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5" name="Freeform 65"/>
            <p:cNvSpPr/>
            <p:nvPr/>
          </p:nvSpPr>
          <p:spPr>
            <a:xfrm>
              <a:off x="229940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6" name="Freeform 66"/>
            <p:cNvSpPr/>
            <p:nvPr/>
          </p:nvSpPr>
          <p:spPr>
            <a:xfrm>
              <a:off x="223700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7" name="Freeform 67"/>
            <p:cNvSpPr/>
            <p:nvPr/>
          </p:nvSpPr>
          <p:spPr>
            <a:xfrm>
              <a:off x="246654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8" name="Freeform 68"/>
            <p:cNvSpPr/>
            <p:nvPr/>
          </p:nvSpPr>
          <p:spPr>
            <a:xfrm>
              <a:off x="256028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9" name="Freeform 69"/>
            <p:cNvSpPr/>
            <p:nvPr/>
          </p:nvSpPr>
          <p:spPr>
            <a:xfrm>
              <a:off x="246654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0" name="Freeform 70"/>
            <p:cNvSpPr/>
            <p:nvPr/>
          </p:nvSpPr>
          <p:spPr>
            <a:xfrm>
              <a:off x="247514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1" name="Freeform 71"/>
            <p:cNvSpPr/>
            <p:nvPr/>
          </p:nvSpPr>
          <p:spPr>
            <a:xfrm>
              <a:off x="222645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/>
            <p:cNvSpPr/>
            <p:nvPr/>
          </p:nvSpPr>
          <p:spPr>
            <a:xfrm>
              <a:off x="229940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3" name="Freeform 73"/>
            <p:cNvSpPr/>
            <p:nvPr/>
          </p:nvSpPr>
          <p:spPr>
            <a:xfrm>
              <a:off x="223700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4" name="Freeform 74"/>
            <p:cNvSpPr/>
            <p:nvPr/>
          </p:nvSpPr>
          <p:spPr>
            <a:xfrm>
              <a:off x="246654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5" name="Freeform 75"/>
            <p:cNvSpPr/>
            <p:nvPr/>
          </p:nvSpPr>
          <p:spPr>
            <a:xfrm>
              <a:off x="256028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6" name="Freeform 76"/>
            <p:cNvSpPr/>
            <p:nvPr/>
          </p:nvSpPr>
          <p:spPr>
            <a:xfrm>
              <a:off x="246654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7" name="Freeform 77"/>
            <p:cNvSpPr/>
            <p:nvPr/>
          </p:nvSpPr>
          <p:spPr>
            <a:xfrm>
              <a:off x="247514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78" name="Group 78"/>
          <p:cNvGrpSpPr/>
          <p:nvPr/>
        </p:nvGrpSpPr>
        <p:grpSpPr>
          <a:xfrm>
            <a:off x="83500" y="692975"/>
            <a:ext cx="16532993" cy="8955478"/>
            <a:chOff x="0" y="0"/>
            <a:chExt cx="4354368" cy="2358644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4354368" cy="2358644"/>
            </a:xfrm>
            <a:custGeom>
              <a:avLst/>
              <a:gdLst/>
              <a:ahLst/>
              <a:cxnLst/>
              <a:rect l="l" t="t" r="r" b="b"/>
              <a:pathLst>
                <a:path w="4354368" h="2358644">
                  <a:moveTo>
                    <a:pt x="23882" y="0"/>
                  </a:moveTo>
                  <a:lnTo>
                    <a:pt x="4330486" y="0"/>
                  </a:lnTo>
                  <a:cubicBezTo>
                    <a:pt x="4336820" y="0"/>
                    <a:pt x="4342895" y="2516"/>
                    <a:pt x="4347373" y="6995"/>
                  </a:cubicBezTo>
                  <a:cubicBezTo>
                    <a:pt x="4351852" y="11474"/>
                    <a:pt x="4354368" y="17548"/>
                    <a:pt x="4354368" y="23882"/>
                  </a:cubicBezTo>
                  <a:lnTo>
                    <a:pt x="4354368" y="2334763"/>
                  </a:lnTo>
                  <a:cubicBezTo>
                    <a:pt x="4354368" y="2341096"/>
                    <a:pt x="4351852" y="2347171"/>
                    <a:pt x="4347373" y="2351650"/>
                  </a:cubicBezTo>
                  <a:cubicBezTo>
                    <a:pt x="4342895" y="2356128"/>
                    <a:pt x="4336820" y="2358644"/>
                    <a:pt x="4330486" y="2358644"/>
                  </a:cubicBezTo>
                  <a:lnTo>
                    <a:pt x="23882" y="2358644"/>
                  </a:lnTo>
                  <a:cubicBezTo>
                    <a:pt x="17548" y="2358644"/>
                    <a:pt x="11474" y="2356128"/>
                    <a:pt x="6995" y="2351650"/>
                  </a:cubicBezTo>
                  <a:cubicBezTo>
                    <a:pt x="2516" y="2347171"/>
                    <a:pt x="0" y="2341096"/>
                    <a:pt x="0" y="2334763"/>
                  </a:cubicBezTo>
                  <a:lnTo>
                    <a:pt x="0" y="23882"/>
                  </a:lnTo>
                  <a:cubicBezTo>
                    <a:pt x="0" y="17548"/>
                    <a:pt x="2516" y="11474"/>
                    <a:pt x="6995" y="6995"/>
                  </a:cubicBezTo>
                  <a:cubicBezTo>
                    <a:pt x="11474" y="2516"/>
                    <a:pt x="17548" y="0"/>
                    <a:pt x="23882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80" name="TextBox 80"/>
            <p:cNvSpPr txBox="1"/>
            <p:nvPr/>
          </p:nvSpPr>
          <p:spPr>
            <a:xfrm>
              <a:off x="0" y="-104775"/>
              <a:ext cx="4354368" cy="2463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sp>
        <p:nvSpPr>
          <p:cNvPr id="81" name="Freeform 81" hidden="1"/>
          <p:cNvSpPr/>
          <p:nvPr/>
        </p:nvSpPr>
        <p:spPr>
          <a:xfrm>
            <a:off x="11355282" y="4488545"/>
            <a:ext cx="5156709" cy="3912653"/>
          </a:xfrm>
          <a:custGeom>
            <a:avLst/>
            <a:gdLst/>
            <a:ahLst/>
            <a:cxnLst/>
            <a:rect l="l" t="t" r="r" b="b"/>
            <a:pathLst>
              <a:path w="5156709" h="3912653">
                <a:moveTo>
                  <a:pt x="0" y="0"/>
                </a:moveTo>
                <a:lnTo>
                  <a:pt x="5156709" y="0"/>
                </a:lnTo>
                <a:lnTo>
                  <a:pt x="5156709" y="3912653"/>
                </a:lnTo>
                <a:lnTo>
                  <a:pt x="0" y="3912653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sp>
        <p:nvSpPr>
          <p:cNvPr id="82" name="TextBox 82"/>
          <p:cNvSpPr txBox="1"/>
          <p:nvPr/>
        </p:nvSpPr>
        <p:spPr>
          <a:xfrm>
            <a:off x="2140606" y="1246754"/>
            <a:ext cx="8103376" cy="7523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2"/>
              </a:lnSpc>
              <a:spcBef>
                <a:spcPct val="0"/>
              </a:spcBef>
            </a:pPr>
            <a:r>
              <a:rPr lang="uz-Latn-UZ" sz="3939" u="none" strike="noStrike" spc="393" dirty="0">
                <a:solidFill>
                  <a:srgbClr val="99B752"/>
                </a:solidFill>
                <a:latin typeface="Finger Paint"/>
                <a:ea typeface="Finger Paint"/>
                <a:cs typeface="Finger Paint"/>
                <a:sym typeface="Finger Paint"/>
              </a:rPr>
              <a:t>{{topic}}</a:t>
            </a:r>
            <a:endParaRPr lang="en-US" sz="3939" u="none" strike="noStrike" spc="393" dirty="0">
              <a:solidFill>
                <a:srgbClr val="99B752"/>
              </a:solidFill>
              <a:latin typeface="Finger Paint"/>
              <a:ea typeface="Finger Paint"/>
              <a:cs typeface="Finger Paint"/>
              <a:sym typeface="Finger Paint"/>
            </a:endParaRPr>
          </a:p>
        </p:txBody>
      </p:sp>
      <p:grpSp>
        <p:nvGrpSpPr>
          <p:cNvPr id="83" name="Group 83"/>
          <p:cNvGrpSpPr/>
          <p:nvPr/>
        </p:nvGrpSpPr>
        <p:grpSpPr>
          <a:xfrm>
            <a:off x="1776009" y="304912"/>
            <a:ext cx="14735982" cy="1447576"/>
            <a:chOff x="0" y="0"/>
            <a:chExt cx="19647976" cy="1930102"/>
          </a:xfrm>
        </p:grpSpPr>
        <p:sp>
          <p:nvSpPr>
            <p:cNvPr id="84" name="Freeform 84"/>
            <p:cNvSpPr/>
            <p:nvPr/>
          </p:nvSpPr>
          <p:spPr>
            <a:xfrm rot="5281261">
              <a:off x="18153478" y="450837"/>
              <a:ext cx="1895718" cy="1028427"/>
            </a:xfrm>
            <a:custGeom>
              <a:avLst/>
              <a:gdLst/>
              <a:ahLst/>
              <a:cxnLst/>
              <a:rect l="l" t="t" r="r" b="b"/>
              <a:pathLst>
                <a:path w="1895718" h="1028427">
                  <a:moveTo>
                    <a:pt x="0" y="0"/>
                  </a:moveTo>
                  <a:lnTo>
                    <a:pt x="1895718" y="0"/>
                  </a:lnTo>
                  <a:lnTo>
                    <a:pt x="1895718" y="1028428"/>
                  </a:lnTo>
                  <a:lnTo>
                    <a:pt x="0" y="1028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>
                <a:fillRect/>
              </a:stretch>
            </a:blipFill>
          </p:spPr>
        </p:sp>
        <p:sp>
          <p:nvSpPr>
            <p:cNvPr id="85" name="Freeform 85"/>
            <p:cNvSpPr/>
            <p:nvPr/>
          </p:nvSpPr>
          <p:spPr>
            <a:xfrm rot="5281261">
              <a:off x="-401220" y="450837"/>
              <a:ext cx="1895718" cy="1028427"/>
            </a:xfrm>
            <a:custGeom>
              <a:avLst/>
              <a:gdLst/>
              <a:ahLst/>
              <a:cxnLst/>
              <a:rect l="l" t="t" r="r" b="b"/>
              <a:pathLst>
                <a:path w="1895718" h="1028427">
                  <a:moveTo>
                    <a:pt x="0" y="0"/>
                  </a:moveTo>
                  <a:lnTo>
                    <a:pt x="1895718" y="0"/>
                  </a:lnTo>
                  <a:lnTo>
                    <a:pt x="1895718" y="1028428"/>
                  </a:lnTo>
                  <a:lnTo>
                    <a:pt x="0" y="1028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>
                <a:fillRect/>
              </a:stretch>
            </a:blipFill>
          </p:spPr>
        </p:sp>
      </p:grpSp>
      <p:grpSp>
        <p:nvGrpSpPr>
          <p:cNvPr id="86" name="Group 86"/>
          <p:cNvGrpSpPr/>
          <p:nvPr/>
        </p:nvGrpSpPr>
        <p:grpSpPr>
          <a:xfrm>
            <a:off x="11265621" y="2520315"/>
            <a:ext cx="5246370" cy="5246370"/>
            <a:chOff x="0" y="0"/>
            <a:chExt cx="812800" cy="812800"/>
          </a:xfrm>
        </p:grpSpPr>
        <p:sp>
          <p:nvSpPr>
            <p:cNvPr id="87" name="Freeform 87" hidden="1"/>
            <p:cNvSpPr/>
            <p:nvPr/>
          </p:nvSpPr>
          <p:spPr>
            <a:xfrm flipH="1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630849" y="0"/>
                    <a:pt x="812800" y="181951"/>
                    <a:pt x="812800" y="406400"/>
                  </a:cubicBezTo>
                  <a:cubicBezTo>
                    <a:pt x="812800" y="630849"/>
                    <a:pt x="630849" y="812800"/>
                    <a:pt x="406400" y="812800"/>
                  </a:cubicBezTo>
                  <a:cubicBezTo>
                    <a:pt x="181951" y="812800"/>
                    <a:pt x="0" y="630849"/>
                    <a:pt x="0" y="406400"/>
                  </a:cubicBezTo>
                  <a:cubicBezTo>
                    <a:pt x="0" y="181951"/>
                    <a:pt x="181951" y="0"/>
                    <a:pt x="406400" y="0"/>
                  </a:cubicBezTo>
                  <a:close/>
                </a:path>
              </a:pathLst>
            </a:custGeom>
            <a:blipFill>
              <a:blip r:embed="rId22"/>
              <a:stretch>
                <a:fillRect l="-7948" r="-7948" b="-69386"/>
              </a:stretch>
            </a:blipFill>
          </p:spPr>
        </p:sp>
      </p:grpSp>
      <p:sp>
        <p:nvSpPr>
          <p:cNvPr id="89" name="TextBox 89"/>
          <p:cNvSpPr txBox="1"/>
          <p:nvPr/>
        </p:nvSpPr>
        <p:spPr>
          <a:xfrm>
            <a:off x="6177814" y="2897695"/>
            <a:ext cx="2418860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00"/>
              </a:lnSpc>
              <a:spcBef>
                <a:spcPct val="0"/>
              </a:spcBef>
            </a:pPr>
            <a:r>
              <a:rPr lang="uz-Latn-UZ" sz="2800" spc="200" dirty="0">
                <a:solidFill>
                  <a:srgbClr val="000000"/>
                </a:solidFill>
                <a:latin typeface="Canva Sans Bold" panose="020B0604020202020204" charset="0"/>
                <a:ea typeface="Glacial Indifference"/>
                <a:cs typeface="Glacial Indifference"/>
                <a:sym typeface="Glacial Indifference"/>
              </a:rPr>
              <a:t>{{reja}}</a:t>
            </a:r>
            <a:endParaRPr lang="en-US" sz="2800" spc="200" dirty="0">
              <a:solidFill>
                <a:srgbClr val="000000"/>
              </a:solidFill>
              <a:latin typeface="Canva Sans Bold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F2557A9-A505-E162-7DC6-1AE5C2E4E7C7}"/>
              </a:ext>
            </a:extLst>
          </p:cNvPr>
          <p:cNvSpPr txBox="1"/>
          <p:nvPr/>
        </p:nvSpPr>
        <p:spPr>
          <a:xfrm>
            <a:off x="1676400" y="4152900"/>
            <a:ext cx="289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z-Latn-UZ" sz="2400" dirty="0">
                <a:latin typeface="Canva Sans Bold" panose="020B0604020202020204" charset="0"/>
              </a:rPr>
              <a:t>{{reja_1}}</a:t>
            </a:r>
            <a:endParaRPr lang="ru-RU" sz="24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3A45F42-4C56-C689-B090-D1E64934E1CA}"/>
              </a:ext>
            </a:extLst>
          </p:cNvPr>
          <p:cNvSpPr txBox="1"/>
          <p:nvPr/>
        </p:nvSpPr>
        <p:spPr>
          <a:xfrm>
            <a:off x="1676400" y="4907106"/>
            <a:ext cx="289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z-Latn-UZ" sz="2400" dirty="0">
                <a:latin typeface="Canva Sans Bold" panose="020B0604020202020204" charset="0"/>
              </a:rPr>
              <a:t>{{reja_2}}</a:t>
            </a:r>
            <a:endParaRPr lang="ru-RU" sz="2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1F72005-9FA9-B1D3-D86E-D66E1E174F42}"/>
              </a:ext>
            </a:extLst>
          </p:cNvPr>
          <p:cNvSpPr txBox="1"/>
          <p:nvPr/>
        </p:nvSpPr>
        <p:spPr>
          <a:xfrm>
            <a:off x="1771416" y="5672436"/>
            <a:ext cx="289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z-Latn-UZ" sz="2400" dirty="0">
                <a:latin typeface="Canva Sans Bold" panose="020B0604020202020204" charset="0"/>
              </a:rPr>
              <a:t>{{reja_3}}</a:t>
            </a:r>
            <a:endParaRPr lang="ru-RU" sz="24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191113E-DA15-F1F4-55C2-F26D0257CCE2}"/>
              </a:ext>
            </a:extLst>
          </p:cNvPr>
          <p:cNvSpPr txBox="1"/>
          <p:nvPr/>
        </p:nvSpPr>
        <p:spPr>
          <a:xfrm>
            <a:off x="1771416" y="6437766"/>
            <a:ext cx="289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z-Latn-UZ" sz="2400" dirty="0">
                <a:latin typeface="Canva Sans Bold" panose="020B0604020202020204" charset="0"/>
              </a:rPr>
              <a:t>{{reja_4}}</a:t>
            </a:r>
            <a:endParaRPr lang="ru-RU" sz="2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3564A0F-E589-0D7A-3CF7-36C596D8BD67}"/>
              </a:ext>
            </a:extLst>
          </p:cNvPr>
          <p:cNvSpPr txBox="1"/>
          <p:nvPr/>
        </p:nvSpPr>
        <p:spPr>
          <a:xfrm>
            <a:off x="1821227" y="7186612"/>
            <a:ext cx="289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z-Latn-UZ" sz="2400" dirty="0">
                <a:latin typeface="Canva Sans Bold" panose="020B0604020202020204" charset="0"/>
              </a:rPr>
              <a:t>{{reja_5}}</a:t>
            </a:r>
            <a:endParaRPr lang="ru-RU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3208" y="-420686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382242" y="5506439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482494" y="-254179"/>
            <a:ext cx="20873911" cy="10961865"/>
            <a:chOff x="0" y="0"/>
            <a:chExt cx="27831881" cy="146158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72946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Freeform 10"/>
            <p:cNvSpPr/>
            <p:nvPr/>
          </p:nvSpPr>
          <p:spPr>
            <a:xfrm>
              <a:off x="10544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1" name="Freeform 11"/>
            <p:cNvSpPr/>
            <p:nvPr/>
          </p:nvSpPr>
          <p:spPr>
            <a:xfrm>
              <a:off x="240087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2" name="Freeform 12"/>
            <p:cNvSpPr/>
            <p:nvPr/>
          </p:nvSpPr>
          <p:spPr>
            <a:xfrm>
              <a:off x="3338287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0087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/>
            <p:cNvSpPr/>
            <p:nvPr/>
          </p:nvSpPr>
          <p:spPr>
            <a:xfrm>
              <a:off x="248689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5" name="Freeform 15"/>
            <p:cNvSpPr/>
            <p:nvPr/>
          </p:nvSpPr>
          <p:spPr>
            <a:xfrm>
              <a:off x="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72946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544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40087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>
              <a:off x="3338287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240087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1" name="Freeform 21"/>
            <p:cNvSpPr/>
            <p:nvPr/>
          </p:nvSpPr>
          <p:spPr>
            <a:xfrm>
              <a:off x="248689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2" name="Freeform 22"/>
            <p:cNvSpPr/>
            <p:nvPr/>
          </p:nvSpPr>
          <p:spPr>
            <a:xfrm>
              <a:off x="556732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629678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4" name="Freeform 24"/>
            <p:cNvSpPr/>
            <p:nvPr/>
          </p:nvSpPr>
          <p:spPr>
            <a:xfrm>
              <a:off x="567276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5" name="Freeform 25"/>
            <p:cNvSpPr/>
            <p:nvPr/>
          </p:nvSpPr>
          <p:spPr>
            <a:xfrm>
              <a:off x="796819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6" name="Freeform 26"/>
            <p:cNvSpPr/>
            <p:nvPr/>
          </p:nvSpPr>
          <p:spPr>
            <a:xfrm>
              <a:off x="890560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7" name="Freeform 27"/>
            <p:cNvSpPr/>
            <p:nvPr/>
          </p:nvSpPr>
          <p:spPr>
            <a:xfrm>
              <a:off x="796819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8" name="Freeform 28"/>
            <p:cNvSpPr/>
            <p:nvPr/>
          </p:nvSpPr>
          <p:spPr>
            <a:xfrm>
              <a:off x="805421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9" name="Freeform 29"/>
            <p:cNvSpPr/>
            <p:nvPr/>
          </p:nvSpPr>
          <p:spPr>
            <a:xfrm>
              <a:off x="556732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Freeform 30"/>
            <p:cNvSpPr/>
            <p:nvPr/>
          </p:nvSpPr>
          <p:spPr>
            <a:xfrm>
              <a:off x="629678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1" name="Freeform 31"/>
            <p:cNvSpPr/>
            <p:nvPr/>
          </p:nvSpPr>
          <p:spPr>
            <a:xfrm>
              <a:off x="567276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2" name="Freeform 32"/>
            <p:cNvSpPr/>
            <p:nvPr/>
          </p:nvSpPr>
          <p:spPr>
            <a:xfrm>
              <a:off x="796819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3" name="Freeform 33"/>
            <p:cNvSpPr/>
            <p:nvPr/>
          </p:nvSpPr>
          <p:spPr>
            <a:xfrm>
              <a:off x="890560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4" name="Freeform 34"/>
            <p:cNvSpPr/>
            <p:nvPr/>
          </p:nvSpPr>
          <p:spPr>
            <a:xfrm>
              <a:off x="796819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5" name="Freeform 35"/>
            <p:cNvSpPr/>
            <p:nvPr/>
          </p:nvSpPr>
          <p:spPr>
            <a:xfrm>
              <a:off x="805421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6" name="Freeform 36"/>
            <p:cNvSpPr/>
            <p:nvPr/>
          </p:nvSpPr>
          <p:spPr>
            <a:xfrm>
              <a:off x="1113464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/>
            <p:cNvSpPr/>
            <p:nvPr/>
          </p:nvSpPr>
          <p:spPr>
            <a:xfrm>
              <a:off x="1186410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8" name="Freeform 38"/>
            <p:cNvSpPr/>
            <p:nvPr/>
          </p:nvSpPr>
          <p:spPr>
            <a:xfrm>
              <a:off x="1124008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9" name="Freeform 39"/>
            <p:cNvSpPr/>
            <p:nvPr/>
          </p:nvSpPr>
          <p:spPr>
            <a:xfrm>
              <a:off x="1353551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0" name="Freeform 40"/>
            <p:cNvSpPr/>
            <p:nvPr/>
          </p:nvSpPr>
          <p:spPr>
            <a:xfrm>
              <a:off x="1447292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1" name="Freeform 41"/>
            <p:cNvSpPr/>
            <p:nvPr/>
          </p:nvSpPr>
          <p:spPr>
            <a:xfrm>
              <a:off x="1353551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2" name="Freeform 42"/>
            <p:cNvSpPr/>
            <p:nvPr/>
          </p:nvSpPr>
          <p:spPr>
            <a:xfrm>
              <a:off x="1362153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3" name="Freeform 43"/>
            <p:cNvSpPr/>
            <p:nvPr/>
          </p:nvSpPr>
          <p:spPr>
            <a:xfrm>
              <a:off x="1113464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/>
            <p:cNvSpPr/>
            <p:nvPr/>
          </p:nvSpPr>
          <p:spPr>
            <a:xfrm>
              <a:off x="1186410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5" name="Freeform 45"/>
            <p:cNvSpPr/>
            <p:nvPr/>
          </p:nvSpPr>
          <p:spPr>
            <a:xfrm>
              <a:off x="1124008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6" name="Freeform 46"/>
            <p:cNvSpPr/>
            <p:nvPr/>
          </p:nvSpPr>
          <p:spPr>
            <a:xfrm>
              <a:off x="1353551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7" name="Freeform 47"/>
            <p:cNvSpPr/>
            <p:nvPr/>
          </p:nvSpPr>
          <p:spPr>
            <a:xfrm>
              <a:off x="1447292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8" name="Freeform 48"/>
            <p:cNvSpPr/>
            <p:nvPr/>
          </p:nvSpPr>
          <p:spPr>
            <a:xfrm>
              <a:off x="1353551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9" name="Freeform 49"/>
            <p:cNvSpPr/>
            <p:nvPr/>
          </p:nvSpPr>
          <p:spPr>
            <a:xfrm>
              <a:off x="1362153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0" name="Freeform 50"/>
            <p:cNvSpPr/>
            <p:nvPr/>
          </p:nvSpPr>
          <p:spPr>
            <a:xfrm>
              <a:off x="167019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Freeform 51"/>
            <p:cNvSpPr/>
            <p:nvPr/>
          </p:nvSpPr>
          <p:spPr>
            <a:xfrm>
              <a:off x="174314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2" name="Freeform 52"/>
            <p:cNvSpPr/>
            <p:nvPr/>
          </p:nvSpPr>
          <p:spPr>
            <a:xfrm>
              <a:off x="168074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3" name="Freeform 53"/>
            <p:cNvSpPr/>
            <p:nvPr/>
          </p:nvSpPr>
          <p:spPr>
            <a:xfrm>
              <a:off x="191028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4" name="Freeform 54"/>
            <p:cNvSpPr/>
            <p:nvPr/>
          </p:nvSpPr>
          <p:spPr>
            <a:xfrm>
              <a:off x="200402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5" name="Freeform 55"/>
            <p:cNvSpPr/>
            <p:nvPr/>
          </p:nvSpPr>
          <p:spPr>
            <a:xfrm>
              <a:off x="191028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6" name="Freeform 56"/>
            <p:cNvSpPr/>
            <p:nvPr/>
          </p:nvSpPr>
          <p:spPr>
            <a:xfrm>
              <a:off x="191888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7" name="Freeform 57"/>
            <p:cNvSpPr/>
            <p:nvPr/>
          </p:nvSpPr>
          <p:spPr>
            <a:xfrm>
              <a:off x="167019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8" name="Freeform 58"/>
            <p:cNvSpPr/>
            <p:nvPr/>
          </p:nvSpPr>
          <p:spPr>
            <a:xfrm>
              <a:off x="174314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9" name="Freeform 59"/>
            <p:cNvSpPr/>
            <p:nvPr/>
          </p:nvSpPr>
          <p:spPr>
            <a:xfrm>
              <a:off x="168074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0" name="Freeform 60"/>
            <p:cNvSpPr/>
            <p:nvPr/>
          </p:nvSpPr>
          <p:spPr>
            <a:xfrm>
              <a:off x="191028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1" name="Freeform 61"/>
            <p:cNvSpPr/>
            <p:nvPr/>
          </p:nvSpPr>
          <p:spPr>
            <a:xfrm>
              <a:off x="200402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2" name="Freeform 62"/>
            <p:cNvSpPr/>
            <p:nvPr/>
          </p:nvSpPr>
          <p:spPr>
            <a:xfrm>
              <a:off x="191028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3" name="Freeform 63"/>
            <p:cNvSpPr/>
            <p:nvPr/>
          </p:nvSpPr>
          <p:spPr>
            <a:xfrm>
              <a:off x="191888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4" name="Freeform 64"/>
            <p:cNvSpPr/>
            <p:nvPr/>
          </p:nvSpPr>
          <p:spPr>
            <a:xfrm>
              <a:off x="222645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5" name="Freeform 65"/>
            <p:cNvSpPr/>
            <p:nvPr/>
          </p:nvSpPr>
          <p:spPr>
            <a:xfrm>
              <a:off x="229940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6" name="Freeform 66"/>
            <p:cNvSpPr/>
            <p:nvPr/>
          </p:nvSpPr>
          <p:spPr>
            <a:xfrm>
              <a:off x="223700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7" name="Freeform 67"/>
            <p:cNvSpPr/>
            <p:nvPr/>
          </p:nvSpPr>
          <p:spPr>
            <a:xfrm>
              <a:off x="246654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8" name="Freeform 68"/>
            <p:cNvSpPr/>
            <p:nvPr/>
          </p:nvSpPr>
          <p:spPr>
            <a:xfrm>
              <a:off x="256028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9" name="Freeform 69"/>
            <p:cNvSpPr/>
            <p:nvPr/>
          </p:nvSpPr>
          <p:spPr>
            <a:xfrm>
              <a:off x="246654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0" name="Freeform 70"/>
            <p:cNvSpPr/>
            <p:nvPr/>
          </p:nvSpPr>
          <p:spPr>
            <a:xfrm>
              <a:off x="247514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1" name="Freeform 71"/>
            <p:cNvSpPr/>
            <p:nvPr/>
          </p:nvSpPr>
          <p:spPr>
            <a:xfrm>
              <a:off x="222645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/>
            <p:cNvSpPr/>
            <p:nvPr/>
          </p:nvSpPr>
          <p:spPr>
            <a:xfrm>
              <a:off x="229940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3" name="Freeform 73"/>
            <p:cNvSpPr/>
            <p:nvPr/>
          </p:nvSpPr>
          <p:spPr>
            <a:xfrm>
              <a:off x="223700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4" name="Freeform 74"/>
            <p:cNvSpPr/>
            <p:nvPr/>
          </p:nvSpPr>
          <p:spPr>
            <a:xfrm>
              <a:off x="246654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5" name="Freeform 75"/>
            <p:cNvSpPr/>
            <p:nvPr/>
          </p:nvSpPr>
          <p:spPr>
            <a:xfrm>
              <a:off x="256028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6" name="Freeform 76"/>
            <p:cNvSpPr/>
            <p:nvPr/>
          </p:nvSpPr>
          <p:spPr>
            <a:xfrm>
              <a:off x="246654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7" name="Freeform 77"/>
            <p:cNvSpPr/>
            <p:nvPr/>
          </p:nvSpPr>
          <p:spPr>
            <a:xfrm>
              <a:off x="247514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78" name="Group 78"/>
          <p:cNvGrpSpPr/>
          <p:nvPr/>
        </p:nvGrpSpPr>
        <p:grpSpPr>
          <a:xfrm>
            <a:off x="877504" y="665761"/>
            <a:ext cx="16532993" cy="8955478"/>
            <a:chOff x="0" y="0"/>
            <a:chExt cx="4354368" cy="2358644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4354368" cy="2358644"/>
            </a:xfrm>
            <a:custGeom>
              <a:avLst/>
              <a:gdLst/>
              <a:ahLst/>
              <a:cxnLst/>
              <a:rect l="l" t="t" r="r" b="b"/>
              <a:pathLst>
                <a:path w="4354368" h="2358644">
                  <a:moveTo>
                    <a:pt x="23882" y="0"/>
                  </a:moveTo>
                  <a:lnTo>
                    <a:pt x="4330486" y="0"/>
                  </a:lnTo>
                  <a:cubicBezTo>
                    <a:pt x="4336820" y="0"/>
                    <a:pt x="4342895" y="2516"/>
                    <a:pt x="4347373" y="6995"/>
                  </a:cubicBezTo>
                  <a:cubicBezTo>
                    <a:pt x="4351852" y="11474"/>
                    <a:pt x="4354368" y="17548"/>
                    <a:pt x="4354368" y="23882"/>
                  </a:cubicBezTo>
                  <a:lnTo>
                    <a:pt x="4354368" y="2334763"/>
                  </a:lnTo>
                  <a:cubicBezTo>
                    <a:pt x="4354368" y="2341096"/>
                    <a:pt x="4351852" y="2347171"/>
                    <a:pt x="4347373" y="2351650"/>
                  </a:cubicBezTo>
                  <a:cubicBezTo>
                    <a:pt x="4342895" y="2356128"/>
                    <a:pt x="4336820" y="2358644"/>
                    <a:pt x="4330486" y="2358644"/>
                  </a:cubicBezTo>
                  <a:lnTo>
                    <a:pt x="23882" y="2358644"/>
                  </a:lnTo>
                  <a:cubicBezTo>
                    <a:pt x="17548" y="2358644"/>
                    <a:pt x="11474" y="2356128"/>
                    <a:pt x="6995" y="2351650"/>
                  </a:cubicBezTo>
                  <a:cubicBezTo>
                    <a:pt x="2516" y="2347171"/>
                    <a:pt x="0" y="2341096"/>
                    <a:pt x="0" y="2334763"/>
                  </a:cubicBezTo>
                  <a:lnTo>
                    <a:pt x="0" y="23882"/>
                  </a:lnTo>
                  <a:cubicBezTo>
                    <a:pt x="0" y="17548"/>
                    <a:pt x="2516" y="11474"/>
                    <a:pt x="6995" y="6995"/>
                  </a:cubicBezTo>
                  <a:cubicBezTo>
                    <a:pt x="11474" y="2516"/>
                    <a:pt x="17548" y="0"/>
                    <a:pt x="23882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80" name="TextBox 80"/>
            <p:cNvSpPr txBox="1"/>
            <p:nvPr/>
          </p:nvSpPr>
          <p:spPr>
            <a:xfrm>
              <a:off x="0" y="-104775"/>
              <a:ext cx="4354368" cy="2463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sp>
        <p:nvSpPr>
          <p:cNvPr id="82" name="Freeform 82"/>
          <p:cNvSpPr/>
          <p:nvPr/>
        </p:nvSpPr>
        <p:spPr>
          <a:xfrm rot="5281261">
            <a:off x="13653022" y="643040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9" y="0"/>
                </a:lnTo>
                <a:lnTo>
                  <a:pt x="1421789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sp>
        <p:nvSpPr>
          <p:cNvPr id="83" name="Freeform 83"/>
          <p:cNvSpPr/>
          <p:nvPr/>
        </p:nvSpPr>
        <p:spPr>
          <a:xfrm rot="5281261">
            <a:off x="3172899" y="643040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9" y="0"/>
                </a:lnTo>
                <a:lnTo>
                  <a:pt x="1421789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sp>
        <p:nvSpPr>
          <p:cNvPr id="86" name="TextBox 86"/>
          <p:cNvSpPr txBox="1"/>
          <p:nvPr/>
        </p:nvSpPr>
        <p:spPr>
          <a:xfrm>
            <a:off x="2678501" y="1103278"/>
            <a:ext cx="12628605" cy="1051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228"/>
              </a:lnSpc>
              <a:spcBef>
                <a:spcPct val="0"/>
              </a:spcBef>
            </a:pPr>
            <a:r>
              <a:rPr lang="uz-Latn-UZ" sz="6689" spc="668" dirty="0">
                <a:solidFill>
                  <a:srgbClr val="3F3F3F"/>
                </a:solidFill>
                <a:latin typeface="Aloja"/>
                <a:ea typeface="Aloja"/>
                <a:cs typeface="Aloja"/>
                <a:sym typeface="Aloja"/>
              </a:rPr>
              <a:t>{{kirish}}</a:t>
            </a:r>
            <a:endParaRPr lang="en-US" sz="6689" u="none" strike="noStrike" spc="668" dirty="0">
              <a:solidFill>
                <a:srgbClr val="3F3F3F"/>
              </a:solidFill>
              <a:latin typeface="Aloja"/>
              <a:ea typeface="Aloja"/>
              <a:cs typeface="Aloja"/>
              <a:sym typeface="Aloja"/>
            </a:endParaRPr>
          </a:p>
        </p:txBody>
      </p:sp>
      <p:sp>
        <p:nvSpPr>
          <p:cNvPr id="87" name="TextBox 87"/>
          <p:cNvSpPr txBox="1"/>
          <p:nvPr/>
        </p:nvSpPr>
        <p:spPr>
          <a:xfrm>
            <a:off x="2558634" y="2767319"/>
            <a:ext cx="13744192" cy="757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6302"/>
              </a:lnSpc>
              <a:spcBef>
                <a:spcPct val="0"/>
              </a:spcBef>
            </a:pPr>
            <a:r>
              <a:rPr lang="uz-Latn-UZ" sz="3939" spc="393" dirty="0">
                <a:latin typeface="Finger Paint"/>
                <a:ea typeface="Finger Paint"/>
                <a:cs typeface="Finger Paint"/>
                <a:sym typeface="Finger Paint"/>
              </a:rPr>
              <a:t>{{kirish_matni}}</a:t>
            </a:r>
            <a:endParaRPr lang="en-US" sz="3939" u="none" strike="noStrike" spc="393" dirty="0">
              <a:latin typeface="Finger Paint"/>
              <a:ea typeface="Finger Paint"/>
              <a:cs typeface="Finger Paint"/>
              <a:sym typeface="Finger Paint"/>
            </a:endParaRPr>
          </a:p>
        </p:txBody>
      </p:sp>
      <p:sp>
        <p:nvSpPr>
          <p:cNvPr id="89" name="TextBox 89"/>
          <p:cNvSpPr txBox="1"/>
          <p:nvPr/>
        </p:nvSpPr>
        <p:spPr>
          <a:xfrm>
            <a:off x="2558634" y="5975638"/>
            <a:ext cx="2650320" cy="7523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2"/>
              </a:lnSpc>
              <a:spcBef>
                <a:spcPct val="0"/>
              </a:spcBef>
            </a:pPr>
            <a:endParaRPr lang="en-US" sz="3939" u="none" strike="noStrike" spc="393" dirty="0">
              <a:solidFill>
                <a:srgbClr val="99B752"/>
              </a:solidFill>
              <a:latin typeface="Finger Paint"/>
              <a:ea typeface="Finger Paint"/>
              <a:cs typeface="Finger Paint"/>
              <a:sym typeface="Finger Pain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3208" y="-420686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382242" y="5506439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482494" y="-254179"/>
            <a:ext cx="20873911" cy="10961865"/>
            <a:chOff x="0" y="0"/>
            <a:chExt cx="27831881" cy="146158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72946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Freeform 10"/>
            <p:cNvSpPr/>
            <p:nvPr/>
          </p:nvSpPr>
          <p:spPr>
            <a:xfrm>
              <a:off x="10544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1" name="Freeform 11"/>
            <p:cNvSpPr/>
            <p:nvPr/>
          </p:nvSpPr>
          <p:spPr>
            <a:xfrm>
              <a:off x="240087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2" name="Freeform 12"/>
            <p:cNvSpPr/>
            <p:nvPr/>
          </p:nvSpPr>
          <p:spPr>
            <a:xfrm>
              <a:off x="3338287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0087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/>
            <p:cNvSpPr/>
            <p:nvPr/>
          </p:nvSpPr>
          <p:spPr>
            <a:xfrm>
              <a:off x="248689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5" name="Freeform 15"/>
            <p:cNvSpPr/>
            <p:nvPr/>
          </p:nvSpPr>
          <p:spPr>
            <a:xfrm>
              <a:off x="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72946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544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40087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>
              <a:off x="3338287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240087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1" name="Freeform 21"/>
            <p:cNvSpPr/>
            <p:nvPr/>
          </p:nvSpPr>
          <p:spPr>
            <a:xfrm>
              <a:off x="248689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2" name="Freeform 22"/>
            <p:cNvSpPr/>
            <p:nvPr/>
          </p:nvSpPr>
          <p:spPr>
            <a:xfrm>
              <a:off x="556732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629678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4" name="Freeform 24"/>
            <p:cNvSpPr/>
            <p:nvPr/>
          </p:nvSpPr>
          <p:spPr>
            <a:xfrm>
              <a:off x="567276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5" name="Freeform 25"/>
            <p:cNvSpPr/>
            <p:nvPr/>
          </p:nvSpPr>
          <p:spPr>
            <a:xfrm>
              <a:off x="796819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6" name="Freeform 26"/>
            <p:cNvSpPr/>
            <p:nvPr/>
          </p:nvSpPr>
          <p:spPr>
            <a:xfrm>
              <a:off x="890560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7" name="Freeform 27"/>
            <p:cNvSpPr/>
            <p:nvPr/>
          </p:nvSpPr>
          <p:spPr>
            <a:xfrm>
              <a:off x="796819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8" name="Freeform 28"/>
            <p:cNvSpPr/>
            <p:nvPr/>
          </p:nvSpPr>
          <p:spPr>
            <a:xfrm>
              <a:off x="805421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9" name="Freeform 29"/>
            <p:cNvSpPr/>
            <p:nvPr/>
          </p:nvSpPr>
          <p:spPr>
            <a:xfrm>
              <a:off x="556732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Freeform 30"/>
            <p:cNvSpPr/>
            <p:nvPr/>
          </p:nvSpPr>
          <p:spPr>
            <a:xfrm>
              <a:off x="629678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1" name="Freeform 31"/>
            <p:cNvSpPr/>
            <p:nvPr/>
          </p:nvSpPr>
          <p:spPr>
            <a:xfrm>
              <a:off x="567276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2" name="Freeform 32"/>
            <p:cNvSpPr/>
            <p:nvPr/>
          </p:nvSpPr>
          <p:spPr>
            <a:xfrm>
              <a:off x="796819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3" name="Freeform 33"/>
            <p:cNvSpPr/>
            <p:nvPr/>
          </p:nvSpPr>
          <p:spPr>
            <a:xfrm>
              <a:off x="890560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4" name="Freeform 34"/>
            <p:cNvSpPr/>
            <p:nvPr/>
          </p:nvSpPr>
          <p:spPr>
            <a:xfrm>
              <a:off x="796819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5" name="Freeform 35"/>
            <p:cNvSpPr/>
            <p:nvPr/>
          </p:nvSpPr>
          <p:spPr>
            <a:xfrm>
              <a:off x="805421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6" name="Freeform 36"/>
            <p:cNvSpPr/>
            <p:nvPr/>
          </p:nvSpPr>
          <p:spPr>
            <a:xfrm>
              <a:off x="1113464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/>
            <p:cNvSpPr/>
            <p:nvPr/>
          </p:nvSpPr>
          <p:spPr>
            <a:xfrm>
              <a:off x="1186410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8" name="Freeform 38"/>
            <p:cNvSpPr/>
            <p:nvPr/>
          </p:nvSpPr>
          <p:spPr>
            <a:xfrm>
              <a:off x="1124008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9" name="Freeform 39"/>
            <p:cNvSpPr/>
            <p:nvPr/>
          </p:nvSpPr>
          <p:spPr>
            <a:xfrm>
              <a:off x="1353551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0" name="Freeform 40"/>
            <p:cNvSpPr/>
            <p:nvPr/>
          </p:nvSpPr>
          <p:spPr>
            <a:xfrm>
              <a:off x="1447292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1" name="Freeform 41"/>
            <p:cNvSpPr/>
            <p:nvPr/>
          </p:nvSpPr>
          <p:spPr>
            <a:xfrm>
              <a:off x="1353551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2" name="Freeform 42"/>
            <p:cNvSpPr/>
            <p:nvPr/>
          </p:nvSpPr>
          <p:spPr>
            <a:xfrm>
              <a:off x="1362153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3" name="Freeform 43"/>
            <p:cNvSpPr/>
            <p:nvPr/>
          </p:nvSpPr>
          <p:spPr>
            <a:xfrm>
              <a:off x="1113464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/>
            <p:cNvSpPr/>
            <p:nvPr/>
          </p:nvSpPr>
          <p:spPr>
            <a:xfrm>
              <a:off x="1186410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5" name="Freeform 45"/>
            <p:cNvSpPr/>
            <p:nvPr/>
          </p:nvSpPr>
          <p:spPr>
            <a:xfrm>
              <a:off x="1124008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6" name="Freeform 46"/>
            <p:cNvSpPr/>
            <p:nvPr/>
          </p:nvSpPr>
          <p:spPr>
            <a:xfrm>
              <a:off x="1353551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7" name="Freeform 47"/>
            <p:cNvSpPr/>
            <p:nvPr/>
          </p:nvSpPr>
          <p:spPr>
            <a:xfrm>
              <a:off x="1447292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8" name="Freeform 48"/>
            <p:cNvSpPr/>
            <p:nvPr/>
          </p:nvSpPr>
          <p:spPr>
            <a:xfrm>
              <a:off x="1353551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9" name="Freeform 49"/>
            <p:cNvSpPr/>
            <p:nvPr/>
          </p:nvSpPr>
          <p:spPr>
            <a:xfrm>
              <a:off x="1362153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0" name="Freeform 50"/>
            <p:cNvSpPr/>
            <p:nvPr/>
          </p:nvSpPr>
          <p:spPr>
            <a:xfrm>
              <a:off x="167019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Freeform 51"/>
            <p:cNvSpPr/>
            <p:nvPr/>
          </p:nvSpPr>
          <p:spPr>
            <a:xfrm>
              <a:off x="174314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2" name="Freeform 52"/>
            <p:cNvSpPr/>
            <p:nvPr/>
          </p:nvSpPr>
          <p:spPr>
            <a:xfrm>
              <a:off x="168074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3" name="Freeform 53"/>
            <p:cNvSpPr/>
            <p:nvPr/>
          </p:nvSpPr>
          <p:spPr>
            <a:xfrm>
              <a:off x="191028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4" name="Freeform 54"/>
            <p:cNvSpPr/>
            <p:nvPr/>
          </p:nvSpPr>
          <p:spPr>
            <a:xfrm>
              <a:off x="200402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5" name="Freeform 55"/>
            <p:cNvSpPr/>
            <p:nvPr/>
          </p:nvSpPr>
          <p:spPr>
            <a:xfrm>
              <a:off x="191028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6" name="Freeform 56"/>
            <p:cNvSpPr/>
            <p:nvPr/>
          </p:nvSpPr>
          <p:spPr>
            <a:xfrm>
              <a:off x="191888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7" name="Freeform 57"/>
            <p:cNvSpPr/>
            <p:nvPr/>
          </p:nvSpPr>
          <p:spPr>
            <a:xfrm>
              <a:off x="167019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8" name="Freeform 58"/>
            <p:cNvSpPr/>
            <p:nvPr/>
          </p:nvSpPr>
          <p:spPr>
            <a:xfrm>
              <a:off x="174314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9" name="Freeform 59"/>
            <p:cNvSpPr/>
            <p:nvPr/>
          </p:nvSpPr>
          <p:spPr>
            <a:xfrm>
              <a:off x="168074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0" name="Freeform 60"/>
            <p:cNvSpPr/>
            <p:nvPr/>
          </p:nvSpPr>
          <p:spPr>
            <a:xfrm>
              <a:off x="191028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1" name="Freeform 61"/>
            <p:cNvSpPr/>
            <p:nvPr/>
          </p:nvSpPr>
          <p:spPr>
            <a:xfrm>
              <a:off x="200402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2" name="Freeform 62"/>
            <p:cNvSpPr/>
            <p:nvPr/>
          </p:nvSpPr>
          <p:spPr>
            <a:xfrm>
              <a:off x="191028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3" name="Freeform 63"/>
            <p:cNvSpPr/>
            <p:nvPr/>
          </p:nvSpPr>
          <p:spPr>
            <a:xfrm>
              <a:off x="191888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4" name="Freeform 64"/>
            <p:cNvSpPr/>
            <p:nvPr/>
          </p:nvSpPr>
          <p:spPr>
            <a:xfrm>
              <a:off x="222645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5" name="Freeform 65"/>
            <p:cNvSpPr/>
            <p:nvPr/>
          </p:nvSpPr>
          <p:spPr>
            <a:xfrm>
              <a:off x="229940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6" name="Freeform 66"/>
            <p:cNvSpPr/>
            <p:nvPr/>
          </p:nvSpPr>
          <p:spPr>
            <a:xfrm>
              <a:off x="223700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7" name="Freeform 67"/>
            <p:cNvSpPr/>
            <p:nvPr/>
          </p:nvSpPr>
          <p:spPr>
            <a:xfrm>
              <a:off x="246654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8" name="Freeform 68"/>
            <p:cNvSpPr/>
            <p:nvPr/>
          </p:nvSpPr>
          <p:spPr>
            <a:xfrm>
              <a:off x="256028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9" name="Freeform 69"/>
            <p:cNvSpPr/>
            <p:nvPr/>
          </p:nvSpPr>
          <p:spPr>
            <a:xfrm>
              <a:off x="246654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0" name="Freeform 70"/>
            <p:cNvSpPr/>
            <p:nvPr/>
          </p:nvSpPr>
          <p:spPr>
            <a:xfrm>
              <a:off x="247514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1" name="Freeform 71"/>
            <p:cNvSpPr/>
            <p:nvPr/>
          </p:nvSpPr>
          <p:spPr>
            <a:xfrm>
              <a:off x="222645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/>
            <p:cNvSpPr/>
            <p:nvPr/>
          </p:nvSpPr>
          <p:spPr>
            <a:xfrm>
              <a:off x="229940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3" name="Freeform 73"/>
            <p:cNvSpPr/>
            <p:nvPr/>
          </p:nvSpPr>
          <p:spPr>
            <a:xfrm>
              <a:off x="223700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4" name="Freeform 74"/>
            <p:cNvSpPr/>
            <p:nvPr/>
          </p:nvSpPr>
          <p:spPr>
            <a:xfrm>
              <a:off x="246654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5" name="Freeform 75"/>
            <p:cNvSpPr/>
            <p:nvPr/>
          </p:nvSpPr>
          <p:spPr>
            <a:xfrm>
              <a:off x="256028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6" name="Freeform 76"/>
            <p:cNvSpPr/>
            <p:nvPr/>
          </p:nvSpPr>
          <p:spPr>
            <a:xfrm>
              <a:off x="246654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7" name="Freeform 77"/>
            <p:cNvSpPr/>
            <p:nvPr/>
          </p:nvSpPr>
          <p:spPr>
            <a:xfrm>
              <a:off x="247514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78" name="Group 78"/>
          <p:cNvGrpSpPr/>
          <p:nvPr/>
        </p:nvGrpSpPr>
        <p:grpSpPr>
          <a:xfrm>
            <a:off x="7952655" y="665761"/>
            <a:ext cx="9318959" cy="8955478"/>
            <a:chOff x="0" y="0"/>
            <a:chExt cx="2454376" cy="2358644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2454376" cy="2358644"/>
            </a:xfrm>
            <a:custGeom>
              <a:avLst/>
              <a:gdLst/>
              <a:ahLst/>
              <a:cxnLst/>
              <a:rect l="l" t="t" r="r" b="b"/>
              <a:pathLst>
                <a:path w="2454376" h="2358644">
                  <a:moveTo>
                    <a:pt x="42369" y="0"/>
                  </a:moveTo>
                  <a:lnTo>
                    <a:pt x="2412007" y="0"/>
                  </a:lnTo>
                  <a:cubicBezTo>
                    <a:pt x="2423244" y="0"/>
                    <a:pt x="2434020" y="4464"/>
                    <a:pt x="2441966" y="12410"/>
                  </a:cubicBezTo>
                  <a:cubicBezTo>
                    <a:pt x="2449912" y="20355"/>
                    <a:pt x="2454376" y="31132"/>
                    <a:pt x="2454376" y="42369"/>
                  </a:cubicBezTo>
                  <a:lnTo>
                    <a:pt x="2454376" y="2316275"/>
                  </a:lnTo>
                  <a:cubicBezTo>
                    <a:pt x="2454376" y="2327512"/>
                    <a:pt x="2449912" y="2338289"/>
                    <a:pt x="2441966" y="2346235"/>
                  </a:cubicBezTo>
                  <a:cubicBezTo>
                    <a:pt x="2434020" y="2354181"/>
                    <a:pt x="2423244" y="2358644"/>
                    <a:pt x="2412007" y="2358644"/>
                  </a:cubicBezTo>
                  <a:lnTo>
                    <a:pt x="42369" y="2358644"/>
                  </a:lnTo>
                  <a:cubicBezTo>
                    <a:pt x="31132" y="2358644"/>
                    <a:pt x="20355" y="2354181"/>
                    <a:pt x="12410" y="2346235"/>
                  </a:cubicBezTo>
                  <a:cubicBezTo>
                    <a:pt x="4464" y="2338289"/>
                    <a:pt x="0" y="2327512"/>
                    <a:pt x="0" y="2316275"/>
                  </a:cubicBezTo>
                  <a:lnTo>
                    <a:pt x="0" y="42369"/>
                  </a:lnTo>
                  <a:cubicBezTo>
                    <a:pt x="0" y="31132"/>
                    <a:pt x="4464" y="20355"/>
                    <a:pt x="12410" y="12410"/>
                  </a:cubicBezTo>
                  <a:cubicBezTo>
                    <a:pt x="20355" y="4464"/>
                    <a:pt x="31132" y="0"/>
                    <a:pt x="42369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80" name="TextBox 80"/>
            <p:cNvSpPr txBox="1"/>
            <p:nvPr/>
          </p:nvSpPr>
          <p:spPr>
            <a:xfrm>
              <a:off x="0" y="-104775"/>
              <a:ext cx="2454376" cy="2463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sp>
        <p:nvSpPr>
          <p:cNvPr id="81" name="Freeform 81"/>
          <p:cNvSpPr/>
          <p:nvPr/>
        </p:nvSpPr>
        <p:spPr>
          <a:xfrm rot="5281261">
            <a:off x="15662857" y="280101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9" y="0"/>
                </a:lnTo>
                <a:lnTo>
                  <a:pt x="1421789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sp>
        <p:nvSpPr>
          <p:cNvPr id="82" name="Freeform 82"/>
          <p:cNvSpPr/>
          <p:nvPr/>
        </p:nvSpPr>
        <p:spPr>
          <a:xfrm rot="5281261">
            <a:off x="8205709" y="280101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9" y="0"/>
                </a:lnTo>
                <a:lnTo>
                  <a:pt x="1421789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sp>
        <p:nvSpPr>
          <p:cNvPr id="83" name="PHOTO__2"/>
          <p:cNvSpPr/>
          <p:nvPr/>
        </p:nvSpPr>
        <p:spPr>
          <a:xfrm>
            <a:off x="953704" y="772840"/>
            <a:ext cx="5922039" cy="8655288"/>
          </a:xfrm>
          <a:custGeom>
            <a:avLst/>
            <a:gdLst/>
            <a:ahLst/>
            <a:cxnLst/>
            <a:rect l="l" t="t" r="r" b="b"/>
            <a:pathLst>
              <a:path w="5922039" h="8655288">
                <a:moveTo>
                  <a:pt x="0" y="0"/>
                </a:moveTo>
                <a:lnTo>
                  <a:pt x="5922039" y="0"/>
                </a:lnTo>
                <a:lnTo>
                  <a:pt x="5922039" y="8655288"/>
                </a:lnTo>
                <a:lnTo>
                  <a:pt x="0" y="865528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</p:sp>
      <p:sp>
        <p:nvSpPr>
          <p:cNvPr id="85" name="TextBox 85"/>
          <p:cNvSpPr txBox="1"/>
          <p:nvPr/>
        </p:nvSpPr>
        <p:spPr>
          <a:xfrm>
            <a:off x="9144000" y="595481"/>
            <a:ext cx="6819771" cy="10272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365"/>
              </a:lnSpc>
              <a:spcBef>
                <a:spcPct val="0"/>
              </a:spcBef>
            </a:pPr>
            <a:r>
              <a:rPr lang="uz-Latn-UZ" sz="2400" spc="668" dirty="0">
                <a:solidFill>
                  <a:srgbClr val="3F3F3F"/>
                </a:solidFill>
                <a:latin typeface="Aloja"/>
                <a:ea typeface="Aloja"/>
                <a:cs typeface="Aloja"/>
                <a:sym typeface="Aloja"/>
              </a:rPr>
              <a:t>{{reja_1}}</a:t>
            </a:r>
            <a:endParaRPr lang="en-US" sz="2400" u="none" strike="noStrike" spc="668" dirty="0">
              <a:solidFill>
                <a:srgbClr val="3F3F3F"/>
              </a:solidFill>
              <a:latin typeface="Aloja"/>
              <a:ea typeface="Aloja"/>
              <a:cs typeface="Aloja"/>
              <a:sym typeface="Aloja"/>
            </a:endParaRPr>
          </a:p>
        </p:txBody>
      </p:sp>
      <p:sp>
        <p:nvSpPr>
          <p:cNvPr id="86" name="TextBox 86"/>
          <p:cNvSpPr txBox="1"/>
          <p:nvPr/>
        </p:nvSpPr>
        <p:spPr>
          <a:xfrm>
            <a:off x="8592302" y="3064025"/>
            <a:ext cx="8153845" cy="3718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00"/>
              </a:lnSpc>
              <a:spcBef>
                <a:spcPct val="0"/>
              </a:spcBef>
            </a:pPr>
            <a:r>
              <a:rPr lang="uz-Latn-UZ" sz="2000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{{reja_1_matni}}</a:t>
            </a:r>
            <a:endParaRPr lang="en-US" sz="2000" spc="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3208" y="-420686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382242" y="5506439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482494" y="-254179"/>
            <a:ext cx="20873911" cy="10961865"/>
            <a:chOff x="0" y="0"/>
            <a:chExt cx="27831881" cy="146158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72946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Freeform 10"/>
            <p:cNvSpPr/>
            <p:nvPr/>
          </p:nvSpPr>
          <p:spPr>
            <a:xfrm>
              <a:off x="10544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1" name="Freeform 11"/>
            <p:cNvSpPr/>
            <p:nvPr/>
          </p:nvSpPr>
          <p:spPr>
            <a:xfrm>
              <a:off x="240087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2" name="Freeform 12"/>
            <p:cNvSpPr/>
            <p:nvPr/>
          </p:nvSpPr>
          <p:spPr>
            <a:xfrm>
              <a:off x="3338287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0087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/>
            <p:cNvSpPr/>
            <p:nvPr/>
          </p:nvSpPr>
          <p:spPr>
            <a:xfrm>
              <a:off x="248689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5" name="Freeform 15"/>
            <p:cNvSpPr/>
            <p:nvPr/>
          </p:nvSpPr>
          <p:spPr>
            <a:xfrm>
              <a:off x="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72946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544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40087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>
              <a:off x="3338287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240087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1" name="Freeform 21"/>
            <p:cNvSpPr/>
            <p:nvPr/>
          </p:nvSpPr>
          <p:spPr>
            <a:xfrm>
              <a:off x="248689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2" name="Freeform 22"/>
            <p:cNvSpPr/>
            <p:nvPr/>
          </p:nvSpPr>
          <p:spPr>
            <a:xfrm>
              <a:off x="556732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629678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4" name="Freeform 24"/>
            <p:cNvSpPr/>
            <p:nvPr/>
          </p:nvSpPr>
          <p:spPr>
            <a:xfrm>
              <a:off x="567276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5" name="Freeform 25"/>
            <p:cNvSpPr/>
            <p:nvPr/>
          </p:nvSpPr>
          <p:spPr>
            <a:xfrm>
              <a:off x="796819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6" name="Freeform 26"/>
            <p:cNvSpPr/>
            <p:nvPr/>
          </p:nvSpPr>
          <p:spPr>
            <a:xfrm>
              <a:off x="890560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7" name="Freeform 27"/>
            <p:cNvSpPr/>
            <p:nvPr/>
          </p:nvSpPr>
          <p:spPr>
            <a:xfrm>
              <a:off x="796819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8" name="Freeform 28"/>
            <p:cNvSpPr/>
            <p:nvPr/>
          </p:nvSpPr>
          <p:spPr>
            <a:xfrm>
              <a:off x="805421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9" name="Freeform 29"/>
            <p:cNvSpPr/>
            <p:nvPr/>
          </p:nvSpPr>
          <p:spPr>
            <a:xfrm>
              <a:off x="556732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Freeform 30"/>
            <p:cNvSpPr/>
            <p:nvPr/>
          </p:nvSpPr>
          <p:spPr>
            <a:xfrm>
              <a:off x="629678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1" name="Freeform 31"/>
            <p:cNvSpPr/>
            <p:nvPr/>
          </p:nvSpPr>
          <p:spPr>
            <a:xfrm>
              <a:off x="567276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2" name="Freeform 32"/>
            <p:cNvSpPr/>
            <p:nvPr/>
          </p:nvSpPr>
          <p:spPr>
            <a:xfrm>
              <a:off x="796819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3" name="Freeform 33"/>
            <p:cNvSpPr/>
            <p:nvPr/>
          </p:nvSpPr>
          <p:spPr>
            <a:xfrm>
              <a:off x="890560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4" name="Freeform 34"/>
            <p:cNvSpPr/>
            <p:nvPr/>
          </p:nvSpPr>
          <p:spPr>
            <a:xfrm>
              <a:off x="796819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5" name="Freeform 35"/>
            <p:cNvSpPr/>
            <p:nvPr/>
          </p:nvSpPr>
          <p:spPr>
            <a:xfrm>
              <a:off x="805421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6" name="Freeform 36"/>
            <p:cNvSpPr/>
            <p:nvPr/>
          </p:nvSpPr>
          <p:spPr>
            <a:xfrm>
              <a:off x="1113464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/>
            <p:cNvSpPr/>
            <p:nvPr/>
          </p:nvSpPr>
          <p:spPr>
            <a:xfrm>
              <a:off x="1186410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8" name="Freeform 38"/>
            <p:cNvSpPr/>
            <p:nvPr/>
          </p:nvSpPr>
          <p:spPr>
            <a:xfrm>
              <a:off x="1124008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9" name="Freeform 39"/>
            <p:cNvSpPr/>
            <p:nvPr/>
          </p:nvSpPr>
          <p:spPr>
            <a:xfrm>
              <a:off x="1353551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0" name="Freeform 40"/>
            <p:cNvSpPr/>
            <p:nvPr/>
          </p:nvSpPr>
          <p:spPr>
            <a:xfrm>
              <a:off x="1447292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1" name="Freeform 41"/>
            <p:cNvSpPr/>
            <p:nvPr/>
          </p:nvSpPr>
          <p:spPr>
            <a:xfrm>
              <a:off x="1353551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2" name="Freeform 42"/>
            <p:cNvSpPr/>
            <p:nvPr/>
          </p:nvSpPr>
          <p:spPr>
            <a:xfrm>
              <a:off x="1362153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3" name="Freeform 43"/>
            <p:cNvSpPr/>
            <p:nvPr/>
          </p:nvSpPr>
          <p:spPr>
            <a:xfrm>
              <a:off x="1113464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/>
            <p:cNvSpPr/>
            <p:nvPr/>
          </p:nvSpPr>
          <p:spPr>
            <a:xfrm>
              <a:off x="1186410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5" name="Freeform 45"/>
            <p:cNvSpPr/>
            <p:nvPr/>
          </p:nvSpPr>
          <p:spPr>
            <a:xfrm>
              <a:off x="1124008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6" name="Freeform 46"/>
            <p:cNvSpPr/>
            <p:nvPr/>
          </p:nvSpPr>
          <p:spPr>
            <a:xfrm>
              <a:off x="1353551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7" name="Freeform 47"/>
            <p:cNvSpPr/>
            <p:nvPr/>
          </p:nvSpPr>
          <p:spPr>
            <a:xfrm>
              <a:off x="1447292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8" name="Freeform 48"/>
            <p:cNvSpPr/>
            <p:nvPr/>
          </p:nvSpPr>
          <p:spPr>
            <a:xfrm>
              <a:off x="1353551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9" name="Freeform 49"/>
            <p:cNvSpPr/>
            <p:nvPr/>
          </p:nvSpPr>
          <p:spPr>
            <a:xfrm>
              <a:off x="1362153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0" name="Freeform 50"/>
            <p:cNvSpPr/>
            <p:nvPr/>
          </p:nvSpPr>
          <p:spPr>
            <a:xfrm>
              <a:off x="167019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Freeform 51"/>
            <p:cNvSpPr/>
            <p:nvPr/>
          </p:nvSpPr>
          <p:spPr>
            <a:xfrm>
              <a:off x="174314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2" name="Freeform 52"/>
            <p:cNvSpPr/>
            <p:nvPr/>
          </p:nvSpPr>
          <p:spPr>
            <a:xfrm>
              <a:off x="168074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3" name="Freeform 53"/>
            <p:cNvSpPr/>
            <p:nvPr/>
          </p:nvSpPr>
          <p:spPr>
            <a:xfrm>
              <a:off x="191028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4" name="Freeform 54"/>
            <p:cNvSpPr/>
            <p:nvPr/>
          </p:nvSpPr>
          <p:spPr>
            <a:xfrm>
              <a:off x="200402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5" name="Freeform 55"/>
            <p:cNvSpPr/>
            <p:nvPr/>
          </p:nvSpPr>
          <p:spPr>
            <a:xfrm>
              <a:off x="191028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6" name="Freeform 56"/>
            <p:cNvSpPr/>
            <p:nvPr/>
          </p:nvSpPr>
          <p:spPr>
            <a:xfrm>
              <a:off x="191888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7" name="Freeform 57"/>
            <p:cNvSpPr/>
            <p:nvPr/>
          </p:nvSpPr>
          <p:spPr>
            <a:xfrm>
              <a:off x="167019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8" name="Freeform 58"/>
            <p:cNvSpPr/>
            <p:nvPr/>
          </p:nvSpPr>
          <p:spPr>
            <a:xfrm>
              <a:off x="174314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9" name="Freeform 59"/>
            <p:cNvSpPr/>
            <p:nvPr/>
          </p:nvSpPr>
          <p:spPr>
            <a:xfrm>
              <a:off x="168074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0" name="Freeform 60"/>
            <p:cNvSpPr/>
            <p:nvPr/>
          </p:nvSpPr>
          <p:spPr>
            <a:xfrm>
              <a:off x="191028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1" name="Freeform 61"/>
            <p:cNvSpPr/>
            <p:nvPr/>
          </p:nvSpPr>
          <p:spPr>
            <a:xfrm>
              <a:off x="200402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2" name="Freeform 62"/>
            <p:cNvSpPr/>
            <p:nvPr/>
          </p:nvSpPr>
          <p:spPr>
            <a:xfrm>
              <a:off x="191028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3" name="Freeform 63"/>
            <p:cNvSpPr/>
            <p:nvPr/>
          </p:nvSpPr>
          <p:spPr>
            <a:xfrm>
              <a:off x="191888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4" name="Freeform 64"/>
            <p:cNvSpPr/>
            <p:nvPr/>
          </p:nvSpPr>
          <p:spPr>
            <a:xfrm>
              <a:off x="222645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5" name="Freeform 65"/>
            <p:cNvSpPr/>
            <p:nvPr/>
          </p:nvSpPr>
          <p:spPr>
            <a:xfrm>
              <a:off x="229940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6" name="Freeform 66"/>
            <p:cNvSpPr/>
            <p:nvPr/>
          </p:nvSpPr>
          <p:spPr>
            <a:xfrm>
              <a:off x="223700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7" name="Freeform 67"/>
            <p:cNvSpPr/>
            <p:nvPr/>
          </p:nvSpPr>
          <p:spPr>
            <a:xfrm>
              <a:off x="246654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8" name="Freeform 68"/>
            <p:cNvSpPr/>
            <p:nvPr/>
          </p:nvSpPr>
          <p:spPr>
            <a:xfrm>
              <a:off x="256028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9" name="Freeform 69"/>
            <p:cNvSpPr/>
            <p:nvPr/>
          </p:nvSpPr>
          <p:spPr>
            <a:xfrm>
              <a:off x="246654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0" name="Freeform 70"/>
            <p:cNvSpPr/>
            <p:nvPr/>
          </p:nvSpPr>
          <p:spPr>
            <a:xfrm>
              <a:off x="247514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1" name="Freeform 71"/>
            <p:cNvSpPr/>
            <p:nvPr/>
          </p:nvSpPr>
          <p:spPr>
            <a:xfrm>
              <a:off x="222645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/>
            <p:cNvSpPr/>
            <p:nvPr/>
          </p:nvSpPr>
          <p:spPr>
            <a:xfrm>
              <a:off x="229940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3" name="Freeform 73"/>
            <p:cNvSpPr/>
            <p:nvPr/>
          </p:nvSpPr>
          <p:spPr>
            <a:xfrm>
              <a:off x="223700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4" name="Freeform 74"/>
            <p:cNvSpPr/>
            <p:nvPr/>
          </p:nvSpPr>
          <p:spPr>
            <a:xfrm>
              <a:off x="246654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5" name="Freeform 75"/>
            <p:cNvSpPr/>
            <p:nvPr/>
          </p:nvSpPr>
          <p:spPr>
            <a:xfrm>
              <a:off x="256028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6" name="Freeform 76"/>
            <p:cNvSpPr/>
            <p:nvPr/>
          </p:nvSpPr>
          <p:spPr>
            <a:xfrm>
              <a:off x="246654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7" name="Freeform 77"/>
            <p:cNvSpPr/>
            <p:nvPr/>
          </p:nvSpPr>
          <p:spPr>
            <a:xfrm>
              <a:off x="247514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78" name="Group 78"/>
          <p:cNvGrpSpPr/>
          <p:nvPr/>
        </p:nvGrpSpPr>
        <p:grpSpPr>
          <a:xfrm>
            <a:off x="638050" y="351122"/>
            <a:ext cx="17011900" cy="9353296"/>
            <a:chOff x="-126132" y="-104775"/>
            <a:chExt cx="4480500" cy="2463419"/>
          </a:xfrm>
        </p:grpSpPr>
        <p:sp>
          <p:nvSpPr>
            <p:cNvPr id="79" name="Freeform 79"/>
            <p:cNvSpPr/>
            <p:nvPr/>
          </p:nvSpPr>
          <p:spPr>
            <a:xfrm>
              <a:off x="-126132" y="-13784"/>
              <a:ext cx="4354368" cy="2358644"/>
            </a:xfrm>
            <a:custGeom>
              <a:avLst/>
              <a:gdLst/>
              <a:ahLst/>
              <a:cxnLst/>
              <a:rect l="l" t="t" r="r" b="b"/>
              <a:pathLst>
                <a:path w="4354368" h="2358644">
                  <a:moveTo>
                    <a:pt x="23882" y="0"/>
                  </a:moveTo>
                  <a:lnTo>
                    <a:pt x="4330486" y="0"/>
                  </a:lnTo>
                  <a:cubicBezTo>
                    <a:pt x="4336820" y="0"/>
                    <a:pt x="4342895" y="2516"/>
                    <a:pt x="4347373" y="6995"/>
                  </a:cubicBezTo>
                  <a:cubicBezTo>
                    <a:pt x="4351852" y="11474"/>
                    <a:pt x="4354368" y="17548"/>
                    <a:pt x="4354368" y="23882"/>
                  </a:cubicBezTo>
                  <a:lnTo>
                    <a:pt x="4354368" y="2334763"/>
                  </a:lnTo>
                  <a:cubicBezTo>
                    <a:pt x="4354368" y="2341096"/>
                    <a:pt x="4351852" y="2347171"/>
                    <a:pt x="4347373" y="2351650"/>
                  </a:cubicBezTo>
                  <a:cubicBezTo>
                    <a:pt x="4342895" y="2356128"/>
                    <a:pt x="4336820" y="2358644"/>
                    <a:pt x="4330486" y="2358644"/>
                  </a:cubicBezTo>
                  <a:lnTo>
                    <a:pt x="23882" y="2358644"/>
                  </a:lnTo>
                  <a:cubicBezTo>
                    <a:pt x="17548" y="2358644"/>
                    <a:pt x="11474" y="2356128"/>
                    <a:pt x="6995" y="2351650"/>
                  </a:cubicBezTo>
                  <a:cubicBezTo>
                    <a:pt x="2516" y="2347171"/>
                    <a:pt x="0" y="2341096"/>
                    <a:pt x="0" y="2334763"/>
                  </a:cubicBezTo>
                  <a:lnTo>
                    <a:pt x="0" y="23882"/>
                  </a:lnTo>
                  <a:cubicBezTo>
                    <a:pt x="0" y="17548"/>
                    <a:pt x="2516" y="11474"/>
                    <a:pt x="6995" y="6995"/>
                  </a:cubicBezTo>
                  <a:cubicBezTo>
                    <a:pt x="11474" y="2516"/>
                    <a:pt x="17548" y="0"/>
                    <a:pt x="23882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80" name="TextBox 80"/>
            <p:cNvSpPr txBox="1"/>
            <p:nvPr/>
          </p:nvSpPr>
          <p:spPr>
            <a:xfrm>
              <a:off x="0" y="-104775"/>
              <a:ext cx="4354368" cy="2463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sp>
        <p:nvSpPr>
          <p:cNvPr id="82" name="Freeform 82"/>
          <p:cNvSpPr/>
          <p:nvPr/>
        </p:nvSpPr>
        <p:spPr>
          <a:xfrm rot="5281261">
            <a:off x="15391117" y="643040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9" y="0"/>
                </a:lnTo>
                <a:lnTo>
                  <a:pt x="1421789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sp>
        <p:nvSpPr>
          <p:cNvPr id="83" name="Freeform 83"/>
          <p:cNvSpPr/>
          <p:nvPr/>
        </p:nvSpPr>
        <p:spPr>
          <a:xfrm rot="5281261">
            <a:off x="1475094" y="643040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9" y="0"/>
                </a:lnTo>
                <a:lnTo>
                  <a:pt x="1421789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sp>
        <p:nvSpPr>
          <p:cNvPr id="86" name="TextBox 86"/>
          <p:cNvSpPr txBox="1"/>
          <p:nvPr/>
        </p:nvSpPr>
        <p:spPr>
          <a:xfrm>
            <a:off x="3352799" y="725285"/>
            <a:ext cx="11887200" cy="10272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ctr">
              <a:lnSpc>
                <a:spcPts val="9365"/>
              </a:lnSpc>
              <a:spcBef>
                <a:spcPct val="0"/>
              </a:spcBef>
            </a:pPr>
            <a:r>
              <a:rPr lang="uz-Latn-UZ" sz="3200" spc="668" dirty="0">
                <a:solidFill>
                  <a:srgbClr val="3F3F3F"/>
                </a:solidFill>
                <a:latin typeface="Aloja"/>
                <a:ea typeface="Aloja"/>
                <a:cs typeface="Aloja"/>
                <a:sym typeface="Aloja"/>
              </a:rPr>
              <a:t>{{reja_1}}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1485900" y="2938014"/>
            <a:ext cx="15620999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200"/>
              </a:lnSpc>
              <a:spcBef>
                <a:spcPct val="0"/>
              </a:spcBef>
            </a:pPr>
            <a:r>
              <a:rPr lang="uz-Latn-UZ" sz="2000" u="none" strike="noStrike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{{reja_1_matni}}</a:t>
            </a:r>
            <a:endParaRPr lang="en-US" sz="2000" u="none" strike="noStrike" spc="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3208" y="-420686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382242" y="5506439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482494" y="-254179"/>
            <a:ext cx="20873911" cy="10961865"/>
            <a:chOff x="0" y="0"/>
            <a:chExt cx="27831881" cy="146158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72946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Freeform 10"/>
            <p:cNvSpPr/>
            <p:nvPr/>
          </p:nvSpPr>
          <p:spPr>
            <a:xfrm>
              <a:off x="10544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1" name="Freeform 11"/>
            <p:cNvSpPr/>
            <p:nvPr/>
          </p:nvSpPr>
          <p:spPr>
            <a:xfrm>
              <a:off x="240087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2" name="Freeform 12"/>
            <p:cNvSpPr/>
            <p:nvPr/>
          </p:nvSpPr>
          <p:spPr>
            <a:xfrm>
              <a:off x="3338287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0087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/>
            <p:cNvSpPr/>
            <p:nvPr/>
          </p:nvSpPr>
          <p:spPr>
            <a:xfrm>
              <a:off x="248689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5" name="Freeform 15"/>
            <p:cNvSpPr/>
            <p:nvPr/>
          </p:nvSpPr>
          <p:spPr>
            <a:xfrm>
              <a:off x="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72946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544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40087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>
              <a:off x="3338287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240087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1" name="Freeform 21"/>
            <p:cNvSpPr/>
            <p:nvPr/>
          </p:nvSpPr>
          <p:spPr>
            <a:xfrm>
              <a:off x="248689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2" name="Freeform 22"/>
            <p:cNvSpPr/>
            <p:nvPr/>
          </p:nvSpPr>
          <p:spPr>
            <a:xfrm>
              <a:off x="556732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629678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4" name="Freeform 24"/>
            <p:cNvSpPr/>
            <p:nvPr/>
          </p:nvSpPr>
          <p:spPr>
            <a:xfrm>
              <a:off x="567276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5" name="Freeform 25"/>
            <p:cNvSpPr/>
            <p:nvPr/>
          </p:nvSpPr>
          <p:spPr>
            <a:xfrm>
              <a:off x="796819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6" name="Freeform 26"/>
            <p:cNvSpPr/>
            <p:nvPr/>
          </p:nvSpPr>
          <p:spPr>
            <a:xfrm>
              <a:off x="890560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7" name="Freeform 27"/>
            <p:cNvSpPr/>
            <p:nvPr/>
          </p:nvSpPr>
          <p:spPr>
            <a:xfrm>
              <a:off x="796819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8" name="Freeform 28"/>
            <p:cNvSpPr/>
            <p:nvPr/>
          </p:nvSpPr>
          <p:spPr>
            <a:xfrm>
              <a:off x="805421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9" name="Freeform 29"/>
            <p:cNvSpPr/>
            <p:nvPr/>
          </p:nvSpPr>
          <p:spPr>
            <a:xfrm>
              <a:off x="556732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Freeform 30"/>
            <p:cNvSpPr/>
            <p:nvPr/>
          </p:nvSpPr>
          <p:spPr>
            <a:xfrm>
              <a:off x="629678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1" name="Freeform 31"/>
            <p:cNvSpPr/>
            <p:nvPr/>
          </p:nvSpPr>
          <p:spPr>
            <a:xfrm>
              <a:off x="567276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2" name="Freeform 32"/>
            <p:cNvSpPr/>
            <p:nvPr/>
          </p:nvSpPr>
          <p:spPr>
            <a:xfrm>
              <a:off x="796819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3" name="Freeform 33"/>
            <p:cNvSpPr/>
            <p:nvPr/>
          </p:nvSpPr>
          <p:spPr>
            <a:xfrm>
              <a:off x="890560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4" name="Freeform 34"/>
            <p:cNvSpPr/>
            <p:nvPr/>
          </p:nvSpPr>
          <p:spPr>
            <a:xfrm>
              <a:off x="796819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5" name="Freeform 35"/>
            <p:cNvSpPr/>
            <p:nvPr/>
          </p:nvSpPr>
          <p:spPr>
            <a:xfrm>
              <a:off x="805421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6" name="Freeform 36"/>
            <p:cNvSpPr/>
            <p:nvPr/>
          </p:nvSpPr>
          <p:spPr>
            <a:xfrm>
              <a:off x="1113464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/>
            <p:cNvSpPr/>
            <p:nvPr/>
          </p:nvSpPr>
          <p:spPr>
            <a:xfrm>
              <a:off x="1186410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8" name="Freeform 38"/>
            <p:cNvSpPr/>
            <p:nvPr/>
          </p:nvSpPr>
          <p:spPr>
            <a:xfrm>
              <a:off x="1124008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9" name="Freeform 39"/>
            <p:cNvSpPr/>
            <p:nvPr/>
          </p:nvSpPr>
          <p:spPr>
            <a:xfrm>
              <a:off x="1353551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0" name="Freeform 40"/>
            <p:cNvSpPr/>
            <p:nvPr/>
          </p:nvSpPr>
          <p:spPr>
            <a:xfrm>
              <a:off x="1447292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1" name="Freeform 41"/>
            <p:cNvSpPr/>
            <p:nvPr/>
          </p:nvSpPr>
          <p:spPr>
            <a:xfrm>
              <a:off x="1353551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2" name="Freeform 42"/>
            <p:cNvSpPr/>
            <p:nvPr/>
          </p:nvSpPr>
          <p:spPr>
            <a:xfrm>
              <a:off x="1362153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3" name="Freeform 43"/>
            <p:cNvSpPr/>
            <p:nvPr/>
          </p:nvSpPr>
          <p:spPr>
            <a:xfrm>
              <a:off x="1113464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/>
            <p:cNvSpPr/>
            <p:nvPr/>
          </p:nvSpPr>
          <p:spPr>
            <a:xfrm>
              <a:off x="1186410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5" name="Freeform 45"/>
            <p:cNvSpPr/>
            <p:nvPr/>
          </p:nvSpPr>
          <p:spPr>
            <a:xfrm>
              <a:off x="1124008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6" name="Freeform 46"/>
            <p:cNvSpPr/>
            <p:nvPr/>
          </p:nvSpPr>
          <p:spPr>
            <a:xfrm>
              <a:off x="1353551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7" name="Freeform 47"/>
            <p:cNvSpPr/>
            <p:nvPr/>
          </p:nvSpPr>
          <p:spPr>
            <a:xfrm>
              <a:off x="1447292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8" name="Freeform 48"/>
            <p:cNvSpPr/>
            <p:nvPr/>
          </p:nvSpPr>
          <p:spPr>
            <a:xfrm>
              <a:off x="1353551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9" name="Freeform 49"/>
            <p:cNvSpPr/>
            <p:nvPr/>
          </p:nvSpPr>
          <p:spPr>
            <a:xfrm>
              <a:off x="1362153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0" name="Freeform 50"/>
            <p:cNvSpPr/>
            <p:nvPr/>
          </p:nvSpPr>
          <p:spPr>
            <a:xfrm>
              <a:off x="167019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Freeform 51"/>
            <p:cNvSpPr/>
            <p:nvPr/>
          </p:nvSpPr>
          <p:spPr>
            <a:xfrm>
              <a:off x="174314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2" name="Freeform 52"/>
            <p:cNvSpPr/>
            <p:nvPr/>
          </p:nvSpPr>
          <p:spPr>
            <a:xfrm>
              <a:off x="168074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3" name="Freeform 53"/>
            <p:cNvSpPr/>
            <p:nvPr/>
          </p:nvSpPr>
          <p:spPr>
            <a:xfrm>
              <a:off x="191028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4" name="Freeform 54"/>
            <p:cNvSpPr/>
            <p:nvPr/>
          </p:nvSpPr>
          <p:spPr>
            <a:xfrm>
              <a:off x="200402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5" name="Freeform 55"/>
            <p:cNvSpPr/>
            <p:nvPr/>
          </p:nvSpPr>
          <p:spPr>
            <a:xfrm>
              <a:off x="191028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6" name="Freeform 56"/>
            <p:cNvSpPr/>
            <p:nvPr/>
          </p:nvSpPr>
          <p:spPr>
            <a:xfrm>
              <a:off x="191888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7" name="Freeform 57"/>
            <p:cNvSpPr/>
            <p:nvPr/>
          </p:nvSpPr>
          <p:spPr>
            <a:xfrm>
              <a:off x="167019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8" name="Freeform 58"/>
            <p:cNvSpPr/>
            <p:nvPr/>
          </p:nvSpPr>
          <p:spPr>
            <a:xfrm>
              <a:off x="174314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9" name="Freeform 59"/>
            <p:cNvSpPr/>
            <p:nvPr/>
          </p:nvSpPr>
          <p:spPr>
            <a:xfrm>
              <a:off x="168074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0" name="Freeform 60"/>
            <p:cNvSpPr/>
            <p:nvPr/>
          </p:nvSpPr>
          <p:spPr>
            <a:xfrm>
              <a:off x="191028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1" name="Freeform 61"/>
            <p:cNvSpPr/>
            <p:nvPr/>
          </p:nvSpPr>
          <p:spPr>
            <a:xfrm>
              <a:off x="200402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2" name="Freeform 62"/>
            <p:cNvSpPr/>
            <p:nvPr/>
          </p:nvSpPr>
          <p:spPr>
            <a:xfrm>
              <a:off x="191028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3" name="Freeform 63"/>
            <p:cNvSpPr/>
            <p:nvPr/>
          </p:nvSpPr>
          <p:spPr>
            <a:xfrm>
              <a:off x="191888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4" name="Freeform 64"/>
            <p:cNvSpPr/>
            <p:nvPr/>
          </p:nvSpPr>
          <p:spPr>
            <a:xfrm>
              <a:off x="222645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5" name="Freeform 65"/>
            <p:cNvSpPr/>
            <p:nvPr/>
          </p:nvSpPr>
          <p:spPr>
            <a:xfrm>
              <a:off x="229940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6" name="Freeform 66"/>
            <p:cNvSpPr/>
            <p:nvPr/>
          </p:nvSpPr>
          <p:spPr>
            <a:xfrm>
              <a:off x="223700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7" name="Freeform 67"/>
            <p:cNvSpPr/>
            <p:nvPr/>
          </p:nvSpPr>
          <p:spPr>
            <a:xfrm>
              <a:off x="246654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8" name="Freeform 68"/>
            <p:cNvSpPr/>
            <p:nvPr/>
          </p:nvSpPr>
          <p:spPr>
            <a:xfrm>
              <a:off x="256028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9" name="Freeform 69"/>
            <p:cNvSpPr/>
            <p:nvPr/>
          </p:nvSpPr>
          <p:spPr>
            <a:xfrm>
              <a:off x="246654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0" name="Freeform 70"/>
            <p:cNvSpPr/>
            <p:nvPr/>
          </p:nvSpPr>
          <p:spPr>
            <a:xfrm>
              <a:off x="247514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1" name="Freeform 71"/>
            <p:cNvSpPr/>
            <p:nvPr/>
          </p:nvSpPr>
          <p:spPr>
            <a:xfrm>
              <a:off x="222645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/>
            <p:cNvSpPr/>
            <p:nvPr/>
          </p:nvSpPr>
          <p:spPr>
            <a:xfrm>
              <a:off x="229940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3" name="Freeform 73"/>
            <p:cNvSpPr/>
            <p:nvPr/>
          </p:nvSpPr>
          <p:spPr>
            <a:xfrm>
              <a:off x="223700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4" name="Freeform 74"/>
            <p:cNvSpPr/>
            <p:nvPr/>
          </p:nvSpPr>
          <p:spPr>
            <a:xfrm>
              <a:off x="246654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5" name="Freeform 75"/>
            <p:cNvSpPr/>
            <p:nvPr/>
          </p:nvSpPr>
          <p:spPr>
            <a:xfrm>
              <a:off x="256028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6" name="Freeform 76"/>
            <p:cNvSpPr/>
            <p:nvPr/>
          </p:nvSpPr>
          <p:spPr>
            <a:xfrm>
              <a:off x="246654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7" name="Freeform 77"/>
            <p:cNvSpPr/>
            <p:nvPr/>
          </p:nvSpPr>
          <p:spPr>
            <a:xfrm>
              <a:off x="247514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78" name="Group 78"/>
          <p:cNvGrpSpPr/>
          <p:nvPr/>
        </p:nvGrpSpPr>
        <p:grpSpPr>
          <a:xfrm>
            <a:off x="1028700" y="665761"/>
            <a:ext cx="16532993" cy="8955478"/>
            <a:chOff x="0" y="0"/>
            <a:chExt cx="4354368" cy="2358644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4354368" cy="2358644"/>
            </a:xfrm>
            <a:custGeom>
              <a:avLst/>
              <a:gdLst/>
              <a:ahLst/>
              <a:cxnLst/>
              <a:rect l="l" t="t" r="r" b="b"/>
              <a:pathLst>
                <a:path w="4354368" h="2358644">
                  <a:moveTo>
                    <a:pt x="23882" y="0"/>
                  </a:moveTo>
                  <a:lnTo>
                    <a:pt x="4330486" y="0"/>
                  </a:lnTo>
                  <a:cubicBezTo>
                    <a:pt x="4336820" y="0"/>
                    <a:pt x="4342895" y="2516"/>
                    <a:pt x="4347373" y="6995"/>
                  </a:cubicBezTo>
                  <a:cubicBezTo>
                    <a:pt x="4351852" y="11474"/>
                    <a:pt x="4354368" y="17548"/>
                    <a:pt x="4354368" y="23882"/>
                  </a:cubicBezTo>
                  <a:lnTo>
                    <a:pt x="4354368" y="2334763"/>
                  </a:lnTo>
                  <a:cubicBezTo>
                    <a:pt x="4354368" y="2341096"/>
                    <a:pt x="4351852" y="2347171"/>
                    <a:pt x="4347373" y="2351650"/>
                  </a:cubicBezTo>
                  <a:cubicBezTo>
                    <a:pt x="4342895" y="2356128"/>
                    <a:pt x="4336820" y="2358644"/>
                    <a:pt x="4330486" y="2358644"/>
                  </a:cubicBezTo>
                  <a:lnTo>
                    <a:pt x="23882" y="2358644"/>
                  </a:lnTo>
                  <a:cubicBezTo>
                    <a:pt x="17548" y="2358644"/>
                    <a:pt x="11474" y="2356128"/>
                    <a:pt x="6995" y="2351650"/>
                  </a:cubicBezTo>
                  <a:cubicBezTo>
                    <a:pt x="2516" y="2347171"/>
                    <a:pt x="0" y="2341096"/>
                    <a:pt x="0" y="2334763"/>
                  </a:cubicBezTo>
                  <a:lnTo>
                    <a:pt x="0" y="23882"/>
                  </a:lnTo>
                  <a:cubicBezTo>
                    <a:pt x="0" y="17548"/>
                    <a:pt x="2516" y="11474"/>
                    <a:pt x="6995" y="6995"/>
                  </a:cubicBezTo>
                  <a:cubicBezTo>
                    <a:pt x="11474" y="2516"/>
                    <a:pt x="17548" y="0"/>
                    <a:pt x="23882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80" name="TextBox 80"/>
            <p:cNvSpPr txBox="1"/>
            <p:nvPr/>
          </p:nvSpPr>
          <p:spPr>
            <a:xfrm>
              <a:off x="0" y="-104775"/>
              <a:ext cx="4354368" cy="2463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sp>
        <p:nvSpPr>
          <p:cNvPr id="82" name="TextBox 82"/>
          <p:cNvSpPr txBox="1"/>
          <p:nvPr/>
        </p:nvSpPr>
        <p:spPr>
          <a:xfrm>
            <a:off x="1736766" y="1541406"/>
            <a:ext cx="6613231" cy="11614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365"/>
              </a:lnSpc>
            </a:pPr>
            <a:r>
              <a:rPr lang="uz-Latn-UZ" sz="6689" spc="668" dirty="0">
                <a:solidFill>
                  <a:srgbClr val="3F3F3F"/>
                </a:solidFill>
                <a:latin typeface="Aloja"/>
                <a:ea typeface="Aloja"/>
                <a:cs typeface="Aloja"/>
                <a:sym typeface="Aloja"/>
              </a:rPr>
              <a:t>{{reja_1}}</a:t>
            </a:r>
            <a:endParaRPr lang="en-US" sz="6689" spc="668" dirty="0">
              <a:solidFill>
                <a:srgbClr val="3F3F3F"/>
              </a:solidFill>
              <a:latin typeface="Aloja"/>
              <a:ea typeface="Aloja"/>
              <a:cs typeface="Aloja"/>
              <a:sym typeface="Aloja"/>
            </a:endParaRPr>
          </a:p>
        </p:txBody>
      </p:sp>
      <p:sp>
        <p:nvSpPr>
          <p:cNvPr id="83" name="TextBox 83"/>
          <p:cNvSpPr txBox="1"/>
          <p:nvPr/>
        </p:nvSpPr>
        <p:spPr>
          <a:xfrm>
            <a:off x="1600200" y="3848101"/>
            <a:ext cx="7121478" cy="371897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marL="0" lvl="0" indent="0" algn="l">
              <a:lnSpc>
                <a:spcPts val="3200"/>
              </a:lnSpc>
              <a:spcBef>
                <a:spcPct val="0"/>
              </a:spcBef>
            </a:pPr>
            <a:r>
              <a:rPr lang="uz-Latn-UZ" sz="2000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{{reja_1_matni}}</a:t>
            </a:r>
            <a:endParaRPr lang="en-US" sz="2000" spc="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84" name="TextBox 84"/>
          <p:cNvSpPr txBox="1"/>
          <p:nvPr/>
        </p:nvSpPr>
        <p:spPr>
          <a:xfrm>
            <a:off x="9915538" y="3795253"/>
            <a:ext cx="5858907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200"/>
              </a:lnSpc>
              <a:spcBef>
                <a:spcPct val="0"/>
              </a:spcBef>
            </a:pPr>
            <a:r>
              <a:rPr lang="uz-Latn-UZ" sz="2000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{{reja_1_matni}}</a:t>
            </a:r>
            <a:endParaRPr lang="en-US" sz="2000" spc="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86" name="Freeform 86"/>
          <p:cNvSpPr/>
          <p:nvPr/>
        </p:nvSpPr>
        <p:spPr>
          <a:xfrm rot="5281261">
            <a:off x="8700300" y="643040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9" y="0"/>
                </a:lnTo>
                <a:lnTo>
                  <a:pt x="1421789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3208" y="-420686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382242" y="5506439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482494" y="-254179"/>
            <a:ext cx="20873911" cy="10961865"/>
            <a:chOff x="0" y="0"/>
            <a:chExt cx="27831881" cy="146158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72946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Freeform 10"/>
            <p:cNvSpPr/>
            <p:nvPr/>
          </p:nvSpPr>
          <p:spPr>
            <a:xfrm>
              <a:off x="10544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1" name="Freeform 11"/>
            <p:cNvSpPr/>
            <p:nvPr/>
          </p:nvSpPr>
          <p:spPr>
            <a:xfrm>
              <a:off x="240087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2" name="Freeform 12"/>
            <p:cNvSpPr/>
            <p:nvPr/>
          </p:nvSpPr>
          <p:spPr>
            <a:xfrm>
              <a:off x="3338287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0087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/>
            <p:cNvSpPr/>
            <p:nvPr/>
          </p:nvSpPr>
          <p:spPr>
            <a:xfrm>
              <a:off x="248689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5" name="Freeform 15"/>
            <p:cNvSpPr/>
            <p:nvPr/>
          </p:nvSpPr>
          <p:spPr>
            <a:xfrm>
              <a:off x="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72946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544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40087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>
              <a:off x="3338287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240087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1" name="Freeform 21"/>
            <p:cNvSpPr/>
            <p:nvPr/>
          </p:nvSpPr>
          <p:spPr>
            <a:xfrm>
              <a:off x="248689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2" name="Freeform 22"/>
            <p:cNvSpPr/>
            <p:nvPr/>
          </p:nvSpPr>
          <p:spPr>
            <a:xfrm>
              <a:off x="556732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629678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4" name="Freeform 24"/>
            <p:cNvSpPr/>
            <p:nvPr/>
          </p:nvSpPr>
          <p:spPr>
            <a:xfrm>
              <a:off x="567276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5" name="Freeform 25"/>
            <p:cNvSpPr/>
            <p:nvPr/>
          </p:nvSpPr>
          <p:spPr>
            <a:xfrm>
              <a:off x="796819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6" name="Freeform 26"/>
            <p:cNvSpPr/>
            <p:nvPr/>
          </p:nvSpPr>
          <p:spPr>
            <a:xfrm>
              <a:off x="890560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7" name="Freeform 27"/>
            <p:cNvSpPr/>
            <p:nvPr/>
          </p:nvSpPr>
          <p:spPr>
            <a:xfrm>
              <a:off x="796819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8" name="Freeform 28"/>
            <p:cNvSpPr/>
            <p:nvPr/>
          </p:nvSpPr>
          <p:spPr>
            <a:xfrm>
              <a:off x="805421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9" name="Freeform 29"/>
            <p:cNvSpPr/>
            <p:nvPr/>
          </p:nvSpPr>
          <p:spPr>
            <a:xfrm>
              <a:off x="556732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Freeform 30"/>
            <p:cNvSpPr/>
            <p:nvPr/>
          </p:nvSpPr>
          <p:spPr>
            <a:xfrm>
              <a:off x="629678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1" name="Freeform 31"/>
            <p:cNvSpPr/>
            <p:nvPr/>
          </p:nvSpPr>
          <p:spPr>
            <a:xfrm>
              <a:off x="567276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2" name="Freeform 32"/>
            <p:cNvSpPr/>
            <p:nvPr/>
          </p:nvSpPr>
          <p:spPr>
            <a:xfrm>
              <a:off x="796819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3" name="Freeform 33"/>
            <p:cNvSpPr/>
            <p:nvPr/>
          </p:nvSpPr>
          <p:spPr>
            <a:xfrm>
              <a:off x="890560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4" name="Freeform 34"/>
            <p:cNvSpPr/>
            <p:nvPr/>
          </p:nvSpPr>
          <p:spPr>
            <a:xfrm>
              <a:off x="796819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5" name="Freeform 35"/>
            <p:cNvSpPr/>
            <p:nvPr/>
          </p:nvSpPr>
          <p:spPr>
            <a:xfrm>
              <a:off x="805421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6" name="Freeform 36"/>
            <p:cNvSpPr/>
            <p:nvPr/>
          </p:nvSpPr>
          <p:spPr>
            <a:xfrm>
              <a:off x="1113464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/>
            <p:cNvSpPr/>
            <p:nvPr/>
          </p:nvSpPr>
          <p:spPr>
            <a:xfrm>
              <a:off x="1186410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8" name="Freeform 38"/>
            <p:cNvSpPr/>
            <p:nvPr/>
          </p:nvSpPr>
          <p:spPr>
            <a:xfrm>
              <a:off x="1124008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9" name="Freeform 39"/>
            <p:cNvSpPr/>
            <p:nvPr/>
          </p:nvSpPr>
          <p:spPr>
            <a:xfrm>
              <a:off x="1353551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0" name="Freeform 40"/>
            <p:cNvSpPr/>
            <p:nvPr/>
          </p:nvSpPr>
          <p:spPr>
            <a:xfrm>
              <a:off x="1447292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1" name="Freeform 41"/>
            <p:cNvSpPr/>
            <p:nvPr/>
          </p:nvSpPr>
          <p:spPr>
            <a:xfrm>
              <a:off x="1353551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2" name="Freeform 42"/>
            <p:cNvSpPr/>
            <p:nvPr/>
          </p:nvSpPr>
          <p:spPr>
            <a:xfrm>
              <a:off x="1362153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3" name="Freeform 43"/>
            <p:cNvSpPr/>
            <p:nvPr/>
          </p:nvSpPr>
          <p:spPr>
            <a:xfrm>
              <a:off x="1113464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/>
            <p:cNvSpPr/>
            <p:nvPr/>
          </p:nvSpPr>
          <p:spPr>
            <a:xfrm>
              <a:off x="1186410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5" name="Freeform 45"/>
            <p:cNvSpPr/>
            <p:nvPr/>
          </p:nvSpPr>
          <p:spPr>
            <a:xfrm>
              <a:off x="1124008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6" name="Freeform 46"/>
            <p:cNvSpPr/>
            <p:nvPr/>
          </p:nvSpPr>
          <p:spPr>
            <a:xfrm>
              <a:off x="1353551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7" name="Freeform 47"/>
            <p:cNvSpPr/>
            <p:nvPr/>
          </p:nvSpPr>
          <p:spPr>
            <a:xfrm>
              <a:off x="1447292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8" name="Freeform 48"/>
            <p:cNvSpPr/>
            <p:nvPr/>
          </p:nvSpPr>
          <p:spPr>
            <a:xfrm>
              <a:off x="1353551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9" name="Freeform 49"/>
            <p:cNvSpPr/>
            <p:nvPr/>
          </p:nvSpPr>
          <p:spPr>
            <a:xfrm>
              <a:off x="1362153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0" name="Freeform 50"/>
            <p:cNvSpPr/>
            <p:nvPr/>
          </p:nvSpPr>
          <p:spPr>
            <a:xfrm>
              <a:off x="167019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Freeform 51"/>
            <p:cNvSpPr/>
            <p:nvPr/>
          </p:nvSpPr>
          <p:spPr>
            <a:xfrm>
              <a:off x="174314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2" name="Freeform 52"/>
            <p:cNvSpPr/>
            <p:nvPr/>
          </p:nvSpPr>
          <p:spPr>
            <a:xfrm>
              <a:off x="168074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3" name="Freeform 53"/>
            <p:cNvSpPr/>
            <p:nvPr/>
          </p:nvSpPr>
          <p:spPr>
            <a:xfrm>
              <a:off x="191028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4" name="Freeform 54"/>
            <p:cNvSpPr/>
            <p:nvPr/>
          </p:nvSpPr>
          <p:spPr>
            <a:xfrm>
              <a:off x="200402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5" name="Freeform 55"/>
            <p:cNvSpPr/>
            <p:nvPr/>
          </p:nvSpPr>
          <p:spPr>
            <a:xfrm>
              <a:off x="191028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6" name="Freeform 56"/>
            <p:cNvSpPr/>
            <p:nvPr/>
          </p:nvSpPr>
          <p:spPr>
            <a:xfrm>
              <a:off x="191888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7" name="Freeform 57"/>
            <p:cNvSpPr/>
            <p:nvPr/>
          </p:nvSpPr>
          <p:spPr>
            <a:xfrm>
              <a:off x="167019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8" name="Freeform 58"/>
            <p:cNvSpPr/>
            <p:nvPr/>
          </p:nvSpPr>
          <p:spPr>
            <a:xfrm>
              <a:off x="174314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9" name="Freeform 59"/>
            <p:cNvSpPr/>
            <p:nvPr/>
          </p:nvSpPr>
          <p:spPr>
            <a:xfrm>
              <a:off x="168074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0" name="Freeform 60"/>
            <p:cNvSpPr/>
            <p:nvPr/>
          </p:nvSpPr>
          <p:spPr>
            <a:xfrm>
              <a:off x="191028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1" name="Freeform 61"/>
            <p:cNvSpPr/>
            <p:nvPr/>
          </p:nvSpPr>
          <p:spPr>
            <a:xfrm>
              <a:off x="200402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2" name="Freeform 62"/>
            <p:cNvSpPr/>
            <p:nvPr/>
          </p:nvSpPr>
          <p:spPr>
            <a:xfrm>
              <a:off x="191028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3" name="Freeform 63"/>
            <p:cNvSpPr/>
            <p:nvPr/>
          </p:nvSpPr>
          <p:spPr>
            <a:xfrm>
              <a:off x="191888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4" name="Freeform 64"/>
            <p:cNvSpPr/>
            <p:nvPr/>
          </p:nvSpPr>
          <p:spPr>
            <a:xfrm>
              <a:off x="222645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5" name="Freeform 65"/>
            <p:cNvSpPr/>
            <p:nvPr/>
          </p:nvSpPr>
          <p:spPr>
            <a:xfrm>
              <a:off x="229940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6" name="Freeform 66"/>
            <p:cNvSpPr/>
            <p:nvPr/>
          </p:nvSpPr>
          <p:spPr>
            <a:xfrm>
              <a:off x="223700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7" name="Freeform 67"/>
            <p:cNvSpPr/>
            <p:nvPr/>
          </p:nvSpPr>
          <p:spPr>
            <a:xfrm>
              <a:off x="246654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8" name="Freeform 68"/>
            <p:cNvSpPr/>
            <p:nvPr/>
          </p:nvSpPr>
          <p:spPr>
            <a:xfrm>
              <a:off x="256028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9" name="Freeform 69"/>
            <p:cNvSpPr/>
            <p:nvPr/>
          </p:nvSpPr>
          <p:spPr>
            <a:xfrm>
              <a:off x="246654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0" name="Freeform 70"/>
            <p:cNvSpPr/>
            <p:nvPr/>
          </p:nvSpPr>
          <p:spPr>
            <a:xfrm>
              <a:off x="247514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1" name="Freeform 71"/>
            <p:cNvSpPr/>
            <p:nvPr/>
          </p:nvSpPr>
          <p:spPr>
            <a:xfrm>
              <a:off x="222645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/>
            <p:cNvSpPr/>
            <p:nvPr/>
          </p:nvSpPr>
          <p:spPr>
            <a:xfrm>
              <a:off x="229940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3" name="Freeform 73"/>
            <p:cNvSpPr/>
            <p:nvPr/>
          </p:nvSpPr>
          <p:spPr>
            <a:xfrm>
              <a:off x="223700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4" name="Freeform 74"/>
            <p:cNvSpPr/>
            <p:nvPr/>
          </p:nvSpPr>
          <p:spPr>
            <a:xfrm>
              <a:off x="246654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5" name="Freeform 75"/>
            <p:cNvSpPr/>
            <p:nvPr/>
          </p:nvSpPr>
          <p:spPr>
            <a:xfrm>
              <a:off x="256028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6" name="Freeform 76"/>
            <p:cNvSpPr/>
            <p:nvPr/>
          </p:nvSpPr>
          <p:spPr>
            <a:xfrm>
              <a:off x="246654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7" name="Freeform 77"/>
            <p:cNvSpPr/>
            <p:nvPr/>
          </p:nvSpPr>
          <p:spPr>
            <a:xfrm>
              <a:off x="247514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78" name="Group 78"/>
          <p:cNvGrpSpPr/>
          <p:nvPr/>
        </p:nvGrpSpPr>
        <p:grpSpPr>
          <a:xfrm>
            <a:off x="9094311" y="665761"/>
            <a:ext cx="8467382" cy="8955478"/>
            <a:chOff x="0" y="0"/>
            <a:chExt cx="2230092" cy="2358644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2230092" cy="2358644"/>
            </a:xfrm>
            <a:custGeom>
              <a:avLst/>
              <a:gdLst/>
              <a:ahLst/>
              <a:cxnLst/>
              <a:rect l="l" t="t" r="r" b="b"/>
              <a:pathLst>
                <a:path w="2230092" h="2358644">
                  <a:moveTo>
                    <a:pt x="46630" y="0"/>
                  </a:moveTo>
                  <a:lnTo>
                    <a:pt x="2183462" y="0"/>
                  </a:lnTo>
                  <a:cubicBezTo>
                    <a:pt x="2195829" y="0"/>
                    <a:pt x="2207689" y="4913"/>
                    <a:pt x="2216434" y="13658"/>
                  </a:cubicBezTo>
                  <a:cubicBezTo>
                    <a:pt x="2225179" y="22403"/>
                    <a:pt x="2230092" y="34263"/>
                    <a:pt x="2230092" y="46630"/>
                  </a:cubicBezTo>
                  <a:lnTo>
                    <a:pt x="2230092" y="2312014"/>
                  </a:lnTo>
                  <a:cubicBezTo>
                    <a:pt x="2230092" y="2324381"/>
                    <a:pt x="2225179" y="2336242"/>
                    <a:pt x="2216434" y="2344987"/>
                  </a:cubicBezTo>
                  <a:cubicBezTo>
                    <a:pt x="2207689" y="2353732"/>
                    <a:pt x="2195829" y="2358644"/>
                    <a:pt x="2183462" y="2358644"/>
                  </a:cubicBezTo>
                  <a:lnTo>
                    <a:pt x="46630" y="2358644"/>
                  </a:lnTo>
                  <a:cubicBezTo>
                    <a:pt x="20877" y="2358644"/>
                    <a:pt x="0" y="2337767"/>
                    <a:pt x="0" y="2312014"/>
                  </a:cubicBezTo>
                  <a:lnTo>
                    <a:pt x="0" y="46630"/>
                  </a:lnTo>
                  <a:cubicBezTo>
                    <a:pt x="0" y="34263"/>
                    <a:pt x="4913" y="22403"/>
                    <a:pt x="13658" y="13658"/>
                  </a:cubicBezTo>
                  <a:cubicBezTo>
                    <a:pt x="22403" y="4913"/>
                    <a:pt x="34263" y="0"/>
                    <a:pt x="46630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80" name="TextBox 80"/>
            <p:cNvSpPr txBox="1"/>
            <p:nvPr/>
          </p:nvSpPr>
          <p:spPr>
            <a:xfrm>
              <a:off x="0" y="-104775"/>
              <a:ext cx="2230092" cy="2463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1031612" y="665761"/>
            <a:ext cx="7518840" cy="8955478"/>
            <a:chOff x="0" y="0"/>
            <a:chExt cx="1980271" cy="2358644"/>
          </a:xfrm>
        </p:grpSpPr>
        <p:sp>
          <p:nvSpPr>
            <p:cNvPr id="82" name="Freeform 82"/>
            <p:cNvSpPr/>
            <p:nvPr/>
          </p:nvSpPr>
          <p:spPr>
            <a:xfrm>
              <a:off x="0" y="0"/>
              <a:ext cx="1980271" cy="2358644"/>
            </a:xfrm>
            <a:custGeom>
              <a:avLst/>
              <a:gdLst/>
              <a:ahLst/>
              <a:cxnLst/>
              <a:rect l="l" t="t" r="r" b="b"/>
              <a:pathLst>
                <a:path w="1980271" h="2358644">
                  <a:moveTo>
                    <a:pt x="52513" y="0"/>
                  </a:moveTo>
                  <a:lnTo>
                    <a:pt x="1927758" y="0"/>
                  </a:lnTo>
                  <a:cubicBezTo>
                    <a:pt x="1941685" y="0"/>
                    <a:pt x="1955042" y="5533"/>
                    <a:pt x="1964890" y="15381"/>
                  </a:cubicBezTo>
                  <a:cubicBezTo>
                    <a:pt x="1974738" y="25229"/>
                    <a:pt x="1980271" y="38586"/>
                    <a:pt x="1980271" y="52513"/>
                  </a:cubicBezTo>
                  <a:lnTo>
                    <a:pt x="1980271" y="2306131"/>
                  </a:lnTo>
                  <a:cubicBezTo>
                    <a:pt x="1980271" y="2335133"/>
                    <a:pt x="1956760" y="2358644"/>
                    <a:pt x="1927758" y="2358644"/>
                  </a:cubicBezTo>
                  <a:lnTo>
                    <a:pt x="52513" y="2358644"/>
                  </a:lnTo>
                  <a:cubicBezTo>
                    <a:pt x="23511" y="2358644"/>
                    <a:pt x="0" y="2335133"/>
                    <a:pt x="0" y="2306131"/>
                  </a:cubicBezTo>
                  <a:lnTo>
                    <a:pt x="0" y="52513"/>
                  </a:lnTo>
                  <a:cubicBezTo>
                    <a:pt x="0" y="23511"/>
                    <a:pt x="23511" y="0"/>
                    <a:pt x="52513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83" name="TextBox 83"/>
            <p:cNvSpPr txBox="1"/>
            <p:nvPr/>
          </p:nvSpPr>
          <p:spPr>
            <a:xfrm>
              <a:off x="0" y="-104775"/>
              <a:ext cx="1980271" cy="2463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sp>
        <p:nvSpPr>
          <p:cNvPr id="85" name="Freeform 85"/>
          <p:cNvSpPr/>
          <p:nvPr/>
        </p:nvSpPr>
        <p:spPr>
          <a:xfrm rot="5281261">
            <a:off x="12617108" y="139757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8" y="0"/>
                </a:lnTo>
                <a:lnTo>
                  <a:pt x="1421788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sp>
        <p:nvSpPr>
          <p:cNvPr id="86" name="Freeform 86"/>
          <p:cNvSpPr/>
          <p:nvPr/>
        </p:nvSpPr>
        <p:spPr>
          <a:xfrm rot="5281261">
            <a:off x="4080137" y="139757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9" y="0"/>
                </a:lnTo>
                <a:lnTo>
                  <a:pt x="1421789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sp>
        <p:nvSpPr>
          <p:cNvPr id="89" name="TextBox 84">
            <a:extLst>
              <a:ext uri="{FF2B5EF4-FFF2-40B4-BE49-F238E27FC236}">
                <a16:creationId xmlns:a16="http://schemas.microsoft.com/office/drawing/2014/main" id="{59D592CD-09C4-406F-B360-5267E151388E}"/>
              </a:ext>
            </a:extLst>
          </p:cNvPr>
          <p:cNvSpPr txBox="1"/>
          <p:nvPr/>
        </p:nvSpPr>
        <p:spPr>
          <a:xfrm>
            <a:off x="1676399" y="2608758"/>
            <a:ext cx="6568395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200"/>
              </a:lnSpc>
              <a:spcBef>
                <a:spcPct val="0"/>
              </a:spcBef>
            </a:pPr>
            <a:r>
              <a:rPr lang="uz-Latn-UZ" sz="2000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{{reja_1_matni}}</a:t>
            </a:r>
            <a:endParaRPr lang="en-US" sz="2000" spc="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90" name="TextBox 84">
            <a:extLst>
              <a:ext uri="{FF2B5EF4-FFF2-40B4-BE49-F238E27FC236}">
                <a16:creationId xmlns:a16="http://schemas.microsoft.com/office/drawing/2014/main" id="{E7C1B27E-AF38-4E90-BF9A-7922B1A359C5}"/>
              </a:ext>
            </a:extLst>
          </p:cNvPr>
          <p:cNvSpPr txBox="1"/>
          <p:nvPr/>
        </p:nvSpPr>
        <p:spPr>
          <a:xfrm>
            <a:off x="10164608" y="2606779"/>
            <a:ext cx="7056591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200"/>
              </a:lnSpc>
              <a:spcBef>
                <a:spcPct val="0"/>
              </a:spcBef>
            </a:pPr>
            <a:r>
              <a:rPr lang="uz-Latn-UZ" sz="2000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{{reja_1_matni}}</a:t>
            </a:r>
            <a:endParaRPr lang="en-US" sz="2000" spc="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3208" y="-420686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382242" y="5506439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482494" y="-254179"/>
            <a:ext cx="20873911" cy="10961865"/>
            <a:chOff x="0" y="0"/>
            <a:chExt cx="27831881" cy="146158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72946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Freeform 10"/>
            <p:cNvSpPr/>
            <p:nvPr/>
          </p:nvSpPr>
          <p:spPr>
            <a:xfrm>
              <a:off x="10544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1" name="Freeform 11"/>
            <p:cNvSpPr/>
            <p:nvPr/>
          </p:nvSpPr>
          <p:spPr>
            <a:xfrm>
              <a:off x="240087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2" name="Freeform 12"/>
            <p:cNvSpPr/>
            <p:nvPr/>
          </p:nvSpPr>
          <p:spPr>
            <a:xfrm>
              <a:off x="3338287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0087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/>
            <p:cNvSpPr/>
            <p:nvPr/>
          </p:nvSpPr>
          <p:spPr>
            <a:xfrm>
              <a:off x="248689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5" name="Freeform 15"/>
            <p:cNvSpPr/>
            <p:nvPr/>
          </p:nvSpPr>
          <p:spPr>
            <a:xfrm>
              <a:off x="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72946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544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40087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>
              <a:off x="3338287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240087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1" name="Freeform 21"/>
            <p:cNvSpPr/>
            <p:nvPr/>
          </p:nvSpPr>
          <p:spPr>
            <a:xfrm>
              <a:off x="248689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2" name="Freeform 22"/>
            <p:cNvSpPr/>
            <p:nvPr/>
          </p:nvSpPr>
          <p:spPr>
            <a:xfrm>
              <a:off x="556732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629678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4" name="Freeform 24"/>
            <p:cNvSpPr/>
            <p:nvPr/>
          </p:nvSpPr>
          <p:spPr>
            <a:xfrm>
              <a:off x="567276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5" name="Freeform 25"/>
            <p:cNvSpPr/>
            <p:nvPr/>
          </p:nvSpPr>
          <p:spPr>
            <a:xfrm>
              <a:off x="796819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6" name="Freeform 26"/>
            <p:cNvSpPr/>
            <p:nvPr/>
          </p:nvSpPr>
          <p:spPr>
            <a:xfrm>
              <a:off x="890560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7" name="Freeform 27"/>
            <p:cNvSpPr/>
            <p:nvPr/>
          </p:nvSpPr>
          <p:spPr>
            <a:xfrm>
              <a:off x="796819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8" name="Freeform 28"/>
            <p:cNvSpPr/>
            <p:nvPr/>
          </p:nvSpPr>
          <p:spPr>
            <a:xfrm>
              <a:off x="805421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9" name="Freeform 29"/>
            <p:cNvSpPr/>
            <p:nvPr/>
          </p:nvSpPr>
          <p:spPr>
            <a:xfrm>
              <a:off x="556732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Freeform 30"/>
            <p:cNvSpPr/>
            <p:nvPr/>
          </p:nvSpPr>
          <p:spPr>
            <a:xfrm>
              <a:off x="629678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1" name="Freeform 31"/>
            <p:cNvSpPr/>
            <p:nvPr/>
          </p:nvSpPr>
          <p:spPr>
            <a:xfrm>
              <a:off x="567276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2" name="Freeform 32"/>
            <p:cNvSpPr/>
            <p:nvPr/>
          </p:nvSpPr>
          <p:spPr>
            <a:xfrm>
              <a:off x="796819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3" name="Freeform 33"/>
            <p:cNvSpPr/>
            <p:nvPr/>
          </p:nvSpPr>
          <p:spPr>
            <a:xfrm>
              <a:off x="890560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4" name="Freeform 34"/>
            <p:cNvSpPr/>
            <p:nvPr/>
          </p:nvSpPr>
          <p:spPr>
            <a:xfrm>
              <a:off x="796819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5" name="Freeform 35"/>
            <p:cNvSpPr/>
            <p:nvPr/>
          </p:nvSpPr>
          <p:spPr>
            <a:xfrm>
              <a:off x="805421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6" name="Freeform 36"/>
            <p:cNvSpPr/>
            <p:nvPr/>
          </p:nvSpPr>
          <p:spPr>
            <a:xfrm>
              <a:off x="1113464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/>
            <p:cNvSpPr/>
            <p:nvPr/>
          </p:nvSpPr>
          <p:spPr>
            <a:xfrm>
              <a:off x="1186410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8" name="Freeform 38"/>
            <p:cNvSpPr/>
            <p:nvPr/>
          </p:nvSpPr>
          <p:spPr>
            <a:xfrm>
              <a:off x="1124008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9" name="Freeform 39"/>
            <p:cNvSpPr/>
            <p:nvPr/>
          </p:nvSpPr>
          <p:spPr>
            <a:xfrm>
              <a:off x="1353551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0" name="Freeform 40"/>
            <p:cNvSpPr/>
            <p:nvPr/>
          </p:nvSpPr>
          <p:spPr>
            <a:xfrm>
              <a:off x="1447292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1" name="Freeform 41"/>
            <p:cNvSpPr/>
            <p:nvPr/>
          </p:nvSpPr>
          <p:spPr>
            <a:xfrm>
              <a:off x="1353551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2" name="Freeform 42"/>
            <p:cNvSpPr/>
            <p:nvPr/>
          </p:nvSpPr>
          <p:spPr>
            <a:xfrm>
              <a:off x="1362153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3" name="Freeform 43"/>
            <p:cNvSpPr/>
            <p:nvPr/>
          </p:nvSpPr>
          <p:spPr>
            <a:xfrm>
              <a:off x="1113464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/>
            <p:cNvSpPr/>
            <p:nvPr/>
          </p:nvSpPr>
          <p:spPr>
            <a:xfrm>
              <a:off x="1186410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5" name="Freeform 45"/>
            <p:cNvSpPr/>
            <p:nvPr/>
          </p:nvSpPr>
          <p:spPr>
            <a:xfrm>
              <a:off x="1124008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6" name="Freeform 46"/>
            <p:cNvSpPr/>
            <p:nvPr/>
          </p:nvSpPr>
          <p:spPr>
            <a:xfrm>
              <a:off x="1353551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7" name="Freeform 47"/>
            <p:cNvSpPr/>
            <p:nvPr/>
          </p:nvSpPr>
          <p:spPr>
            <a:xfrm>
              <a:off x="1447292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8" name="Freeform 48"/>
            <p:cNvSpPr/>
            <p:nvPr/>
          </p:nvSpPr>
          <p:spPr>
            <a:xfrm>
              <a:off x="1353551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9" name="Freeform 49"/>
            <p:cNvSpPr/>
            <p:nvPr/>
          </p:nvSpPr>
          <p:spPr>
            <a:xfrm>
              <a:off x="1362153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0" name="Freeform 50"/>
            <p:cNvSpPr/>
            <p:nvPr/>
          </p:nvSpPr>
          <p:spPr>
            <a:xfrm>
              <a:off x="167019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Freeform 51"/>
            <p:cNvSpPr/>
            <p:nvPr/>
          </p:nvSpPr>
          <p:spPr>
            <a:xfrm>
              <a:off x="174314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2" name="Freeform 52"/>
            <p:cNvSpPr/>
            <p:nvPr/>
          </p:nvSpPr>
          <p:spPr>
            <a:xfrm>
              <a:off x="168074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3" name="Freeform 53"/>
            <p:cNvSpPr/>
            <p:nvPr/>
          </p:nvSpPr>
          <p:spPr>
            <a:xfrm>
              <a:off x="191028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4" name="Freeform 54"/>
            <p:cNvSpPr/>
            <p:nvPr/>
          </p:nvSpPr>
          <p:spPr>
            <a:xfrm>
              <a:off x="200402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5" name="Freeform 55"/>
            <p:cNvSpPr/>
            <p:nvPr/>
          </p:nvSpPr>
          <p:spPr>
            <a:xfrm>
              <a:off x="191028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6" name="Freeform 56"/>
            <p:cNvSpPr/>
            <p:nvPr/>
          </p:nvSpPr>
          <p:spPr>
            <a:xfrm>
              <a:off x="191888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7" name="Freeform 57"/>
            <p:cNvSpPr/>
            <p:nvPr/>
          </p:nvSpPr>
          <p:spPr>
            <a:xfrm>
              <a:off x="167019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8" name="Freeform 58"/>
            <p:cNvSpPr/>
            <p:nvPr/>
          </p:nvSpPr>
          <p:spPr>
            <a:xfrm>
              <a:off x="174314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9" name="Freeform 59"/>
            <p:cNvSpPr/>
            <p:nvPr/>
          </p:nvSpPr>
          <p:spPr>
            <a:xfrm>
              <a:off x="168074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0" name="Freeform 60"/>
            <p:cNvSpPr/>
            <p:nvPr/>
          </p:nvSpPr>
          <p:spPr>
            <a:xfrm>
              <a:off x="191028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1" name="Freeform 61"/>
            <p:cNvSpPr/>
            <p:nvPr/>
          </p:nvSpPr>
          <p:spPr>
            <a:xfrm>
              <a:off x="200402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2" name="Freeform 62"/>
            <p:cNvSpPr/>
            <p:nvPr/>
          </p:nvSpPr>
          <p:spPr>
            <a:xfrm>
              <a:off x="191028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3" name="Freeform 63"/>
            <p:cNvSpPr/>
            <p:nvPr/>
          </p:nvSpPr>
          <p:spPr>
            <a:xfrm>
              <a:off x="191888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4" name="Freeform 64"/>
            <p:cNvSpPr/>
            <p:nvPr/>
          </p:nvSpPr>
          <p:spPr>
            <a:xfrm>
              <a:off x="222645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5" name="Freeform 65"/>
            <p:cNvSpPr/>
            <p:nvPr/>
          </p:nvSpPr>
          <p:spPr>
            <a:xfrm>
              <a:off x="229940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6" name="Freeform 66"/>
            <p:cNvSpPr/>
            <p:nvPr/>
          </p:nvSpPr>
          <p:spPr>
            <a:xfrm>
              <a:off x="223700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7" name="Freeform 67"/>
            <p:cNvSpPr/>
            <p:nvPr/>
          </p:nvSpPr>
          <p:spPr>
            <a:xfrm>
              <a:off x="246654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8" name="Freeform 68"/>
            <p:cNvSpPr/>
            <p:nvPr/>
          </p:nvSpPr>
          <p:spPr>
            <a:xfrm>
              <a:off x="256028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9" name="Freeform 69"/>
            <p:cNvSpPr/>
            <p:nvPr/>
          </p:nvSpPr>
          <p:spPr>
            <a:xfrm>
              <a:off x="246654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0" name="Freeform 70"/>
            <p:cNvSpPr/>
            <p:nvPr/>
          </p:nvSpPr>
          <p:spPr>
            <a:xfrm>
              <a:off x="247514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1" name="Freeform 71"/>
            <p:cNvSpPr/>
            <p:nvPr/>
          </p:nvSpPr>
          <p:spPr>
            <a:xfrm>
              <a:off x="222645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/>
            <p:cNvSpPr/>
            <p:nvPr/>
          </p:nvSpPr>
          <p:spPr>
            <a:xfrm>
              <a:off x="229940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3" name="Freeform 73"/>
            <p:cNvSpPr/>
            <p:nvPr/>
          </p:nvSpPr>
          <p:spPr>
            <a:xfrm>
              <a:off x="223700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4" name="Freeform 74"/>
            <p:cNvSpPr/>
            <p:nvPr/>
          </p:nvSpPr>
          <p:spPr>
            <a:xfrm>
              <a:off x="246654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5" name="Freeform 75"/>
            <p:cNvSpPr/>
            <p:nvPr/>
          </p:nvSpPr>
          <p:spPr>
            <a:xfrm>
              <a:off x="256028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6" name="Freeform 76"/>
            <p:cNvSpPr/>
            <p:nvPr/>
          </p:nvSpPr>
          <p:spPr>
            <a:xfrm>
              <a:off x="246654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7" name="Freeform 77"/>
            <p:cNvSpPr/>
            <p:nvPr/>
          </p:nvSpPr>
          <p:spPr>
            <a:xfrm>
              <a:off x="247514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78" name="Group 78"/>
          <p:cNvGrpSpPr/>
          <p:nvPr/>
        </p:nvGrpSpPr>
        <p:grpSpPr>
          <a:xfrm>
            <a:off x="962178" y="1028700"/>
            <a:ext cx="16532993" cy="8955478"/>
            <a:chOff x="0" y="0"/>
            <a:chExt cx="4354368" cy="2358644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4354368" cy="2358644"/>
            </a:xfrm>
            <a:custGeom>
              <a:avLst/>
              <a:gdLst/>
              <a:ahLst/>
              <a:cxnLst/>
              <a:rect l="l" t="t" r="r" b="b"/>
              <a:pathLst>
                <a:path w="4354368" h="2358644">
                  <a:moveTo>
                    <a:pt x="23882" y="0"/>
                  </a:moveTo>
                  <a:lnTo>
                    <a:pt x="4330486" y="0"/>
                  </a:lnTo>
                  <a:cubicBezTo>
                    <a:pt x="4336820" y="0"/>
                    <a:pt x="4342895" y="2516"/>
                    <a:pt x="4347373" y="6995"/>
                  </a:cubicBezTo>
                  <a:cubicBezTo>
                    <a:pt x="4351852" y="11474"/>
                    <a:pt x="4354368" y="17548"/>
                    <a:pt x="4354368" y="23882"/>
                  </a:cubicBezTo>
                  <a:lnTo>
                    <a:pt x="4354368" y="2334763"/>
                  </a:lnTo>
                  <a:cubicBezTo>
                    <a:pt x="4354368" y="2341096"/>
                    <a:pt x="4351852" y="2347171"/>
                    <a:pt x="4347373" y="2351650"/>
                  </a:cubicBezTo>
                  <a:cubicBezTo>
                    <a:pt x="4342895" y="2356128"/>
                    <a:pt x="4336820" y="2358644"/>
                    <a:pt x="4330486" y="2358644"/>
                  </a:cubicBezTo>
                  <a:lnTo>
                    <a:pt x="23882" y="2358644"/>
                  </a:lnTo>
                  <a:cubicBezTo>
                    <a:pt x="17548" y="2358644"/>
                    <a:pt x="11474" y="2356128"/>
                    <a:pt x="6995" y="2351650"/>
                  </a:cubicBezTo>
                  <a:cubicBezTo>
                    <a:pt x="2516" y="2347171"/>
                    <a:pt x="0" y="2341096"/>
                    <a:pt x="0" y="2334763"/>
                  </a:cubicBezTo>
                  <a:lnTo>
                    <a:pt x="0" y="23882"/>
                  </a:lnTo>
                  <a:cubicBezTo>
                    <a:pt x="0" y="17548"/>
                    <a:pt x="2516" y="11474"/>
                    <a:pt x="6995" y="6995"/>
                  </a:cubicBezTo>
                  <a:cubicBezTo>
                    <a:pt x="11474" y="2516"/>
                    <a:pt x="17548" y="0"/>
                    <a:pt x="23882" y="0"/>
                  </a:cubicBezTo>
                  <a:close/>
                </a:path>
              </a:pathLst>
            </a:custGeom>
            <a:solidFill>
              <a:srgbClr val="FAF2E9"/>
            </a:solidFill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0" y="-104775"/>
              <a:ext cx="4354368" cy="2463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1776009" y="304912"/>
            <a:ext cx="14735982" cy="1447576"/>
            <a:chOff x="0" y="0"/>
            <a:chExt cx="19647976" cy="1930102"/>
          </a:xfrm>
        </p:grpSpPr>
        <p:sp>
          <p:nvSpPr>
            <p:cNvPr id="82" name="Freeform 82"/>
            <p:cNvSpPr/>
            <p:nvPr/>
          </p:nvSpPr>
          <p:spPr>
            <a:xfrm rot="5281261">
              <a:off x="18153478" y="450837"/>
              <a:ext cx="1895718" cy="1028427"/>
            </a:xfrm>
            <a:custGeom>
              <a:avLst/>
              <a:gdLst/>
              <a:ahLst/>
              <a:cxnLst/>
              <a:rect l="l" t="t" r="r" b="b"/>
              <a:pathLst>
                <a:path w="1895718" h="1028427">
                  <a:moveTo>
                    <a:pt x="0" y="0"/>
                  </a:moveTo>
                  <a:lnTo>
                    <a:pt x="1895718" y="0"/>
                  </a:lnTo>
                  <a:lnTo>
                    <a:pt x="1895718" y="1028428"/>
                  </a:lnTo>
                  <a:lnTo>
                    <a:pt x="0" y="1028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/>
              </a:stretch>
            </a:blipFill>
          </p:spPr>
        </p:sp>
        <p:sp>
          <p:nvSpPr>
            <p:cNvPr id="83" name="Freeform 83"/>
            <p:cNvSpPr/>
            <p:nvPr/>
          </p:nvSpPr>
          <p:spPr>
            <a:xfrm rot="5281261">
              <a:off x="-401220" y="450837"/>
              <a:ext cx="1895718" cy="1028427"/>
            </a:xfrm>
            <a:custGeom>
              <a:avLst/>
              <a:gdLst/>
              <a:ahLst/>
              <a:cxnLst/>
              <a:rect l="l" t="t" r="r" b="b"/>
              <a:pathLst>
                <a:path w="1895718" h="1028427">
                  <a:moveTo>
                    <a:pt x="0" y="0"/>
                  </a:moveTo>
                  <a:lnTo>
                    <a:pt x="1895718" y="0"/>
                  </a:lnTo>
                  <a:lnTo>
                    <a:pt x="1895718" y="1028428"/>
                  </a:lnTo>
                  <a:lnTo>
                    <a:pt x="0" y="1028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/>
              </a:stretch>
            </a:blipFill>
          </p:spPr>
        </p:sp>
      </p:grpSp>
      <p:sp>
        <p:nvSpPr>
          <p:cNvPr id="84" name="Freeform 84"/>
          <p:cNvSpPr/>
          <p:nvPr/>
        </p:nvSpPr>
        <p:spPr>
          <a:xfrm>
            <a:off x="689335" y="3540801"/>
            <a:ext cx="1968838" cy="2027118"/>
          </a:xfrm>
          <a:custGeom>
            <a:avLst/>
            <a:gdLst/>
            <a:ahLst/>
            <a:cxnLst/>
            <a:rect l="l" t="t" r="r" b="b"/>
            <a:pathLst>
              <a:path w="1968838" h="2027118">
                <a:moveTo>
                  <a:pt x="0" y="0"/>
                </a:moveTo>
                <a:lnTo>
                  <a:pt x="1968839" y="0"/>
                </a:lnTo>
                <a:lnTo>
                  <a:pt x="1968839" y="2027118"/>
                </a:lnTo>
                <a:lnTo>
                  <a:pt x="0" y="202711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</p:sp>
      <p:sp>
        <p:nvSpPr>
          <p:cNvPr id="86" name="Freeform 86"/>
          <p:cNvSpPr/>
          <p:nvPr/>
        </p:nvSpPr>
        <p:spPr>
          <a:xfrm>
            <a:off x="13620984" y="1962501"/>
            <a:ext cx="4025170" cy="1834204"/>
          </a:xfrm>
          <a:custGeom>
            <a:avLst/>
            <a:gdLst/>
            <a:ahLst/>
            <a:cxnLst/>
            <a:rect l="l" t="t" r="r" b="b"/>
            <a:pathLst>
              <a:path w="4974060" h="2505118">
                <a:moveTo>
                  <a:pt x="0" y="0"/>
                </a:moveTo>
                <a:lnTo>
                  <a:pt x="4974060" y="0"/>
                </a:lnTo>
                <a:lnTo>
                  <a:pt x="4974060" y="2505117"/>
                </a:lnTo>
                <a:lnTo>
                  <a:pt x="0" y="2505117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</p:sp>
      <p:sp>
        <p:nvSpPr>
          <p:cNvPr id="87" name="Freeform 87"/>
          <p:cNvSpPr/>
          <p:nvPr/>
        </p:nvSpPr>
        <p:spPr>
          <a:xfrm>
            <a:off x="14478080" y="2225383"/>
            <a:ext cx="2609827" cy="1110363"/>
          </a:xfrm>
          <a:custGeom>
            <a:avLst/>
            <a:gdLst/>
            <a:ahLst/>
            <a:cxnLst/>
            <a:rect l="l" t="t" r="r" b="b"/>
            <a:pathLst>
              <a:path w="2609827" h="1110363">
                <a:moveTo>
                  <a:pt x="0" y="0"/>
                </a:moveTo>
                <a:lnTo>
                  <a:pt x="2609827" y="0"/>
                </a:lnTo>
                <a:lnTo>
                  <a:pt x="2609827" y="1110363"/>
                </a:lnTo>
                <a:lnTo>
                  <a:pt x="0" y="1110363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ru-RU" dirty="0"/>
          </a:p>
        </p:txBody>
      </p:sp>
      <p:sp>
        <p:nvSpPr>
          <p:cNvPr id="88" name="TextBox 88"/>
          <p:cNvSpPr txBox="1"/>
          <p:nvPr/>
        </p:nvSpPr>
        <p:spPr>
          <a:xfrm>
            <a:off x="2895600" y="1286056"/>
            <a:ext cx="10536164" cy="11614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365"/>
              </a:lnSpc>
              <a:spcBef>
                <a:spcPct val="0"/>
              </a:spcBef>
            </a:pPr>
            <a:r>
              <a:rPr lang="uz-Latn-UZ" sz="6689" spc="668" dirty="0">
                <a:solidFill>
                  <a:srgbClr val="3F3F3F"/>
                </a:solidFill>
                <a:latin typeface="Aloja"/>
                <a:ea typeface="Aloja"/>
                <a:cs typeface="Aloja"/>
                <a:sym typeface="Aloja"/>
              </a:rPr>
              <a:t>{{reja_2}}</a:t>
            </a:r>
            <a:endParaRPr lang="en-US" sz="6689" u="none" strike="noStrike" spc="668" dirty="0">
              <a:solidFill>
                <a:srgbClr val="3F3F3F"/>
              </a:solidFill>
              <a:latin typeface="Aloja"/>
              <a:ea typeface="Aloja"/>
              <a:cs typeface="Aloja"/>
              <a:sym typeface="Aloja"/>
            </a:endParaRPr>
          </a:p>
        </p:txBody>
      </p:sp>
      <p:sp>
        <p:nvSpPr>
          <p:cNvPr id="89" name="TextBox 89"/>
          <p:cNvSpPr txBox="1"/>
          <p:nvPr/>
        </p:nvSpPr>
        <p:spPr>
          <a:xfrm>
            <a:off x="2658173" y="4642852"/>
            <a:ext cx="5876227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200"/>
              </a:lnSpc>
              <a:spcBef>
                <a:spcPct val="0"/>
              </a:spcBef>
            </a:pPr>
            <a:r>
              <a:rPr lang="uz-Latn-UZ" sz="2000" u="none" strike="noStrike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{{reja_2_matni}}</a:t>
            </a:r>
            <a:endParaRPr lang="en-US" sz="2000" u="none" strike="noStrike" spc="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90" name="TextBox 90"/>
          <p:cNvSpPr txBox="1"/>
          <p:nvPr/>
        </p:nvSpPr>
        <p:spPr>
          <a:xfrm>
            <a:off x="9879102" y="4554360"/>
            <a:ext cx="7092538" cy="3718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00"/>
              </a:lnSpc>
              <a:spcBef>
                <a:spcPct val="0"/>
              </a:spcBef>
            </a:pPr>
            <a:r>
              <a:rPr lang="uz-Latn-UZ" sz="2000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{{reja_2_matni}}</a:t>
            </a:r>
            <a:endParaRPr lang="en-US" sz="2000" spc="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3208" y="-420686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382242" y="5506439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482494" y="-254179"/>
            <a:ext cx="20873911" cy="10961865"/>
            <a:chOff x="0" y="0"/>
            <a:chExt cx="27831881" cy="146158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72946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Freeform 10"/>
            <p:cNvSpPr/>
            <p:nvPr/>
          </p:nvSpPr>
          <p:spPr>
            <a:xfrm>
              <a:off x="10544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1" name="Freeform 11"/>
            <p:cNvSpPr/>
            <p:nvPr/>
          </p:nvSpPr>
          <p:spPr>
            <a:xfrm>
              <a:off x="240087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2" name="Freeform 12"/>
            <p:cNvSpPr/>
            <p:nvPr/>
          </p:nvSpPr>
          <p:spPr>
            <a:xfrm>
              <a:off x="3338287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0087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/>
            <p:cNvSpPr/>
            <p:nvPr/>
          </p:nvSpPr>
          <p:spPr>
            <a:xfrm>
              <a:off x="248689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5" name="Freeform 15"/>
            <p:cNvSpPr/>
            <p:nvPr/>
          </p:nvSpPr>
          <p:spPr>
            <a:xfrm>
              <a:off x="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72946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544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40087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>
              <a:off x="3338287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240087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1" name="Freeform 21"/>
            <p:cNvSpPr/>
            <p:nvPr/>
          </p:nvSpPr>
          <p:spPr>
            <a:xfrm>
              <a:off x="248689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2" name="Freeform 22"/>
            <p:cNvSpPr/>
            <p:nvPr/>
          </p:nvSpPr>
          <p:spPr>
            <a:xfrm>
              <a:off x="556732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629678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4" name="Freeform 24"/>
            <p:cNvSpPr/>
            <p:nvPr/>
          </p:nvSpPr>
          <p:spPr>
            <a:xfrm>
              <a:off x="567276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5" name="Freeform 25"/>
            <p:cNvSpPr/>
            <p:nvPr/>
          </p:nvSpPr>
          <p:spPr>
            <a:xfrm>
              <a:off x="796819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6" name="Freeform 26"/>
            <p:cNvSpPr/>
            <p:nvPr/>
          </p:nvSpPr>
          <p:spPr>
            <a:xfrm>
              <a:off x="890560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7" name="Freeform 27"/>
            <p:cNvSpPr/>
            <p:nvPr/>
          </p:nvSpPr>
          <p:spPr>
            <a:xfrm>
              <a:off x="796819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8" name="Freeform 28"/>
            <p:cNvSpPr/>
            <p:nvPr/>
          </p:nvSpPr>
          <p:spPr>
            <a:xfrm>
              <a:off x="805421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9" name="Freeform 29"/>
            <p:cNvSpPr/>
            <p:nvPr/>
          </p:nvSpPr>
          <p:spPr>
            <a:xfrm>
              <a:off x="556732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Freeform 30"/>
            <p:cNvSpPr/>
            <p:nvPr/>
          </p:nvSpPr>
          <p:spPr>
            <a:xfrm>
              <a:off x="629678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1" name="Freeform 31"/>
            <p:cNvSpPr/>
            <p:nvPr/>
          </p:nvSpPr>
          <p:spPr>
            <a:xfrm>
              <a:off x="567276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2" name="Freeform 32"/>
            <p:cNvSpPr/>
            <p:nvPr/>
          </p:nvSpPr>
          <p:spPr>
            <a:xfrm>
              <a:off x="796819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3" name="Freeform 33"/>
            <p:cNvSpPr/>
            <p:nvPr/>
          </p:nvSpPr>
          <p:spPr>
            <a:xfrm>
              <a:off x="890560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4" name="Freeform 34"/>
            <p:cNvSpPr/>
            <p:nvPr/>
          </p:nvSpPr>
          <p:spPr>
            <a:xfrm>
              <a:off x="796819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5" name="Freeform 35"/>
            <p:cNvSpPr/>
            <p:nvPr/>
          </p:nvSpPr>
          <p:spPr>
            <a:xfrm>
              <a:off x="805421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6" name="Freeform 36"/>
            <p:cNvSpPr/>
            <p:nvPr/>
          </p:nvSpPr>
          <p:spPr>
            <a:xfrm>
              <a:off x="1113464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/>
            <p:cNvSpPr/>
            <p:nvPr/>
          </p:nvSpPr>
          <p:spPr>
            <a:xfrm>
              <a:off x="1186410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8" name="Freeform 38"/>
            <p:cNvSpPr/>
            <p:nvPr/>
          </p:nvSpPr>
          <p:spPr>
            <a:xfrm>
              <a:off x="1124008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9" name="Freeform 39"/>
            <p:cNvSpPr/>
            <p:nvPr/>
          </p:nvSpPr>
          <p:spPr>
            <a:xfrm>
              <a:off x="1353551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0" name="Freeform 40"/>
            <p:cNvSpPr/>
            <p:nvPr/>
          </p:nvSpPr>
          <p:spPr>
            <a:xfrm>
              <a:off x="1447292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1" name="Freeform 41"/>
            <p:cNvSpPr/>
            <p:nvPr/>
          </p:nvSpPr>
          <p:spPr>
            <a:xfrm>
              <a:off x="1353551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2" name="Freeform 42"/>
            <p:cNvSpPr/>
            <p:nvPr/>
          </p:nvSpPr>
          <p:spPr>
            <a:xfrm>
              <a:off x="1362153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3" name="Freeform 43"/>
            <p:cNvSpPr/>
            <p:nvPr/>
          </p:nvSpPr>
          <p:spPr>
            <a:xfrm>
              <a:off x="1113464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/>
            <p:cNvSpPr/>
            <p:nvPr/>
          </p:nvSpPr>
          <p:spPr>
            <a:xfrm>
              <a:off x="1186410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5" name="Freeform 45"/>
            <p:cNvSpPr/>
            <p:nvPr/>
          </p:nvSpPr>
          <p:spPr>
            <a:xfrm>
              <a:off x="1124008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6" name="Freeform 46"/>
            <p:cNvSpPr/>
            <p:nvPr/>
          </p:nvSpPr>
          <p:spPr>
            <a:xfrm>
              <a:off x="1353551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7" name="Freeform 47"/>
            <p:cNvSpPr/>
            <p:nvPr/>
          </p:nvSpPr>
          <p:spPr>
            <a:xfrm>
              <a:off x="1447292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8" name="Freeform 48"/>
            <p:cNvSpPr/>
            <p:nvPr/>
          </p:nvSpPr>
          <p:spPr>
            <a:xfrm>
              <a:off x="1353551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9" name="Freeform 49"/>
            <p:cNvSpPr/>
            <p:nvPr/>
          </p:nvSpPr>
          <p:spPr>
            <a:xfrm>
              <a:off x="1362153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0" name="Freeform 50"/>
            <p:cNvSpPr/>
            <p:nvPr/>
          </p:nvSpPr>
          <p:spPr>
            <a:xfrm>
              <a:off x="167019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Freeform 51"/>
            <p:cNvSpPr/>
            <p:nvPr/>
          </p:nvSpPr>
          <p:spPr>
            <a:xfrm>
              <a:off x="174314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2" name="Freeform 52"/>
            <p:cNvSpPr/>
            <p:nvPr/>
          </p:nvSpPr>
          <p:spPr>
            <a:xfrm>
              <a:off x="168074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3" name="Freeform 53"/>
            <p:cNvSpPr/>
            <p:nvPr/>
          </p:nvSpPr>
          <p:spPr>
            <a:xfrm>
              <a:off x="191028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4" name="Freeform 54"/>
            <p:cNvSpPr/>
            <p:nvPr/>
          </p:nvSpPr>
          <p:spPr>
            <a:xfrm>
              <a:off x="200402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5" name="Freeform 55"/>
            <p:cNvSpPr/>
            <p:nvPr/>
          </p:nvSpPr>
          <p:spPr>
            <a:xfrm>
              <a:off x="191028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6" name="Freeform 56"/>
            <p:cNvSpPr/>
            <p:nvPr/>
          </p:nvSpPr>
          <p:spPr>
            <a:xfrm>
              <a:off x="191888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7" name="Freeform 57"/>
            <p:cNvSpPr/>
            <p:nvPr/>
          </p:nvSpPr>
          <p:spPr>
            <a:xfrm>
              <a:off x="167019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8" name="Freeform 58"/>
            <p:cNvSpPr/>
            <p:nvPr/>
          </p:nvSpPr>
          <p:spPr>
            <a:xfrm>
              <a:off x="174314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9" name="Freeform 59"/>
            <p:cNvSpPr/>
            <p:nvPr/>
          </p:nvSpPr>
          <p:spPr>
            <a:xfrm>
              <a:off x="168074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0" name="Freeform 60"/>
            <p:cNvSpPr/>
            <p:nvPr/>
          </p:nvSpPr>
          <p:spPr>
            <a:xfrm>
              <a:off x="191028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1" name="Freeform 61"/>
            <p:cNvSpPr/>
            <p:nvPr/>
          </p:nvSpPr>
          <p:spPr>
            <a:xfrm>
              <a:off x="200402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2" name="Freeform 62"/>
            <p:cNvSpPr/>
            <p:nvPr/>
          </p:nvSpPr>
          <p:spPr>
            <a:xfrm>
              <a:off x="191028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3" name="Freeform 63"/>
            <p:cNvSpPr/>
            <p:nvPr/>
          </p:nvSpPr>
          <p:spPr>
            <a:xfrm>
              <a:off x="191888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4" name="Freeform 64"/>
            <p:cNvSpPr/>
            <p:nvPr/>
          </p:nvSpPr>
          <p:spPr>
            <a:xfrm>
              <a:off x="222645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5" name="Freeform 65"/>
            <p:cNvSpPr/>
            <p:nvPr/>
          </p:nvSpPr>
          <p:spPr>
            <a:xfrm>
              <a:off x="229940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6" name="Freeform 66"/>
            <p:cNvSpPr/>
            <p:nvPr/>
          </p:nvSpPr>
          <p:spPr>
            <a:xfrm>
              <a:off x="223700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7" name="Freeform 67"/>
            <p:cNvSpPr/>
            <p:nvPr/>
          </p:nvSpPr>
          <p:spPr>
            <a:xfrm>
              <a:off x="246654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8" name="Freeform 68"/>
            <p:cNvSpPr/>
            <p:nvPr/>
          </p:nvSpPr>
          <p:spPr>
            <a:xfrm>
              <a:off x="256028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9" name="Freeform 69"/>
            <p:cNvSpPr/>
            <p:nvPr/>
          </p:nvSpPr>
          <p:spPr>
            <a:xfrm>
              <a:off x="246654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0" name="Freeform 70"/>
            <p:cNvSpPr/>
            <p:nvPr/>
          </p:nvSpPr>
          <p:spPr>
            <a:xfrm>
              <a:off x="247514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1" name="Freeform 71"/>
            <p:cNvSpPr/>
            <p:nvPr/>
          </p:nvSpPr>
          <p:spPr>
            <a:xfrm>
              <a:off x="222645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/>
            <p:cNvSpPr/>
            <p:nvPr/>
          </p:nvSpPr>
          <p:spPr>
            <a:xfrm>
              <a:off x="229940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3" name="Freeform 73"/>
            <p:cNvSpPr/>
            <p:nvPr/>
          </p:nvSpPr>
          <p:spPr>
            <a:xfrm>
              <a:off x="223700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4" name="Freeform 74"/>
            <p:cNvSpPr/>
            <p:nvPr/>
          </p:nvSpPr>
          <p:spPr>
            <a:xfrm>
              <a:off x="246654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5" name="Freeform 75"/>
            <p:cNvSpPr/>
            <p:nvPr/>
          </p:nvSpPr>
          <p:spPr>
            <a:xfrm>
              <a:off x="256028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6" name="Freeform 76"/>
            <p:cNvSpPr/>
            <p:nvPr/>
          </p:nvSpPr>
          <p:spPr>
            <a:xfrm>
              <a:off x="246654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7" name="Freeform 77"/>
            <p:cNvSpPr/>
            <p:nvPr/>
          </p:nvSpPr>
          <p:spPr>
            <a:xfrm>
              <a:off x="247514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78" name="Group 78"/>
          <p:cNvGrpSpPr/>
          <p:nvPr/>
        </p:nvGrpSpPr>
        <p:grpSpPr>
          <a:xfrm>
            <a:off x="1028700" y="665761"/>
            <a:ext cx="7692978" cy="8955478"/>
            <a:chOff x="0" y="0"/>
            <a:chExt cx="2026134" cy="2358644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2026134" cy="2358644"/>
            </a:xfrm>
            <a:custGeom>
              <a:avLst/>
              <a:gdLst/>
              <a:ahLst/>
              <a:cxnLst/>
              <a:rect l="l" t="t" r="r" b="b"/>
              <a:pathLst>
                <a:path w="2026134" h="2358644">
                  <a:moveTo>
                    <a:pt x="51324" y="0"/>
                  </a:moveTo>
                  <a:lnTo>
                    <a:pt x="1974810" y="0"/>
                  </a:lnTo>
                  <a:cubicBezTo>
                    <a:pt x="1988422" y="0"/>
                    <a:pt x="2001476" y="5407"/>
                    <a:pt x="2011101" y="15033"/>
                  </a:cubicBezTo>
                  <a:cubicBezTo>
                    <a:pt x="2020727" y="24658"/>
                    <a:pt x="2026134" y="37712"/>
                    <a:pt x="2026134" y="51324"/>
                  </a:cubicBezTo>
                  <a:lnTo>
                    <a:pt x="2026134" y="2307320"/>
                  </a:lnTo>
                  <a:cubicBezTo>
                    <a:pt x="2026134" y="2320932"/>
                    <a:pt x="2020727" y="2333987"/>
                    <a:pt x="2011101" y="2343612"/>
                  </a:cubicBezTo>
                  <a:cubicBezTo>
                    <a:pt x="2001476" y="2353237"/>
                    <a:pt x="1988422" y="2358644"/>
                    <a:pt x="1974810" y="2358644"/>
                  </a:cubicBezTo>
                  <a:lnTo>
                    <a:pt x="51324" y="2358644"/>
                  </a:lnTo>
                  <a:cubicBezTo>
                    <a:pt x="37712" y="2358644"/>
                    <a:pt x="24658" y="2353237"/>
                    <a:pt x="15033" y="2343612"/>
                  </a:cubicBezTo>
                  <a:cubicBezTo>
                    <a:pt x="5407" y="2333987"/>
                    <a:pt x="0" y="2320932"/>
                    <a:pt x="0" y="2307320"/>
                  </a:cubicBezTo>
                  <a:lnTo>
                    <a:pt x="0" y="51324"/>
                  </a:lnTo>
                  <a:cubicBezTo>
                    <a:pt x="0" y="37712"/>
                    <a:pt x="5407" y="24658"/>
                    <a:pt x="15033" y="15033"/>
                  </a:cubicBezTo>
                  <a:cubicBezTo>
                    <a:pt x="24658" y="5407"/>
                    <a:pt x="37712" y="0"/>
                    <a:pt x="51324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80" name="TextBox 80"/>
            <p:cNvSpPr txBox="1"/>
            <p:nvPr/>
          </p:nvSpPr>
          <p:spPr>
            <a:xfrm>
              <a:off x="0" y="-104775"/>
              <a:ext cx="2026134" cy="2463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9883324" y="6443823"/>
            <a:ext cx="7692978" cy="3177416"/>
            <a:chOff x="0" y="0"/>
            <a:chExt cx="2026134" cy="836850"/>
          </a:xfrm>
        </p:grpSpPr>
        <p:sp>
          <p:nvSpPr>
            <p:cNvPr id="82" name="Freeform 82"/>
            <p:cNvSpPr/>
            <p:nvPr/>
          </p:nvSpPr>
          <p:spPr>
            <a:xfrm>
              <a:off x="0" y="0"/>
              <a:ext cx="2026134" cy="836850"/>
            </a:xfrm>
            <a:custGeom>
              <a:avLst/>
              <a:gdLst/>
              <a:ahLst/>
              <a:cxnLst/>
              <a:rect l="l" t="t" r="r" b="b"/>
              <a:pathLst>
                <a:path w="2026134" h="836850">
                  <a:moveTo>
                    <a:pt x="51324" y="0"/>
                  </a:moveTo>
                  <a:lnTo>
                    <a:pt x="1974810" y="0"/>
                  </a:lnTo>
                  <a:cubicBezTo>
                    <a:pt x="1988422" y="0"/>
                    <a:pt x="2001476" y="5407"/>
                    <a:pt x="2011101" y="15033"/>
                  </a:cubicBezTo>
                  <a:cubicBezTo>
                    <a:pt x="2020727" y="24658"/>
                    <a:pt x="2026134" y="37712"/>
                    <a:pt x="2026134" y="51324"/>
                  </a:cubicBezTo>
                  <a:lnTo>
                    <a:pt x="2026134" y="785526"/>
                  </a:lnTo>
                  <a:cubicBezTo>
                    <a:pt x="2026134" y="799138"/>
                    <a:pt x="2020727" y="812192"/>
                    <a:pt x="2011101" y="821818"/>
                  </a:cubicBezTo>
                  <a:cubicBezTo>
                    <a:pt x="2001476" y="831443"/>
                    <a:pt x="1988422" y="836850"/>
                    <a:pt x="1974810" y="836850"/>
                  </a:cubicBezTo>
                  <a:lnTo>
                    <a:pt x="51324" y="836850"/>
                  </a:lnTo>
                  <a:cubicBezTo>
                    <a:pt x="37712" y="836850"/>
                    <a:pt x="24658" y="831443"/>
                    <a:pt x="15033" y="821818"/>
                  </a:cubicBezTo>
                  <a:cubicBezTo>
                    <a:pt x="5407" y="812192"/>
                    <a:pt x="0" y="799138"/>
                    <a:pt x="0" y="785526"/>
                  </a:cubicBezTo>
                  <a:lnTo>
                    <a:pt x="0" y="51324"/>
                  </a:lnTo>
                  <a:cubicBezTo>
                    <a:pt x="0" y="37712"/>
                    <a:pt x="5407" y="24658"/>
                    <a:pt x="15033" y="15033"/>
                  </a:cubicBezTo>
                  <a:cubicBezTo>
                    <a:pt x="24658" y="5407"/>
                    <a:pt x="37712" y="0"/>
                    <a:pt x="51324" y="0"/>
                  </a:cubicBezTo>
                  <a:close/>
                </a:path>
              </a:pathLst>
            </a:custGeom>
            <a:solidFill>
              <a:srgbClr val="FAF2E9"/>
            </a:solidFill>
          </p:spPr>
          <p:txBody>
            <a:bodyPr/>
            <a:lstStyle/>
            <a:p>
              <a:endParaRPr lang="ru-RU"/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0" y="-104775"/>
              <a:ext cx="2026134" cy="941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sp>
        <p:nvSpPr>
          <p:cNvPr id="84" name="Freeform 84"/>
          <p:cNvSpPr/>
          <p:nvPr/>
        </p:nvSpPr>
        <p:spPr>
          <a:xfrm rot="5281261">
            <a:off x="4164295" y="83949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8" y="0"/>
                </a:lnTo>
                <a:lnTo>
                  <a:pt x="1421788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sp>
        <p:nvSpPr>
          <p:cNvPr id="85" name="PHOTO_3"/>
          <p:cNvSpPr/>
          <p:nvPr/>
        </p:nvSpPr>
        <p:spPr>
          <a:xfrm>
            <a:off x="10676084" y="927474"/>
            <a:ext cx="6107457" cy="6107457"/>
          </a:xfrm>
          <a:custGeom>
            <a:avLst/>
            <a:gdLst/>
            <a:ahLst/>
            <a:cxnLst/>
            <a:rect l="l" t="t" r="r" b="b"/>
            <a:pathLst>
              <a:path w="6107457" h="6107457">
                <a:moveTo>
                  <a:pt x="0" y="0"/>
                </a:moveTo>
                <a:lnTo>
                  <a:pt x="6107458" y="0"/>
                </a:lnTo>
                <a:lnTo>
                  <a:pt x="6107458" y="6107457"/>
                </a:lnTo>
                <a:lnTo>
                  <a:pt x="0" y="6107457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</p:sp>
      <p:sp>
        <p:nvSpPr>
          <p:cNvPr id="86" name="TextBox 86"/>
          <p:cNvSpPr txBox="1"/>
          <p:nvPr/>
        </p:nvSpPr>
        <p:spPr>
          <a:xfrm>
            <a:off x="1849582" y="1541407"/>
            <a:ext cx="6031674" cy="1027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365"/>
              </a:lnSpc>
              <a:spcBef>
                <a:spcPct val="0"/>
              </a:spcBef>
            </a:pPr>
            <a:r>
              <a:rPr lang="uz-Latn-UZ" sz="3200" spc="668" dirty="0">
                <a:solidFill>
                  <a:srgbClr val="3F3F3F"/>
                </a:solidFill>
                <a:latin typeface="Aloja"/>
                <a:ea typeface="Aloja"/>
                <a:cs typeface="Aloja"/>
                <a:sym typeface="Aloja"/>
              </a:rPr>
              <a:t>{{reja_2</a:t>
            </a:r>
            <a:r>
              <a:rPr lang="uz-Latn-UZ" sz="3200" u="none" strike="noStrike" spc="668" dirty="0">
                <a:solidFill>
                  <a:srgbClr val="3F3F3F"/>
                </a:solidFill>
                <a:latin typeface="Aloja"/>
                <a:ea typeface="Aloja"/>
                <a:cs typeface="Aloja"/>
                <a:sym typeface="Aloja"/>
              </a:rPr>
              <a:t>}}</a:t>
            </a:r>
            <a:endParaRPr lang="en-US" sz="3200" u="none" strike="noStrike" spc="668" dirty="0">
              <a:solidFill>
                <a:srgbClr val="3F3F3F"/>
              </a:solidFill>
              <a:latin typeface="Aloja"/>
              <a:ea typeface="Aloja"/>
              <a:cs typeface="Aloja"/>
              <a:sym typeface="Aloja"/>
            </a:endParaRPr>
          </a:p>
        </p:txBody>
      </p:sp>
      <p:sp>
        <p:nvSpPr>
          <p:cNvPr id="88" name="TextBox 88"/>
          <p:cNvSpPr txBox="1"/>
          <p:nvPr/>
        </p:nvSpPr>
        <p:spPr>
          <a:xfrm>
            <a:off x="10437379" y="7357960"/>
            <a:ext cx="6584868" cy="757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2"/>
              </a:lnSpc>
              <a:spcBef>
                <a:spcPct val="0"/>
              </a:spcBef>
            </a:pPr>
            <a:r>
              <a:rPr lang="uz-Latn-UZ" sz="3939" spc="393" dirty="0">
                <a:solidFill>
                  <a:srgbClr val="99B752"/>
                </a:solidFill>
                <a:latin typeface="Finger Paint"/>
                <a:ea typeface="Finger Paint"/>
                <a:cs typeface="Finger Paint"/>
                <a:sym typeface="Finger Paint"/>
              </a:rPr>
              <a:t>{{photo_name</a:t>
            </a:r>
            <a:r>
              <a:rPr lang="uz-Latn-UZ" sz="3939" u="none" strike="noStrike" spc="393" dirty="0">
                <a:solidFill>
                  <a:srgbClr val="99B752"/>
                </a:solidFill>
                <a:latin typeface="Finger Paint"/>
                <a:ea typeface="Finger Paint"/>
                <a:cs typeface="Finger Paint"/>
                <a:sym typeface="Finger Paint"/>
              </a:rPr>
              <a:t>}}</a:t>
            </a:r>
            <a:endParaRPr lang="en-US" sz="3939" u="none" strike="noStrike" spc="393" dirty="0">
              <a:solidFill>
                <a:srgbClr val="99B752"/>
              </a:solidFill>
              <a:latin typeface="Finger Paint"/>
              <a:ea typeface="Finger Paint"/>
              <a:cs typeface="Finger Paint"/>
              <a:sym typeface="Finger Paint"/>
            </a:endParaRPr>
          </a:p>
        </p:txBody>
      </p:sp>
      <p:sp>
        <p:nvSpPr>
          <p:cNvPr id="89" name="TextBox 84">
            <a:extLst>
              <a:ext uri="{FF2B5EF4-FFF2-40B4-BE49-F238E27FC236}">
                <a16:creationId xmlns:a16="http://schemas.microsoft.com/office/drawing/2014/main" id="{86BF9B24-AAB3-8956-16C2-AEAC28BED145}"/>
              </a:ext>
            </a:extLst>
          </p:cNvPr>
          <p:cNvSpPr txBox="1"/>
          <p:nvPr/>
        </p:nvSpPr>
        <p:spPr>
          <a:xfrm>
            <a:off x="1504460" y="3799660"/>
            <a:ext cx="6376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200"/>
              </a:lnSpc>
              <a:spcBef>
                <a:spcPct val="0"/>
              </a:spcBef>
            </a:pPr>
            <a:r>
              <a:rPr lang="uz-Latn-UZ" sz="2000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{{reja_2_matni}}</a:t>
            </a:r>
            <a:endParaRPr lang="en-US" sz="2000" spc="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3208" y="-420686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382242" y="5506439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482494" y="-254179"/>
            <a:ext cx="20873911" cy="10961865"/>
            <a:chOff x="0" y="0"/>
            <a:chExt cx="27831881" cy="146158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72946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Freeform 10"/>
            <p:cNvSpPr/>
            <p:nvPr/>
          </p:nvSpPr>
          <p:spPr>
            <a:xfrm>
              <a:off x="10544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1" name="Freeform 11"/>
            <p:cNvSpPr/>
            <p:nvPr/>
          </p:nvSpPr>
          <p:spPr>
            <a:xfrm>
              <a:off x="240087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2" name="Freeform 12"/>
            <p:cNvSpPr/>
            <p:nvPr/>
          </p:nvSpPr>
          <p:spPr>
            <a:xfrm>
              <a:off x="3338287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0087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/>
            <p:cNvSpPr/>
            <p:nvPr/>
          </p:nvSpPr>
          <p:spPr>
            <a:xfrm>
              <a:off x="248689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5" name="Freeform 15"/>
            <p:cNvSpPr/>
            <p:nvPr/>
          </p:nvSpPr>
          <p:spPr>
            <a:xfrm>
              <a:off x="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72946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544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40087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>
              <a:off x="3338287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240087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1" name="Freeform 21"/>
            <p:cNvSpPr/>
            <p:nvPr/>
          </p:nvSpPr>
          <p:spPr>
            <a:xfrm>
              <a:off x="248689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2" name="Freeform 22"/>
            <p:cNvSpPr/>
            <p:nvPr/>
          </p:nvSpPr>
          <p:spPr>
            <a:xfrm>
              <a:off x="556732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629678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4" name="Freeform 24"/>
            <p:cNvSpPr/>
            <p:nvPr/>
          </p:nvSpPr>
          <p:spPr>
            <a:xfrm>
              <a:off x="567276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5" name="Freeform 25"/>
            <p:cNvSpPr/>
            <p:nvPr/>
          </p:nvSpPr>
          <p:spPr>
            <a:xfrm>
              <a:off x="796819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6" name="Freeform 26"/>
            <p:cNvSpPr/>
            <p:nvPr/>
          </p:nvSpPr>
          <p:spPr>
            <a:xfrm>
              <a:off x="890560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7" name="Freeform 27"/>
            <p:cNvSpPr/>
            <p:nvPr/>
          </p:nvSpPr>
          <p:spPr>
            <a:xfrm>
              <a:off x="796819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8" name="Freeform 28"/>
            <p:cNvSpPr/>
            <p:nvPr/>
          </p:nvSpPr>
          <p:spPr>
            <a:xfrm>
              <a:off x="805421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9" name="Freeform 29"/>
            <p:cNvSpPr/>
            <p:nvPr/>
          </p:nvSpPr>
          <p:spPr>
            <a:xfrm>
              <a:off x="556732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Freeform 30"/>
            <p:cNvSpPr/>
            <p:nvPr/>
          </p:nvSpPr>
          <p:spPr>
            <a:xfrm>
              <a:off x="629678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1" name="Freeform 31"/>
            <p:cNvSpPr/>
            <p:nvPr/>
          </p:nvSpPr>
          <p:spPr>
            <a:xfrm>
              <a:off x="567276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2" name="Freeform 32"/>
            <p:cNvSpPr/>
            <p:nvPr/>
          </p:nvSpPr>
          <p:spPr>
            <a:xfrm>
              <a:off x="796819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3" name="Freeform 33"/>
            <p:cNvSpPr/>
            <p:nvPr/>
          </p:nvSpPr>
          <p:spPr>
            <a:xfrm>
              <a:off x="890560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4" name="Freeform 34"/>
            <p:cNvSpPr/>
            <p:nvPr/>
          </p:nvSpPr>
          <p:spPr>
            <a:xfrm>
              <a:off x="796819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5" name="Freeform 35"/>
            <p:cNvSpPr/>
            <p:nvPr/>
          </p:nvSpPr>
          <p:spPr>
            <a:xfrm>
              <a:off x="805421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6" name="Freeform 36"/>
            <p:cNvSpPr/>
            <p:nvPr/>
          </p:nvSpPr>
          <p:spPr>
            <a:xfrm>
              <a:off x="1113464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/>
            <p:cNvSpPr/>
            <p:nvPr/>
          </p:nvSpPr>
          <p:spPr>
            <a:xfrm>
              <a:off x="1186410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8" name="Freeform 38"/>
            <p:cNvSpPr/>
            <p:nvPr/>
          </p:nvSpPr>
          <p:spPr>
            <a:xfrm>
              <a:off x="1124008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9" name="Freeform 39"/>
            <p:cNvSpPr/>
            <p:nvPr/>
          </p:nvSpPr>
          <p:spPr>
            <a:xfrm>
              <a:off x="1353551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0" name="Freeform 40"/>
            <p:cNvSpPr/>
            <p:nvPr/>
          </p:nvSpPr>
          <p:spPr>
            <a:xfrm>
              <a:off x="1447292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1" name="Freeform 41"/>
            <p:cNvSpPr/>
            <p:nvPr/>
          </p:nvSpPr>
          <p:spPr>
            <a:xfrm>
              <a:off x="1353551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2" name="Freeform 42"/>
            <p:cNvSpPr/>
            <p:nvPr/>
          </p:nvSpPr>
          <p:spPr>
            <a:xfrm>
              <a:off x="1362153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3" name="Freeform 43"/>
            <p:cNvSpPr/>
            <p:nvPr/>
          </p:nvSpPr>
          <p:spPr>
            <a:xfrm>
              <a:off x="1113464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/>
            <p:cNvSpPr/>
            <p:nvPr/>
          </p:nvSpPr>
          <p:spPr>
            <a:xfrm>
              <a:off x="1186410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5" name="Freeform 45"/>
            <p:cNvSpPr/>
            <p:nvPr/>
          </p:nvSpPr>
          <p:spPr>
            <a:xfrm>
              <a:off x="1124008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6" name="Freeform 46"/>
            <p:cNvSpPr/>
            <p:nvPr/>
          </p:nvSpPr>
          <p:spPr>
            <a:xfrm>
              <a:off x="1353551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7" name="Freeform 47"/>
            <p:cNvSpPr/>
            <p:nvPr/>
          </p:nvSpPr>
          <p:spPr>
            <a:xfrm>
              <a:off x="1447292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8" name="Freeform 48"/>
            <p:cNvSpPr/>
            <p:nvPr/>
          </p:nvSpPr>
          <p:spPr>
            <a:xfrm>
              <a:off x="1353551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9" name="Freeform 49"/>
            <p:cNvSpPr/>
            <p:nvPr/>
          </p:nvSpPr>
          <p:spPr>
            <a:xfrm>
              <a:off x="1362153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0" name="Freeform 50"/>
            <p:cNvSpPr/>
            <p:nvPr/>
          </p:nvSpPr>
          <p:spPr>
            <a:xfrm>
              <a:off x="167019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Freeform 51"/>
            <p:cNvSpPr/>
            <p:nvPr/>
          </p:nvSpPr>
          <p:spPr>
            <a:xfrm>
              <a:off x="174314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2" name="Freeform 52"/>
            <p:cNvSpPr/>
            <p:nvPr/>
          </p:nvSpPr>
          <p:spPr>
            <a:xfrm>
              <a:off x="168074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3" name="Freeform 53"/>
            <p:cNvSpPr/>
            <p:nvPr/>
          </p:nvSpPr>
          <p:spPr>
            <a:xfrm>
              <a:off x="191028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4" name="Freeform 54"/>
            <p:cNvSpPr/>
            <p:nvPr/>
          </p:nvSpPr>
          <p:spPr>
            <a:xfrm>
              <a:off x="200402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5" name="Freeform 55"/>
            <p:cNvSpPr/>
            <p:nvPr/>
          </p:nvSpPr>
          <p:spPr>
            <a:xfrm>
              <a:off x="191028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6" name="Freeform 56"/>
            <p:cNvSpPr/>
            <p:nvPr/>
          </p:nvSpPr>
          <p:spPr>
            <a:xfrm>
              <a:off x="191888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7" name="Freeform 57"/>
            <p:cNvSpPr/>
            <p:nvPr/>
          </p:nvSpPr>
          <p:spPr>
            <a:xfrm>
              <a:off x="167019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8" name="Freeform 58"/>
            <p:cNvSpPr/>
            <p:nvPr/>
          </p:nvSpPr>
          <p:spPr>
            <a:xfrm>
              <a:off x="174314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9" name="Freeform 59"/>
            <p:cNvSpPr/>
            <p:nvPr/>
          </p:nvSpPr>
          <p:spPr>
            <a:xfrm>
              <a:off x="168074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0" name="Freeform 60"/>
            <p:cNvSpPr/>
            <p:nvPr/>
          </p:nvSpPr>
          <p:spPr>
            <a:xfrm>
              <a:off x="191028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1" name="Freeform 61"/>
            <p:cNvSpPr/>
            <p:nvPr/>
          </p:nvSpPr>
          <p:spPr>
            <a:xfrm>
              <a:off x="200402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2" name="Freeform 62"/>
            <p:cNvSpPr/>
            <p:nvPr/>
          </p:nvSpPr>
          <p:spPr>
            <a:xfrm>
              <a:off x="191028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3" name="Freeform 63"/>
            <p:cNvSpPr/>
            <p:nvPr/>
          </p:nvSpPr>
          <p:spPr>
            <a:xfrm>
              <a:off x="191888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4" name="Freeform 64"/>
            <p:cNvSpPr/>
            <p:nvPr/>
          </p:nvSpPr>
          <p:spPr>
            <a:xfrm>
              <a:off x="222645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5" name="Freeform 65"/>
            <p:cNvSpPr/>
            <p:nvPr/>
          </p:nvSpPr>
          <p:spPr>
            <a:xfrm>
              <a:off x="229940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6" name="Freeform 66"/>
            <p:cNvSpPr/>
            <p:nvPr/>
          </p:nvSpPr>
          <p:spPr>
            <a:xfrm>
              <a:off x="223700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7" name="Freeform 67"/>
            <p:cNvSpPr/>
            <p:nvPr/>
          </p:nvSpPr>
          <p:spPr>
            <a:xfrm>
              <a:off x="246654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8" name="Freeform 68"/>
            <p:cNvSpPr/>
            <p:nvPr/>
          </p:nvSpPr>
          <p:spPr>
            <a:xfrm>
              <a:off x="256028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9" name="Freeform 69"/>
            <p:cNvSpPr/>
            <p:nvPr/>
          </p:nvSpPr>
          <p:spPr>
            <a:xfrm>
              <a:off x="246654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0" name="Freeform 70"/>
            <p:cNvSpPr/>
            <p:nvPr/>
          </p:nvSpPr>
          <p:spPr>
            <a:xfrm>
              <a:off x="247514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1" name="Freeform 71"/>
            <p:cNvSpPr/>
            <p:nvPr/>
          </p:nvSpPr>
          <p:spPr>
            <a:xfrm>
              <a:off x="222645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/>
            <p:cNvSpPr/>
            <p:nvPr/>
          </p:nvSpPr>
          <p:spPr>
            <a:xfrm>
              <a:off x="229940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3" name="Freeform 73"/>
            <p:cNvSpPr/>
            <p:nvPr/>
          </p:nvSpPr>
          <p:spPr>
            <a:xfrm>
              <a:off x="223700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4" name="Freeform 74"/>
            <p:cNvSpPr/>
            <p:nvPr/>
          </p:nvSpPr>
          <p:spPr>
            <a:xfrm>
              <a:off x="246654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5" name="Freeform 75"/>
            <p:cNvSpPr/>
            <p:nvPr/>
          </p:nvSpPr>
          <p:spPr>
            <a:xfrm>
              <a:off x="256028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6" name="Freeform 76"/>
            <p:cNvSpPr/>
            <p:nvPr/>
          </p:nvSpPr>
          <p:spPr>
            <a:xfrm>
              <a:off x="246654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7" name="Freeform 77"/>
            <p:cNvSpPr/>
            <p:nvPr/>
          </p:nvSpPr>
          <p:spPr>
            <a:xfrm>
              <a:off x="247514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78" name="Group 78"/>
          <p:cNvGrpSpPr/>
          <p:nvPr/>
        </p:nvGrpSpPr>
        <p:grpSpPr>
          <a:xfrm>
            <a:off x="877502" y="876300"/>
            <a:ext cx="16532993" cy="8955478"/>
            <a:chOff x="0" y="0"/>
            <a:chExt cx="4354368" cy="2358644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4354368" cy="2358644"/>
            </a:xfrm>
            <a:custGeom>
              <a:avLst/>
              <a:gdLst/>
              <a:ahLst/>
              <a:cxnLst/>
              <a:rect l="l" t="t" r="r" b="b"/>
              <a:pathLst>
                <a:path w="4354368" h="2358644">
                  <a:moveTo>
                    <a:pt x="23882" y="0"/>
                  </a:moveTo>
                  <a:lnTo>
                    <a:pt x="4330486" y="0"/>
                  </a:lnTo>
                  <a:cubicBezTo>
                    <a:pt x="4336820" y="0"/>
                    <a:pt x="4342895" y="2516"/>
                    <a:pt x="4347373" y="6995"/>
                  </a:cubicBezTo>
                  <a:cubicBezTo>
                    <a:pt x="4351852" y="11474"/>
                    <a:pt x="4354368" y="17548"/>
                    <a:pt x="4354368" y="23882"/>
                  </a:cubicBezTo>
                  <a:lnTo>
                    <a:pt x="4354368" y="2334763"/>
                  </a:lnTo>
                  <a:cubicBezTo>
                    <a:pt x="4354368" y="2341096"/>
                    <a:pt x="4351852" y="2347171"/>
                    <a:pt x="4347373" y="2351650"/>
                  </a:cubicBezTo>
                  <a:cubicBezTo>
                    <a:pt x="4342895" y="2356128"/>
                    <a:pt x="4336820" y="2358644"/>
                    <a:pt x="4330486" y="2358644"/>
                  </a:cubicBezTo>
                  <a:lnTo>
                    <a:pt x="23882" y="2358644"/>
                  </a:lnTo>
                  <a:cubicBezTo>
                    <a:pt x="17548" y="2358644"/>
                    <a:pt x="11474" y="2356128"/>
                    <a:pt x="6995" y="2351650"/>
                  </a:cubicBezTo>
                  <a:cubicBezTo>
                    <a:pt x="2516" y="2347171"/>
                    <a:pt x="0" y="2341096"/>
                    <a:pt x="0" y="2334763"/>
                  </a:cubicBezTo>
                  <a:lnTo>
                    <a:pt x="0" y="23882"/>
                  </a:lnTo>
                  <a:cubicBezTo>
                    <a:pt x="0" y="17548"/>
                    <a:pt x="2516" y="11474"/>
                    <a:pt x="6995" y="6995"/>
                  </a:cubicBezTo>
                  <a:cubicBezTo>
                    <a:pt x="11474" y="2516"/>
                    <a:pt x="17548" y="0"/>
                    <a:pt x="23882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80" name="TextBox 80"/>
            <p:cNvSpPr txBox="1"/>
            <p:nvPr/>
          </p:nvSpPr>
          <p:spPr>
            <a:xfrm>
              <a:off x="0" y="-104775"/>
              <a:ext cx="4354368" cy="2463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sp>
        <p:nvSpPr>
          <p:cNvPr id="83" name="TextBox 83"/>
          <p:cNvSpPr txBox="1"/>
          <p:nvPr/>
        </p:nvSpPr>
        <p:spPr>
          <a:xfrm>
            <a:off x="2829697" y="1182883"/>
            <a:ext cx="12628605" cy="957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228"/>
              </a:lnSpc>
              <a:spcBef>
                <a:spcPct val="0"/>
              </a:spcBef>
            </a:pPr>
            <a:r>
              <a:rPr lang="uz-Latn-UZ" sz="4400" spc="668" dirty="0">
                <a:solidFill>
                  <a:srgbClr val="3F3F3F"/>
                </a:solidFill>
                <a:latin typeface="Aloja"/>
                <a:ea typeface="Aloja"/>
                <a:cs typeface="Aloja"/>
                <a:sym typeface="Aloja"/>
              </a:rPr>
              <a:t>{{reja_2}}</a:t>
            </a:r>
            <a:endParaRPr lang="en-US" sz="4400" spc="668" dirty="0">
              <a:solidFill>
                <a:srgbClr val="3F3F3F"/>
              </a:solidFill>
              <a:latin typeface="Aloja"/>
              <a:ea typeface="Aloja"/>
              <a:cs typeface="Aloja"/>
              <a:sym typeface="Aloja"/>
            </a:endParaRPr>
          </a:p>
        </p:txBody>
      </p:sp>
      <p:grpSp>
        <p:nvGrpSpPr>
          <p:cNvPr id="84" name="Group 84"/>
          <p:cNvGrpSpPr/>
          <p:nvPr/>
        </p:nvGrpSpPr>
        <p:grpSpPr>
          <a:xfrm>
            <a:off x="1776009" y="304912"/>
            <a:ext cx="14735982" cy="1447576"/>
            <a:chOff x="0" y="0"/>
            <a:chExt cx="19647976" cy="1930102"/>
          </a:xfrm>
        </p:grpSpPr>
        <p:sp>
          <p:nvSpPr>
            <p:cNvPr id="85" name="Freeform 85"/>
            <p:cNvSpPr/>
            <p:nvPr/>
          </p:nvSpPr>
          <p:spPr>
            <a:xfrm rot="5281261">
              <a:off x="18153478" y="450837"/>
              <a:ext cx="1895718" cy="1028427"/>
            </a:xfrm>
            <a:custGeom>
              <a:avLst/>
              <a:gdLst/>
              <a:ahLst/>
              <a:cxnLst/>
              <a:rect l="l" t="t" r="r" b="b"/>
              <a:pathLst>
                <a:path w="1895718" h="1028427">
                  <a:moveTo>
                    <a:pt x="0" y="0"/>
                  </a:moveTo>
                  <a:lnTo>
                    <a:pt x="1895718" y="0"/>
                  </a:lnTo>
                  <a:lnTo>
                    <a:pt x="1895718" y="1028428"/>
                  </a:lnTo>
                  <a:lnTo>
                    <a:pt x="0" y="1028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/>
              </a:stretch>
            </a:blipFill>
          </p:spPr>
        </p:sp>
        <p:sp>
          <p:nvSpPr>
            <p:cNvPr id="86" name="Freeform 86"/>
            <p:cNvSpPr/>
            <p:nvPr/>
          </p:nvSpPr>
          <p:spPr>
            <a:xfrm rot="5281261">
              <a:off x="-401220" y="450837"/>
              <a:ext cx="1895718" cy="1028427"/>
            </a:xfrm>
            <a:custGeom>
              <a:avLst/>
              <a:gdLst/>
              <a:ahLst/>
              <a:cxnLst/>
              <a:rect l="l" t="t" r="r" b="b"/>
              <a:pathLst>
                <a:path w="1895718" h="1028427">
                  <a:moveTo>
                    <a:pt x="0" y="0"/>
                  </a:moveTo>
                  <a:lnTo>
                    <a:pt x="1895718" y="0"/>
                  </a:lnTo>
                  <a:lnTo>
                    <a:pt x="1895718" y="1028428"/>
                  </a:lnTo>
                  <a:lnTo>
                    <a:pt x="0" y="1028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/>
              </a:stretch>
            </a:blipFill>
          </p:spPr>
        </p:sp>
      </p:grpSp>
      <p:sp>
        <p:nvSpPr>
          <p:cNvPr id="93" name="TextBox 93"/>
          <p:cNvSpPr txBox="1"/>
          <p:nvPr/>
        </p:nvSpPr>
        <p:spPr>
          <a:xfrm>
            <a:off x="1447800" y="3467101"/>
            <a:ext cx="15468600" cy="757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6302"/>
              </a:lnSpc>
              <a:spcBef>
                <a:spcPct val="0"/>
              </a:spcBef>
            </a:pPr>
            <a:r>
              <a:rPr lang="uz-Latn-UZ" sz="3939" spc="393" dirty="0">
                <a:solidFill>
                  <a:schemeClr val="bg2">
                    <a:lumMod val="25000"/>
                  </a:schemeClr>
                </a:solidFill>
                <a:latin typeface="Finger Paint"/>
                <a:ea typeface="Finger Paint"/>
                <a:cs typeface="Finger Paint"/>
                <a:sym typeface="Finger Paint"/>
              </a:rPr>
              <a:t>{{reja_2_matni}}</a:t>
            </a:r>
            <a:endParaRPr lang="en-US" sz="3939" u="none" strike="noStrike" spc="393" dirty="0">
              <a:solidFill>
                <a:schemeClr val="bg2">
                  <a:lumMod val="25000"/>
                </a:schemeClr>
              </a:solidFill>
              <a:latin typeface="Finger Paint"/>
              <a:ea typeface="Finger Paint"/>
              <a:cs typeface="Finger Paint"/>
              <a:sym typeface="Finger Pain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9BFB5-B485-ACD7-B71E-E7E1324A2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01C9216-B3A2-7A7F-FD10-1FDA028078F4}"/>
              </a:ext>
            </a:extLst>
          </p:cNvPr>
          <p:cNvSpPr/>
          <p:nvPr/>
        </p:nvSpPr>
        <p:spPr>
          <a:xfrm>
            <a:off x="-123208" y="-420686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C77E55B-3898-22A5-A386-518104F1FB33}"/>
              </a:ext>
            </a:extLst>
          </p:cNvPr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06F78AEB-4359-BC71-5594-EF564FDB974D}"/>
              </a:ext>
            </a:extLst>
          </p:cNvPr>
          <p:cNvSpPr/>
          <p:nvPr/>
        </p:nvSpPr>
        <p:spPr>
          <a:xfrm>
            <a:off x="12382242" y="5506439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76C05478-8E3A-66C8-2A6A-DEFCA3C7F680}"/>
              </a:ext>
            </a:extLst>
          </p:cNvPr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C7CAC052-560D-2BEF-C81F-116EFF5D4116}"/>
              </a:ext>
            </a:extLst>
          </p:cNvPr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DC7C6306-DB4D-8A91-CEF6-CFEE2C64ACF7}"/>
              </a:ext>
            </a:extLst>
          </p:cNvPr>
          <p:cNvGrpSpPr/>
          <p:nvPr/>
        </p:nvGrpSpPr>
        <p:grpSpPr>
          <a:xfrm>
            <a:off x="-482494" y="-254179"/>
            <a:ext cx="20873911" cy="10961865"/>
            <a:chOff x="0" y="0"/>
            <a:chExt cx="27831881" cy="1461582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45DC2975-FEED-760A-C90D-A3F72D1FC2C8}"/>
                </a:ext>
              </a:extLst>
            </p:cNvPr>
            <p:cNvSpPr/>
            <p:nvPr/>
          </p:nvSpPr>
          <p:spPr>
            <a:xfrm>
              <a:off x="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9C5BE26D-863D-27DF-DB70-375EBFCC7D12}"/>
                </a:ext>
              </a:extLst>
            </p:cNvPr>
            <p:cNvSpPr/>
            <p:nvPr/>
          </p:nvSpPr>
          <p:spPr>
            <a:xfrm>
              <a:off x="72946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36F6F0E8-ECFA-3BC3-9CDE-CFC9C5094FF8}"/>
                </a:ext>
              </a:extLst>
            </p:cNvPr>
            <p:cNvSpPr/>
            <p:nvPr/>
          </p:nvSpPr>
          <p:spPr>
            <a:xfrm>
              <a:off x="10544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B0C95C8-86AD-0E80-6C7B-5C3362FB23AE}"/>
                </a:ext>
              </a:extLst>
            </p:cNvPr>
            <p:cNvSpPr/>
            <p:nvPr/>
          </p:nvSpPr>
          <p:spPr>
            <a:xfrm>
              <a:off x="240087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DF3A4048-6E2E-F0DA-E7A9-47993738AF7C}"/>
                </a:ext>
              </a:extLst>
            </p:cNvPr>
            <p:cNvSpPr/>
            <p:nvPr/>
          </p:nvSpPr>
          <p:spPr>
            <a:xfrm>
              <a:off x="3338287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DC4A1E79-4510-7D05-AF55-2D69B290BD6C}"/>
                </a:ext>
              </a:extLst>
            </p:cNvPr>
            <p:cNvSpPr/>
            <p:nvPr/>
          </p:nvSpPr>
          <p:spPr>
            <a:xfrm>
              <a:off x="240087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D7E3E06A-1853-EDF5-E1E4-F0934A6B4348}"/>
                </a:ext>
              </a:extLst>
            </p:cNvPr>
            <p:cNvSpPr/>
            <p:nvPr/>
          </p:nvSpPr>
          <p:spPr>
            <a:xfrm>
              <a:off x="248689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4691585C-CE7A-F5BE-FBD1-BBB3D06E78A5}"/>
                </a:ext>
              </a:extLst>
            </p:cNvPr>
            <p:cNvSpPr/>
            <p:nvPr/>
          </p:nvSpPr>
          <p:spPr>
            <a:xfrm>
              <a:off x="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65468FF2-FFD9-086E-F7E8-1778E1BDAD35}"/>
                </a:ext>
              </a:extLst>
            </p:cNvPr>
            <p:cNvSpPr/>
            <p:nvPr/>
          </p:nvSpPr>
          <p:spPr>
            <a:xfrm>
              <a:off x="72946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B34F88AB-ED12-BB4B-053F-BBFAC42E6E91}"/>
                </a:ext>
              </a:extLst>
            </p:cNvPr>
            <p:cNvSpPr/>
            <p:nvPr/>
          </p:nvSpPr>
          <p:spPr>
            <a:xfrm>
              <a:off x="10544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3EE2D19B-9F63-AD30-810A-A8B6DCDB5B4F}"/>
                </a:ext>
              </a:extLst>
            </p:cNvPr>
            <p:cNvSpPr/>
            <p:nvPr/>
          </p:nvSpPr>
          <p:spPr>
            <a:xfrm>
              <a:off x="240087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94142637-E906-147D-DB59-923D7D1ADF00}"/>
                </a:ext>
              </a:extLst>
            </p:cNvPr>
            <p:cNvSpPr/>
            <p:nvPr/>
          </p:nvSpPr>
          <p:spPr>
            <a:xfrm>
              <a:off x="3338287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B0BEBC8E-A947-A68D-C4C0-807371C3C3A8}"/>
                </a:ext>
              </a:extLst>
            </p:cNvPr>
            <p:cNvSpPr/>
            <p:nvPr/>
          </p:nvSpPr>
          <p:spPr>
            <a:xfrm>
              <a:off x="240087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2094C41D-1780-931C-6676-E9D45738302C}"/>
                </a:ext>
              </a:extLst>
            </p:cNvPr>
            <p:cNvSpPr/>
            <p:nvPr/>
          </p:nvSpPr>
          <p:spPr>
            <a:xfrm>
              <a:off x="248689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0F60ADDE-A287-6C28-12DA-D15CBAE5FC47}"/>
                </a:ext>
              </a:extLst>
            </p:cNvPr>
            <p:cNvSpPr/>
            <p:nvPr/>
          </p:nvSpPr>
          <p:spPr>
            <a:xfrm>
              <a:off x="556732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883B5129-62C6-6B4C-25CA-716C27731B7D}"/>
                </a:ext>
              </a:extLst>
            </p:cNvPr>
            <p:cNvSpPr/>
            <p:nvPr/>
          </p:nvSpPr>
          <p:spPr>
            <a:xfrm>
              <a:off x="629678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F44F6E67-238D-B4B5-F7F5-7E592C343DB1}"/>
                </a:ext>
              </a:extLst>
            </p:cNvPr>
            <p:cNvSpPr/>
            <p:nvPr/>
          </p:nvSpPr>
          <p:spPr>
            <a:xfrm>
              <a:off x="567276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20B84AE0-9D1E-09A8-B0B9-9597E0DCF674}"/>
                </a:ext>
              </a:extLst>
            </p:cNvPr>
            <p:cNvSpPr/>
            <p:nvPr/>
          </p:nvSpPr>
          <p:spPr>
            <a:xfrm>
              <a:off x="796819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BD2034FD-35D5-B284-8261-E9E7AED84BA2}"/>
                </a:ext>
              </a:extLst>
            </p:cNvPr>
            <p:cNvSpPr/>
            <p:nvPr/>
          </p:nvSpPr>
          <p:spPr>
            <a:xfrm>
              <a:off x="890560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7160D684-9E59-4BA0-9C47-3D20D440CB06}"/>
                </a:ext>
              </a:extLst>
            </p:cNvPr>
            <p:cNvSpPr/>
            <p:nvPr/>
          </p:nvSpPr>
          <p:spPr>
            <a:xfrm>
              <a:off x="796819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C2182289-C206-1DA1-6B97-8339F9A462FE}"/>
                </a:ext>
              </a:extLst>
            </p:cNvPr>
            <p:cNvSpPr/>
            <p:nvPr/>
          </p:nvSpPr>
          <p:spPr>
            <a:xfrm>
              <a:off x="805421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17EE4169-93B1-2B40-34AF-C984DAF3C9BE}"/>
                </a:ext>
              </a:extLst>
            </p:cNvPr>
            <p:cNvSpPr/>
            <p:nvPr/>
          </p:nvSpPr>
          <p:spPr>
            <a:xfrm>
              <a:off x="556732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Freeform 30">
              <a:extLst>
                <a:ext uri="{FF2B5EF4-FFF2-40B4-BE49-F238E27FC236}">
                  <a16:creationId xmlns:a16="http://schemas.microsoft.com/office/drawing/2014/main" id="{4282FD37-F136-F92C-E96B-0D6FE4ABDFA9}"/>
                </a:ext>
              </a:extLst>
            </p:cNvPr>
            <p:cNvSpPr/>
            <p:nvPr/>
          </p:nvSpPr>
          <p:spPr>
            <a:xfrm>
              <a:off x="629678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1" name="Freeform 31">
              <a:extLst>
                <a:ext uri="{FF2B5EF4-FFF2-40B4-BE49-F238E27FC236}">
                  <a16:creationId xmlns:a16="http://schemas.microsoft.com/office/drawing/2014/main" id="{5217991F-D315-83DB-E39C-5E567B47D277}"/>
                </a:ext>
              </a:extLst>
            </p:cNvPr>
            <p:cNvSpPr/>
            <p:nvPr/>
          </p:nvSpPr>
          <p:spPr>
            <a:xfrm>
              <a:off x="567276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81E920D6-3081-2B43-6201-26A50DDB0B8C}"/>
                </a:ext>
              </a:extLst>
            </p:cNvPr>
            <p:cNvSpPr/>
            <p:nvPr/>
          </p:nvSpPr>
          <p:spPr>
            <a:xfrm>
              <a:off x="796819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34DD5AFA-D6C6-000F-9690-A9AA3CD8A035}"/>
                </a:ext>
              </a:extLst>
            </p:cNvPr>
            <p:cNvSpPr/>
            <p:nvPr/>
          </p:nvSpPr>
          <p:spPr>
            <a:xfrm>
              <a:off x="890560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4" name="Freeform 34">
              <a:extLst>
                <a:ext uri="{FF2B5EF4-FFF2-40B4-BE49-F238E27FC236}">
                  <a16:creationId xmlns:a16="http://schemas.microsoft.com/office/drawing/2014/main" id="{AC41A6CB-AA0E-1A53-788E-D807C6F30C65}"/>
                </a:ext>
              </a:extLst>
            </p:cNvPr>
            <p:cNvSpPr/>
            <p:nvPr/>
          </p:nvSpPr>
          <p:spPr>
            <a:xfrm>
              <a:off x="796819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4A981A90-A6A5-7137-9A49-F64525BEB4AB}"/>
                </a:ext>
              </a:extLst>
            </p:cNvPr>
            <p:cNvSpPr/>
            <p:nvPr/>
          </p:nvSpPr>
          <p:spPr>
            <a:xfrm>
              <a:off x="805421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1753D92A-0AF2-9293-90ED-A21D4B8027EF}"/>
                </a:ext>
              </a:extLst>
            </p:cNvPr>
            <p:cNvSpPr/>
            <p:nvPr/>
          </p:nvSpPr>
          <p:spPr>
            <a:xfrm>
              <a:off x="1113464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>
              <a:extLst>
                <a:ext uri="{FF2B5EF4-FFF2-40B4-BE49-F238E27FC236}">
                  <a16:creationId xmlns:a16="http://schemas.microsoft.com/office/drawing/2014/main" id="{133E7807-1CE5-8106-A62C-D51E2093E71E}"/>
                </a:ext>
              </a:extLst>
            </p:cNvPr>
            <p:cNvSpPr/>
            <p:nvPr/>
          </p:nvSpPr>
          <p:spPr>
            <a:xfrm>
              <a:off x="1186410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8" name="Freeform 38">
              <a:extLst>
                <a:ext uri="{FF2B5EF4-FFF2-40B4-BE49-F238E27FC236}">
                  <a16:creationId xmlns:a16="http://schemas.microsoft.com/office/drawing/2014/main" id="{0590C826-2B53-9500-DA86-215B00D616F4}"/>
                </a:ext>
              </a:extLst>
            </p:cNvPr>
            <p:cNvSpPr/>
            <p:nvPr/>
          </p:nvSpPr>
          <p:spPr>
            <a:xfrm>
              <a:off x="1124008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9" name="Freeform 39">
              <a:extLst>
                <a:ext uri="{FF2B5EF4-FFF2-40B4-BE49-F238E27FC236}">
                  <a16:creationId xmlns:a16="http://schemas.microsoft.com/office/drawing/2014/main" id="{3728B0F1-0A1C-7820-5A06-6DCDC3B2AA5D}"/>
                </a:ext>
              </a:extLst>
            </p:cNvPr>
            <p:cNvSpPr/>
            <p:nvPr/>
          </p:nvSpPr>
          <p:spPr>
            <a:xfrm>
              <a:off x="1353551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0" name="Freeform 40">
              <a:extLst>
                <a:ext uri="{FF2B5EF4-FFF2-40B4-BE49-F238E27FC236}">
                  <a16:creationId xmlns:a16="http://schemas.microsoft.com/office/drawing/2014/main" id="{DDC18DA4-E0C2-2908-B20C-FD942FD0B40D}"/>
                </a:ext>
              </a:extLst>
            </p:cNvPr>
            <p:cNvSpPr/>
            <p:nvPr/>
          </p:nvSpPr>
          <p:spPr>
            <a:xfrm>
              <a:off x="1447292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1" name="Freeform 41">
              <a:extLst>
                <a:ext uri="{FF2B5EF4-FFF2-40B4-BE49-F238E27FC236}">
                  <a16:creationId xmlns:a16="http://schemas.microsoft.com/office/drawing/2014/main" id="{DBD4B2C3-9F7C-C157-AA41-2CBEF40D1C70}"/>
                </a:ext>
              </a:extLst>
            </p:cNvPr>
            <p:cNvSpPr/>
            <p:nvPr/>
          </p:nvSpPr>
          <p:spPr>
            <a:xfrm>
              <a:off x="1353551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2" name="Freeform 42">
              <a:extLst>
                <a:ext uri="{FF2B5EF4-FFF2-40B4-BE49-F238E27FC236}">
                  <a16:creationId xmlns:a16="http://schemas.microsoft.com/office/drawing/2014/main" id="{6715313A-A5C5-F5EF-BE37-87E9CDA7318A}"/>
                </a:ext>
              </a:extLst>
            </p:cNvPr>
            <p:cNvSpPr/>
            <p:nvPr/>
          </p:nvSpPr>
          <p:spPr>
            <a:xfrm>
              <a:off x="1362153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3" name="Freeform 43">
              <a:extLst>
                <a:ext uri="{FF2B5EF4-FFF2-40B4-BE49-F238E27FC236}">
                  <a16:creationId xmlns:a16="http://schemas.microsoft.com/office/drawing/2014/main" id="{665DD923-06BE-DB98-C95A-71FBBF121180}"/>
                </a:ext>
              </a:extLst>
            </p:cNvPr>
            <p:cNvSpPr/>
            <p:nvPr/>
          </p:nvSpPr>
          <p:spPr>
            <a:xfrm>
              <a:off x="1113464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>
              <a:extLst>
                <a:ext uri="{FF2B5EF4-FFF2-40B4-BE49-F238E27FC236}">
                  <a16:creationId xmlns:a16="http://schemas.microsoft.com/office/drawing/2014/main" id="{50D4FFD9-8E59-540F-53E2-FC1E0EE36751}"/>
                </a:ext>
              </a:extLst>
            </p:cNvPr>
            <p:cNvSpPr/>
            <p:nvPr/>
          </p:nvSpPr>
          <p:spPr>
            <a:xfrm>
              <a:off x="1186410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5" name="Freeform 45">
              <a:extLst>
                <a:ext uri="{FF2B5EF4-FFF2-40B4-BE49-F238E27FC236}">
                  <a16:creationId xmlns:a16="http://schemas.microsoft.com/office/drawing/2014/main" id="{C1D6A89A-B510-B6EC-ED40-37336871F130}"/>
                </a:ext>
              </a:extLst>
            </p:cNvPr>
            <p:cNvSpPr/>
            <p:nvPr/>
          </p:nvSpPr>
          <p:spPr>
            <a:xfrm>
              <a:off x="1124008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6" name="Freeform 46">
              <a:extLst>
                <a:ext uri="{FF2B5EF4-FFF2-40B4-BE49-F238E27FC236}">
                  <a16:creationId xmlns:a16="http://schemas.microsoft.com/office/drawing/2014/main" id="{EC7963B1-C06D-ED78-0294-93772F699700}"/>
                </a:ext>
              </a:extLst>
            </p:cNvPr>
            <p:cNvSpPr/>
            <p:nvPr/>
          </p:nvSpPr>
          <p:spPr>
            <a:xfrm>
              <a:off x="1353551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7" name="Freeform 47">
              <a:extLst>
                <a:ext uri="{FF2B5EF4-FFF2-40B4-BE49-F238E27FC236}">
                  <a16:creationId xmlns:a16="http://schemas.microsoft.com/office/drawing/2014/main" id="{2996FB9C-5192-1E24-0903-5E9D8A60FE54}"/>
                </a:ext>
              </a:extLst>
            </p:cNvPr>
            <p:cNvSpPr/>
            <p:nvPr/>
          </p:nvSpPr>
          <p:spPr>
            <a:xfrm>
              <a:off x="1447292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8" name="Freeform 48">
              <a:extLst>
                <a:ext uri="{FF2B5EF4-FFF2-40B4-BE49-F238E27FC236}">
                  <a16:creationId xmlns:a16="http://schemas.microsoft.com/office/drawing/2014/main" id="{073F3577-309F-05F7-E10C-41D29283D226}"/>
                </a:ext>
              </a:extLst>
            </p:cNvPr>
            <p:cNvSpPr/>
            <p:nvPr/>
          </p:nvSpPr>
          <p:spPr>
            <a:xfrm>
              <a:off x="1353551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9" name="Freeform 49">
              <a:extLst>
                <a:ext uri="{FF2B5EF4-FFF2-40B4-BE49-F238E27FC236}">
                  <a16:creationId xmlns:a16="http://schemas.microsoft.com/office/drawing/2014/main" id="{9A58D35A-A8F1-2AAC-18BC-2F36D161AAFF}"/>
                </a:ext>
              </a:extLst>
            </p:cNvPr>
            <p:cNvSpPr/>
            <p:nvPr/>
          </p:nvSpPr>
          <p:spPr>
            <a:xfrm>
              <a:off x="1362153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0" name="Freeform 50">
              <a:extLst>
                <a:ext uri="{FF2B5EF4-FFF2-40B4-BE49-F238E27FC236}">
                  <a16:creationId xmlns:a16="http://schemas.microsoft.com/office/drawing/2014/main" id="{DBF4DADD-449A-4A14-FCBE-8281DD7E01DD}"/>
                </a:ext>
              </a:extLst>
            </p:cNvPr>
            <p:cNvSpPr/>
            <p:nvPr/>
          </p:nvSpPr>
          <p:spPr>
            <a:xfrm>
              <a:off x="167019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Freeform 51">
              <a:extLst>
                <a:ext uri="{FF2B5EF4-FFF2-40B4-BE49-F238E27FC236}">
                  <a16:creationId xmlns:a16="http://schemas.microsoft.com/office/drawing/2014/main" id="{012113DF-F8EE-40F5-9FCE-3742E0638091}"/>
                </a:ext>
              </a:extLst>
            </p:cNvPr>
            <p:cNvSpPr/>
            <p:nvPr/>
          </p:nvSpPr>
          <p:spPr>
            <a:xfrm>
              <a:off x="174314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2" name="Freeform 52">
              <a:extLst>
                <a:ext uri="{FF2B5EF4-FFF2-40B4-BE49-F238E27FC236}">
                  <a16:creationId xmlns:a16="http://schemas.microsoft.com/office/drawing/2014/main" id="{140AE3AD-C287-9A80-AF9C-0C751391063C}"/>
                </a:ext>
              </a:extLst>
            </p:cNvPr>
            <p:cNvSpPr/>
            <p:nvPr/>
          </p:nvSpPr>
          <p:spPr>
            <a:xfrm>
              <a:off x="168074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3" name="Freeform 53">
              <a:extLst>
                <a:ext uri="{FF2B5EF4-FFF2-40B4-BE49-F238E27FC236}">
                  <a16:creationId xmlns:a16="http://schemas.microsoft.com/office/drawing/2014/main" id="{D52C40FA-EA86-C72E-6898-2A73DEEC1443}"/>
                </a:ext>
              </a:extLst>
            </p:cNvPr>
            <p:cNvSpPr/>
            <p:nvPr/>
          </p:nvSpPr>
          <p:spPr>
            <a:xfrm>
              <a:off x="191028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4" name="Freeform 54">
              <a:extLst>
                <a:ext uri="{FF2B5EF4-FFF2-40B4-BE49-F238E27FC236}">
                  <a16:creationId xmlns:a16="http://schemas.microsoft.com/office/drawing/2014/main" id="{88BD9EE7-2D87-A171-82AA-A808567FD699}"/>
                </a:ext>
              </a:extLst>
            </p:cNvPr>
            <p:cNvSpPr/>
            <p:nvPr/>
          </p:nvSpPr>
          <p:spPr>
            <a:xfrm>
              <a:off x="200402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5" name="Freeform 55">
              <a:extLst>
                <a:ext uri="{FF2B5EF4-FFF2-40B4-BE49-F238E27FC236}">
                  <a16:creationId xmlns:a16="http://schemas.microsoft.com/office/drawing/2014/main" id="{4EE3CB0F-2071-69A9-E674-917949CF9CB7}"/>
                </a:ext>
              </a:extLst>
            </p:cNvPr>
            <p:cNvSpPr/>
            <p:nvPr/>
          </p:nvSpPr>
          <p:spPr>
            <a:xfrm>
              <a:off x="191028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6" name="Freeform 56">
              <a:extLst>
                <a:ext uri="{FF2B5EF4-FFF2-40B4-BE49-F238E27FC236}">
                  <a16:creationId xmlns:a16="http://schemas.microsoft.com/office/drawing/2014/main" id="{1EA37672-8298-808D-254A-E2E51A40292E}"/>
                </a:ext>
              </a:extLst>
            </p:cNvPr>
            <p:cNvSpPr/>
            <p:nvPr/>
          </p:nvSpPr>
          <p:spPr>
            <a:xfrm>
              <a:off x="191888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7" name="Freeform 57">
              <a:extLst>
                <a:ext uri="{FF2B5EF4-FFF2-40B4-BE49-F238E27FC236}">
                  <a16:creationId xmlns:a16="http://schemas.microsoft.com/office/drawing/2014/main" id="{9CD9CC8C-F28E-966B-F6A5-D4DA219C527E}"/>
                </a:ext>
              </a:extLst>
            </p:cNvPr>
            <p:cNvSpPr/>
            <p:nvPr/>
          </p:nvSpPr>
          <p:spPr>
            <a:xfrm>
              <a:off x="167019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8" name="Freeform 58">
              <a:extLst>
                <a:ext uri="{FF2B5EF4-FFF2-40B4-BE49-F238E27FC236}">
                  <a16:creationId xmlns:a16="http://schemas.microsoft.com/office/drawing/2014/main" id="{0D3C8008-505A-8A55-F16B-D8DAA19AA1B6}"/>
                </a:ext>
              </a:extLst>
            </p:cNvPr>
            <p:cNvSpPr/>
            <p:nvPr/>
          </p:nvSpPr>
          <p:spPr>
            <a:xfrm>
              <a:off x="174314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9" name="Freeform 59">
              <a:extLst>
                <a:ext uri="{FF2B5EF4-FFF2-40B4-BE49-F238E27FC236}">
                  <a16:creationId xmlns:a16="http://schemas.microsoft.com/office/drawing/2014/main" id="{D0AD802A-4654-3214-F07D-73F1B47C8180}"/>
                </a:ext>
              </a:extLst>
            </p:cNvPr>
            <p:cNvSpPr/>
            <p:nvPr/>
          </p:nvSpPr>
          <p:spPr>
            <a:xfrm>
              <a:off x="168074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0" name="Freeform 60">
              <a:extLst>
                <a:ext uri="{FF2B5EF4-FFF2-40B4-BE49-F238E27FC236}">
                  <a16:creationId xmlns:a16="http://schemas.microsoft.com/office/drawing/2014/main" id="{D036A2A7-B492-AAB4-0082-03CC2D677424}"/>
                </a:ext>
              </a:extLst>
            </p:cNvPr>
            <p:cNvSpPr/>
            <p:nvPr/>
          </p:nvSpPr>
          <p:spPr>
            <a:xfrm>
              <a:off x="191028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1" name="Freeform 61">
              <a:extLst>
                <a:ext uri="{FF2B5EF4-FFF2-40B4-BE49-F238E27FC236}">
                  <a16:creationId xmlns:a16="http://schemas.microsoft.com/office/drawing/2014/main" id="{F3D1C33D-C1C4-38B7-7873-7A02E1C6EA67}"/>
                </a:ext>
              </a:extLst>
            </p:cNvPr>
            <p:cNvSpPr/>
            <p:nvPr/>
          </p:nvSpPr>
          <p:spPr>
            <a:xfrm>
              <a:off x="200402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2" name="Freeform 62">
              <a:extLst>
                <a:ext uri="{FF2B5EF4-FFF2-40B4-BE49-F238E27FC236}">
                  <a16:creationId xmlns:a16="http://schemas.microsoft.com/office/drawing/2014/main" id="{4542E995-B367-F9C8-0AA6-3D4C88938CB0}"/>
                </a:ext>
              </a:extLst>
            </p:cNvPr>
            <p:cNvSpPr/>
            <p:nvPr/>
          </p:nvSpPr>
          <p:spPr>
            <a:xfrm>
              <a:off x="191028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3" name="Freeform 63">
              <a:extLst>
                <a:ext uri="{FF2B5EF4-FFF2-40B4-BE49-F238E27FC236}">
                  <a16:creationId xmlns:a16="http://schemas.microsoft.com/office/drawing/2014/main" id="{3464292A-4EFC-FD47-DD5C-7130BE2786D4}"/>
                </a:ext>
              </a:extLst>
            </p:cNvPr>
            <p:cNvSpPr/>
            <p:nvPr/>
          </p:nvSpPr>
          <p:spPr>
            <a:xfrm>
              <a:off x="191888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4" name="Freeform 64">
              <a:extLst>
                <a:ext uri="{FF2B5EF4-FFF2-40B4-BE49-F238E27FC236}">
                  <a16:creationId xmlns:a16="http://schemas.microsoft.com/office/drawing/2014/main" id="{B9AAC76E-4EDE-970B-B139-FCCE0893DD91}"/>
                </a:ext>
              </a:extLst>
            </p:cNvPr>
            <p:cNvSpPr/>
            <p:nvPr/>
          </p:nvSpPr>
          <p:spPr>
            <a:xfrm>
              <a:off x="222645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5" name="Freeform 65">
              <a:extLst>
                <a:ext uri="{FF2B5EF4-FFF2-40B4-BE49-F238E27FC236}">
                  <a16:creationId xmlns:a16="http://schemas.microsoft.com/office/drawing/2014/main" id="{4A9CA683-2564-C611-47E6-73254AA982EC}"/>
                </a:ext>
              </a:extLst>
            </p:cNvPr>
            <p:cNvSpPr/>
            <p:nvPr/>
          </p:nvSpPr>
          <p:spPr>
            <a:xfrm>
              <a:off x="229940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6" name="Freeform 66">
              <a:extLst>
                <a:ext uri="{FF2B5EF4-FFF2-40B4-BE49-F238E27FC236}">
                  <a16:creationId xmlns:a16="http://schemas.microsoft.com/office/drawing/2014/main" id="{D0E18665-5EAF-29A0-966D-264873DA6263}"/>
                </a:ext>
              </a:extLst>
            </p:cNvPr>
            <p:cNvSpPr/>
            <p:nvPr/>
          </p:nvSpPr>
          <p:spPr>
            <a:xfrm>
              <a:off x="223700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7" name="Freeform 67">
              <a:extLst>
                <a:ext uri="{FF2B5EF4-FFF2-40B4-BE49-F238E27FC236}">
                  <a16:creationId xmlns:a16="http://schemas.microsoft.com/office/drawing/2014/main" id="{8FDDB897-9077-28E2-88EF-47333C8F37BD}"/>
                </a:ext>
              </a:extLst>
            </p:cNvPr>
            <p:cNvSpPr/>
            <p:nvPr/>
          </p:nvSpPr>
          <p:spPr>
            <a:xfrm>
              <a:off x="246654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8" name="Freeform 68">
              <a:extLst>
                <a:ext uri="{FF2B5EF4-FFF2-40B4-BE49-F238E27FC236}">
                  <a16:creationId xmlns:a16="http://schemas.microsoft.com/office/drawing/2014/main" id="{D7ED478C-C9A7-4BD7-EC11-8E07B2A20FB3}"/>
                </a:ext>
              </a:extLst>
            </p:cNvPr>
            <p:cNvSpPr/>
            <p:nvPr/>
          </p:nvSpPr>
          <p:spPr>
            <a:xfrm>
              <a:off x="256028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9" name="Freeform 69">
              <a:extLst>
                <a:ext uri="{FF2B5EF4-FFF2-40B4-BE49-F238E27FC236}">
                  <a16:creationId xmlns:a16="http://schemas.microsoft.com/office/drawing/2014/main" id="{AF5523AC-1717-A6D0-E5BC-F1A6EFE25018}"/>
                </a:ext>
              </a:extLst>
            </p:cNvPr>
            <p:cNvSpPr/>
            <p:nvPr/>
          </p:nvSpPr>
          <p:spPr>
            <a:xfrm>
              <a:off x="246654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0" name="Freeform 70">
              <a:extLst>
                <a:ext uri="{FF2B5EF4-FFF2-40B4-BE49-F238E27FC236}">
                  <a16:creationId xmlns:a16="http://schemas.microsoft.com/office/drawing/2014/main" id="{451A62F5-810B-F7CF-CC83-05D106A6AE43}"/>
                </a:ext>
              </a:extLst>
            </p:cNvPr>
            <p:cNvSpPr/>
            <p:nvPr/>
          </p:nvSpPr>
          <p:spPr>
            <a:xfrm>
              <a:off x="247514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1" name="Freeform 71">
              <a:extLst>
                <a:ext uri="{FF2B5EF4-FFF2-40B4-BE49-F238E27FC236}">
                  <a16:creationId xmlns:a16="http://schemas.microsoft.com/office/drawing/2014/main" id="{E147B7F1-9F36-96BD-E586-F060F988846B}"/>
                </a:ext>
              </a:extLst>
            </p:cNvPr>
            <p:cNvSpPr/>
            <p:nvPr/>
          </p:nvSpPr>
          <p:spPr>
            <a:xfrm>
              <a:off x="222645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>
              <a:extLst>
                <a:ext uri="{FF2B5EF4-FFF2-40B4-BE49-F238E27FC236}">
                  <a16:creationId xmlns:a16="http://schemas.microsoft.com/office/drawing/2014/main" id="{B160CADD-D890-8A05-0CB6-79F13BD96F39}"/>
                </a:ext>
              </a:extLst>
            </p:cNvPr>
            <p:cNvSpPr/>
            <p:nvPr/>
          </p:nvSpPr>
          <p:spPr>
            <a:xfrm>
              <a:off x="229940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3" name="Freeform 73">
              <a:extLst>
                <a:ext uri="{FF2B5EF4-FFF2-40B4-BE49-F238E27FC236}">
                  <a16:creationId xmlns:a16="http://schemas.microsoft.com/office/drawing/2014/main" id="{35687B77-E8A6-10DC-DBB7-10BB248E2F1F}"/>
                </a:ext>
              </a:extLst>
            </p:cNvPr>
            <p:cNvSpPr/>
            <p:nvPr/>
          </p:nvSpPr>
          <p:spPr>
            <a:xfrm>
              <a:off x="223700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4" name="Freeform 74">
              <a:extLst>
                <a:ext uri="{FF2B5EF4-FFF2-40B4-BE49-F238E27FC236}">
                  <a16:creationId xmlns:a16="http://schemas.microsoft.com/office/drawing/2014/main" id="{9E73D781-EFAC-A14F-A40A-C9BC1C5B47FD}"/>
                </a:ext>
              </a:extLst>
            </p:cNvPr>
            <p:cNvSpPr/>
            <p:nvPr/>
          </p:nvSpPr>
          <p:spPr>
            <a:xfrm>
              <a:off x="246654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5" name="Freeform 75">
              <a:extLst>
                <a:ext uri="{FF2B5EF4-FFF2-40B4-BE49-F238E27FC236}">
                  <a16:creationId xmlns:a16="http://schemas.microsoft.com/office/drawing/2014/main" id="{3E428E3E-33BD-1049-A123-82EB0D475006}"/>
                </a:ext>
              </a:extLst>
            </p:cNvPr>
            <p:cNvSpPr/>
            <p:nvPr/>
          </p:nvSpPr>
          <p:spPr>
            <a:xfrm>
              <a:off x="256028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6" name="Freeform 76">
              <a:extLst>
                <a:ext uri="{FF2B5EF4-FFF2-40B4-BE49-F238E27FC236}">
                  <a16:creationId xmlns:a16="http://schemas.microsoft.com/office/drawing/2014/main" id="{E0F61239-087D-3BC7-1BE9-6EB94E193628}"/>
                </a:ext>
              </a:extLst>
            </p:cNvPr>
            <p:cNvSpPr/>
            <p:nvPr/>
          </p:nvSpPr>
          <p:spPr>
            <a:xfrm>
              <a:off x="246654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7" name="Freeform 77">
              <a:extLst>
                <a:ext uri="{FF2B5EF4-FFF2-40B4-BE49-F238E27FC236}">
                  <a16:creationId xmlns:a16="http://schemas.microsoft.com/office/drawing/2014/main" id="{FA2DBFA7-0213-0FFF-3BE8-634F764C4501}"/>
                </a:ext>
              </a:extLst>
            </p:cNvPr>
            <p:cNvSpPr/>
            <p:nvPr/>
          </p:nvSpPr>
          <p:spPr>
            <a:xfrm>
              <a:off x="247514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78" name="Group 78">
            <a:extLst>
              <a:ext uri="{FF2B5EF4-FFF2-40B4-BE49-F238E27FC236}">
                <a16:creationId xmlns:a16="http://schemas.microsoft.com/office/drawing/2014/main" id="{84E0A8BA-F390-B15E-53B9-33C46C3231A3}"/>
              </a:ext>
            </a:extLst>
          </p:cNvPr>
          <p:cNvGrpSpPr/>
          <p:nvPr/>
        </p:nvGrpSpPr>
        <p:grpSpPr>
          <a:xfrm>
            <a:off x="877502" y="876300"/>
            <a:ext cx="16532993" cy="8955478"/>
            <a:chOff x="0" y="0"/>
            <a:chExt cx="4354368" cy="2358644"/>
          </a:xfrm>
        </p:grpSpPr>
        <p:sp>
          <p:nvSpPr>
            <p:cNvPr id="79" name="Freeform 79">
              <a:extLst>
                <a:ext uri="{FF2B5EF4-FFF2-40B4-BE49-F238E27FC236}">
                  <a16:creationId xmlns:a16="http://schemas.microsoft.com/office/drawing/2014/main" id="{18181643-61F6-44A8-CA6A-D1AC5E34F136}"/>
                </a:ext>
              </a:extLst>
            </p:cNvPr>
            <p:cNvSpPr/>
            <p:nvPr/>
          </p:nvSpPr>
          <p:spPr>
            <a:xfrm>
              <a:off x="0" y="0"/>
              <a:ext cx="4354368" cy="2358644"/>
            </a:xfrm>
            <a:custGeom>
              <a:avLst/>
              <a:gdLst/>
              <a:ahLst/>
              <a:cxnLst/>
              <a:rect l="l" t="t" r="r" b="b"/>
              <a:pathLst>
                <a:path w="4354368" h="2358644">
                  <a:moveTo>
                    <a:pt x="23882" y="0"/>
                  </a:moveTo>
                  <a:lnTo>
                    <a:pt x="4330486" y="0"/>
                  </a:lnTo>
                  <a:cubicBezTo>
                    <a:pt x="4336820" y="0"/>
                    <a:pt x="4342895" y="2516"/>
                    <a:pt x="4347373" y="6995"/>
                  </a:cubicBezTo>
                  <a:cubicBezTo>
                    <a:pt x="4351852" y="11474"/>
                    <a:pt x="4354368" y="17548"/>
                    <a:pt x="4354368" y="23882"/>
                  </a:cubicBezTo>
                  <a:lnTo>
                    <a:pt x="4354368" y="2334763"/>
                  </a:lnTo>
                  <a:cubicBezTo>
                    <a:pt x="4354368" y="2341096"/>
                    <a:pt x="4351852" y="2347171"/>
                    <a:pt x="4347373" y="2351650"/>
                  </a:cubicBezTo>
                  <a:cubicBezTo>
                    <a:pt x="4342895" y="2356128"/>
                    <a:pt x="4336820" y="2358644"/>
                    <a:pt x="4330486" y="2358644"/>
                  </a:cubicBezTo>
                  <a:lnTo>
                    <a:pt x="23882" y="2358644"/>
                  </a:lnTo>
                  <a:cubicBezTo>
                    <a:pt x="17548" y="2358644"/>
                    <a:pt x="11474" y="2356128"/>
                    <a:pt x="6995" y="2351650"/>
                  </a:cubicBezTo>
                  <a:cubicBezTo>
                    <a:pt x="2516" y="2347171"/>
                    <a:pt x="0" y="2341096"/>
                    <a:pt x="0" y="2334763"/>
                  </a:cubicBezTo>
                  <a:lnTo>
                    <a:pt x="0" y="23882"/>
                  </a:lnTo>
                  <a:cubicBezTo>
                    <a:pt x="0" y="17548"/>
                    <a:pt x="2516" y="11474"/>
                    <a:pt x="6995" y="6995"/>
                  </a:cubicBezTo>
                  <a:cubicBezTo>
                    <a:pt x="11474" y="2516"/>
                    <a:pt x="17548" y="0"/>
                    <a:pt x="23882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80" name="TextBox 80">
              <a:extLst>
                <a:ext uri="{FF2B5EF4-FFF2-40B4-BE49-F238E27FC236}">
                  <a16:creationId xmlns:a16="http://schemas.microsoft.com/office/drawing/2014/main" id="{D8D15485-D98F-F3CA-2527-6D3805673FBD}"/>
                </a:ext>
              </a:extLst>
            </p:cNvPr>
            <p:cNvSpPr txBox="1"/>
            <p:nvPr/>
          </p:nvSpPr>
          <p:spPr>
            <a:xfrm>
              <a:off x="0" y="-104775"/>
              <a:ext cx="4354368" cy="2463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sp>
        <p:nvSpPr>
          <p:cNvPr id="83" name="TextBox 83">
            <a:extLst>
              <a:ext uri="{FF2B5EF4-FFF2-40B4-BE49-F238E27FC236}">
                <a16:creationId xmlns:a16="http://schemas.microsoft.com/office/drawing/2014/main" id="{382187B7-080A-04B8-6AE2-BCCE92ECC77F}"/>
              </a:ext>
            </a:extLst>
          </p:cNvPr>
          <p:cNvSpPr txBox="1"/>
          <p:nvPr/>
        </p:nvSpPr>
        <p:spPr>
          <a:xfrm>
            <a:off x="2829697" y="1182883"/>
            <a:ext cx="12628605" cy="957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228"/>
              </a:lnSpc>
              <a:spcBef>
                <a:spcPct val="0"/>
              </a:spcBef>
            </a:pPr>
            <a:r>
              <a:rPr lang="uz-Latn-UZ" sz="4400" spc="668" dirty="0">
                <a:solidFill>
                  <a:srgbClr val="3F3F3F"/>
                </a:solidFill>
                <a:latin typeface="Aloja"/>
                <a:ea typeface="Aloja"/>
                <a:cs typeface="Aloja"/>
                <a:sym typeface="Aloja"/>
              </a:rPr>
              <a:t>{{reja_3}}</a:t>
            </a:r>
            <a:endParaRPr lang="en-US" sz="4400" spc="668" dirty="0">
              <a:solidFill>
                <a:srgbClr val="3F3F3F"/>
              </a:solidFill>
              <a:latin typeface="Aloja"/>
              <a:ea typeface="Aloja"/>
              <a:cs typeface="Aloja"/>
              <a:sym typeface="Aloja"/>
            </a:endParaRPr>
          </a:p>
        </p:txBody>
      </p:sp>
      <p:grpSp>
        <p:nvGrpSpPr>
          <p:cNvPr id="84" name="Group 84">
            <a:extLst>
              <a:ext uri="{FF2B5EF4-FFF2-40B4-BE49-F238E27FC236}">
                <a16:creationId xmlns:a16="http://schemas.microsoft.com/office/drawing/2014/main" id="{C20EF0D4-3849-3BD0-B5BF-FE0C9A344F43}"/>
              </a:ext>
            </a:extLst>
          </p:cNvPr>
          <p:cNvGrpSpPr/>
          <p:nvPr/>
        </p:nvGrpSpPr>
        <p:grpSpPr>
          <a:xfrm>
            <a:off x="1776009" y="304912"/>
            <a:ext cx="14735982" cy="1447576"/>
            <a:chOff x="0" y="0"/>
            <a:chExt cx="19647976" cy="1930102"/>
          </a:xfrm>
        </p:grpSpPr>
        <p:sp>
          <p:nvSpPr>
            <p:cNvPr id="85" name="Freeform 85">
              <a:extLst>
                <a:ext uri="{FF2B5EF4-FFF2-40B4-BE49-F238E27FC236}">
                  <a16:creationId xmlns:a16="http://schemas.microsoft.com/office/drawing/2014/main" id="{3E071A10-BB73-D3E8-C166-7F254571A046}"/>
                </a:ext>
              </a:extLst>
            </p:cNvPr>
            <p:cNvSpPr/>
            <p:nvPr/>
          </p:nvSpPr>
          <p:spPr>
            <a:xfrm rot="5281261">
              <a:off x="18153478" y="450837"/>
              <a:ext cx="1895718" cy="1028427"/>
            </a:xfrm>
            <a:custGeom>
              <a:avLst/>
              <a:gdLst/>
              <a:ahLst/>
              <a:cxnLst/>
              <a:rect l="l" t="t" r="r" b="b"/>
              <a:pathLst>
                <a:path w="1895718" h="1028427">
                  <a:moveTo>
                    <a:pt x="0" y="0"/>
                  </a:moveTo>
                  <a:lnTo>
                    <a:pt x="1895718" y="0"/>
                  </a:lnTo>
                  <a:lnTo>
                    <a:pt x="1895718" y="1028428"/>
                  </a:lnTo>
                  <a:lnTo>
                    <a:pt x="0" y="1028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/>
              </a:stretch>
            </a:blipFill>
          </p:spPr>
        </p:sp>
        <p:sp>
          <p:nvSpPr>
            <p:cNvPr id="86" name="Freeform 86">
              <a:extLst>
                <a:ext uri="{FF2B5EF4-FFF2-40B4-BE49-F238E27FC236}">
                  <a16:creationId xmlns:a16="http://schemas.microsoft.com/office/drawing/2014/main" id="{3470FEB0-B4C9-54B2-4846-790FEF6C11F6}"/>
                </a:ext>
              </a:extLst>
            </p:cNvPr>
            <p:cNvSpPr/>
            <p:nvPr/>
          </p:nvSpPr>
          <p:spPr>
            <a:xfrm rot="5281261">
              <a:off x="-401220" y="450837"/>
              <a:ext cx="1895718" cy="1028427"/>
            </a:xfrm>
            <a:custGeom>
              <a:avLst/>
              <a:gdLst/>
              <a:ahLst/>
              <a:cxnLst/>
              <a:rect l="l" t="t" r="r" b="b"/>
              <a:pathLst>
                <a:path w="1895718" h="1028427">
                  <a:moveTo>
                    <a:pt x="0" y="0"/>
                  </a:moveTo>
                  <a:lnTo>
                    <a:pt x="1895718" y="0"/>
                  </a:lnTo>
                  <a:lnTo>
                    <a:pt x="1895718" y="1028428"/>
                  </a:lnTo>
                  <a:lnTo>
                    <a:pt x="0" y="1028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/>
              </a:stretch>
            </a:blipFill>
          </p:spPr>
        </p:sp>
      </p:grpSp>
      <p:sp>
        <p:nvSpPr>
          <p:cNvPr id="93" name="TextBox 93">
            <a:extLst>
              <a:ext uri="{FF2B5EF4-FFF2-40B4-BE49-F238E27FC236}">
                <a16:creationId xmlns:a16="http://schemas.microsoft.com/office/drawing/2014/main" id="{CF8D91A9-27CE-9224-A244-EEF6A6BBD247}"/>
              </a:ext>
            </a:extLst>
          </p:cNvPr>
          <p:cNvSpPr txBox="1"/>
          <p:nvPr/>
        </p:nvSpPr>
        <p:spPr>
          <a:xfrm>
            <a:off x="1447800" y="3467101"/>
            <a:ext cx="15468600" cy="757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6302"/>
              </a:lnSpc>
              <a:spcBef>
                <a:spcPct val="0"/>
              </a:spcBef>
            </a:pPr>
            <a:r>
              <a:rPr lang="uz-Latn-UZ" sz="3939" spc="393" dirty="0">
                <a:solidFill>
                  <a:schemeClr val="bg2">
                    <a:lumMod val="25000"/>
                  </a:schemeClr>
                </a:solidFill>
                <a:latin typeface="Finger Paint"/>
                <a:ea typeface="Finger Paint"/>
                <a:cs typeface="Finger Paint"/>
                <a:sym typeface="Finger Paint"/>
              </a:rPr>
              <a:t>{{reja_3_matni}}</a:t>
            </a:r>
            <a:endParaRPr lang="en-US" sz="3939" u="none" strike="noStrike" spc="393" dirty="0">
              <a:solidFill>
                <a:schemeClr val="bg2">
                  <a:lumMod val="25000"/>
                </a:schemeClr>
              </a:solidFill>
              <a:latin typeface="Finger Paint"/>
              <a:ea typeface="Finger Paint"/>
              <a:cs typeface="Finger Paint"/>
              <a:sym typeface="Finger Paint"/>
            </a:endParaRPr>
          </a:p>
        </p:txBody>
      </p:sp>
    </p:spTree>
    <p:extLst>
      <p:ext uri="{BB962C8B-B14F-4D97-AF65-F5344CB8AC3E}">
        <p14:creationId xmlns:p14="http://schemas.microsoft.com/office/powerpoint/2010/main" val="13559845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3208" y="-420686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382242" y="5506439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482494" y="-254179"/>
            <a:ext cx="20873911" cy="10961865"/>
            <a:chOff x="0" y="0"/>
            <a:chExt cx="27831881" cy="146158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72946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Freeform 10"/>
            <p:cNvSpPr/>
            <p:nvPr/>
          </p:nvSpPr>
          <p:spPr>
            <a:xfrm>
              <a:off x="10544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1" name="Freeform 11"/>
            <p:cNvSpPr/>
            <p:nvPr/>
          </p:nvSpPr>
          <p:spPr>
            <a:xfrm>
              <a:off x="240087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2" name="Freeform 12"/>
            <p:cNvSpPr/>
            <p:nvPr/>
          </p:nvSpPr>
          <p:spPr>
            <a:xfrm>
              <a:off x="3338287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0087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/>
            <p:cNvSpPr/>
            <p:nvPr/>
          </p:nvSpPr>
          <p:spPr>
            <a:xfrm>
              <a:off x="248689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5" name="Freeform 15"/>
            <p:cNvSpPr/>
            <p:nvPr/>
          </p:nvSpPr>
          <p:spPr>
            <a:xfrm>
              <a:off x="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72946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544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40087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>
              <a:off x="3338287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240087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1" name="Freeform 21"/>
            <p:cNvSpPr/>
            <p:nvPr/>
          </p:nvSpPr>
          <p:spPr>
            <a:xfrm>
              <a:off x="248689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2" name="Freeform 22"/>
            <p:cNvSpPr/>
            <p:nvPr/>
          </p:nvSpPr>
          <p:spPr>
            <a:xfrm>
              <a:off x="556732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629678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4" name="Freeform 24"/>
            <p:cNvSpPr/>
            <p:nvPr/>
          </p:nvSpPr>
          <p:spPr>
            <a:xfrm>
              <a:off x="567276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5" name="Freeform 25"/>
            <p:cNvSpPr/>
            <p:nvPr/>
          </p:nvSpPr>
          <p:spPr>
            <a:xfrm>
              <a:off x="796819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6" name="Freeform 26"/>
            <p:cNvSpPr/>
            <p:nvPr/>
          </p:nvSpPr>
          <p:spPr>
            <a:xfrm>
              <a:off x="890560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7" name="Freeform 27"/>
            <p:cNvSpPr/>
            <p:nvPr/>
          </p:nvSpPr>
          <p:spPr>
            <a:xfrm>
              <a:off x="796819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8" name="Freeform 28"/>
            <p:cNvSpPr/>
            <p:nvPr/>
          </p:nvSpPr>
          <p:spPr>
            <a:xfrm>
              <a:off x="805421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9" name="Freeform 29"/>
            <p:cNvSpPr/>
            <p:nvPr/>
          </p:nvSpPr>
          <p:spPr>
            <a:xfrm>
              <a:off x="556732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Freeform 30"/>
            <p:cNvSpPr/>
            <p:nvPr/>
          </p:nvSpPr>
          <p:spPr>
            <a:xfrm>
              <a:off x="629678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1" name="Freeform 31"/>
            <p:cNvSpPr/>
            <p:nvPr/>
          </p:nvSpPr>
          <p:spPr>
            <a:xfrm>
              <a:off x="567276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2" name="Freeform 32"/>
            <p:cNvSpPr/>
            <p:nvPr/>
          </p:nvSpPr>
          <p:spPr>
            <a:xfrm>
              <a:off x="796819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3" name="Freeform 33"/>
            <p:cNvSpPr/>
            <p:nvPr/>
          </p:nvSpPr>
          <p:spPr>
            <a:xfrm>
              <a:off x="890560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4" name="Freeform 34"/>
            <p:cNvSpPr/>
            <p:nvPr/>
          </p:nvSpPr>
          <p:spPr>
            <a:xfrm>
              <a:off x="796819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5" name="Freeform 35"/>
            <p:cNvSpPr/>
            <p:nvPr/>
          </p:nvSpPr>
          <p:spPr>
            <a:xfrm>
              <a:off x="805421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6" name="Freeform 36"/>
            <p:cNvSpPr/>
            <p:nvPr/>
          </p:nvSpPr>
          <p:spPr>
            <a:xfrm>
              <a:off x="1113464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/>
            <p:cNvSpPr/>
            <p:nvPr/>
          </p:nvSpPr>
          <p:spPr>
            <a:xfrm>
              <a:off x="1186410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8" name="Freeform 38"/>
            <p:cNvSpPr/>
            <p:nvPr/>
          </p:nvSpPr>
          <p:spPr>
            <a:xfrm>
              <a:off x="1124008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9" name="Freeform 39"/>
            <p:cNvSpPr/>
            <p:nvPr/>
          </p:nvSpPr>
          <p:spPr>
            <a:xfrm>
              <a:off x="1353551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0" name="Freeform 40"/>
            <p:cNvSpPr/>
            <p:nvPr/>
          </p:nvSpPr>
          <p:spPr>
            <a:xfrm>
              <a:off x="1447292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1" name="Freeform 41"/>
            <p:cNvSpPr/>
            <p:nvPr/>
          </p:nvSpPr>
          <p:spPr>
            <a:xfrm>
              <a:off x="1353551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2" name="Freeform 42"/>
            <p:cNvSpPr/>
            <p:nvPr/>
          </p:nvSpPr>
          <p:spPr>
            <a:xfrm>
              <a:off x="1362153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3" name="Freeform 43"/>
            <p:cNvSpPr/>
            <p:nvPr/>
          </p:nvSpPr>
          <p:spPr>
            <a:xfrm>
              <a:off x="1113464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/>
            <p:cNvSpPr/>
            <p:nvPr/>
          </p:nvSpPr>
          <p:spPr>
            <a:xfrm>
              <a:off x="1186410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5" name="Freeform 45"/>
            <p:cNvSpPr/>
            <p:nvPr/>
          </p:nvSpPr>
          <p:spPr>
            <a:xfrm>
              <a:off x="1124008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6" name="Freeform 46"/>
            <p:cNvSpPr/>
            <p:nvPr/>
          </p:nvSpPr>
          <p:spPr>
            <a:xfrm>
              <a:off x="1353551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7" name="Freeform 47"/>
            <p:cNvSpPr/>
            <p:nvPr/>
          </p:nvSpPr>
          <p:spPr>
            <a:xfrm>
              <a:off x="1447292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8" name="Freeform 48"/>
            <p:cNvSpPr/>
            <p:nvPr/>
          </p:nvSpPr>
          <p:spPr>
            <a:xfrm>
              <a:off x="1353551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9" name="Freeform 49"/>
            <p:cNvSpPr/>
            <p:nvPr/>
          </p:nvSpPr>
          <p:spPr>
            <a:xfrm>
              <a:off x="1362153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0" name="Freeform 50"/>
            <p:cNvSpPr/>
            <p:nvPr/>
          </p:nvSpPr>
          <p:spPr>
            <a:xfrm>
              <a:off x="167019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Freeform 51"/>
            <p:cNvSpPr/>
            <p:nvPr/>
          </p:nvSpPr>
          <p:spPr>
            <a:xfrm>
              <a:off x="174314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2" name="Freeform 52"/>
            <p:cNvSpPr/>
            <p:nvPr/>
          </p:nvSpPr>
          <p:spPr>
            <a:xfrm>
              <a:off x="168074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3" name="Freeform 53"/>
            <p:cNvSpPr/>
            <p:nvPr/>
          </p:nvSpPr>
          <p:spPr>
            <a:xfrm>
              <a:off x="191028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4" name="Freeform 54"/>
            <p:cNvSpPr/>
            <p:nvPr/>
          </p:nvSpPr>
          <p:spPr>
            <a:xfrm>
              <a:off x="200402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5" name="Freeform 55"/>
            <p:cNvSpPr/>
            <p:nvPr/>
          </p:nvSpPr>
          <p:spPr>
            <a:xfrm>
              <a:off x="191028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6" name="Freeform 56"/>
            <p:cNvSpPr/>
            <p:nvPr/>
          </p:nvSpPr>
          <p:spPr>
            <a:xfrm>
              <a:off x="191888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7" name="Freeform 57"/>
            <p:cNvSpPr/>
            <p:nvPr/>
          </p:nvSpPr>
          <p:spPr>
            <a:xfrm>
              <a:off x="167019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8" name="Freeform 58"/>
            <p:cNvSpPr/>
            <p:nvPr/>
          </p:nvSpPr>
          <p:spPr>
            <a:xfrm>
              <a:off x="174314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9" name="Freeform 59"/>
            <p:cNvSpPr/>
            <p:nvPr/>
          </p:nvSpPr>
          <p:spPr>
            <a:xfrm>
              <a:off x="168074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0" name="Freeform 60"/>
            <p:cNvSpPr/>
            <p:nvPr/>
          </p:nvSpPr>
          <p:spPr>
            <a:xfrm>
              <a:off x="191028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1" name="Freeform 61"/>
            <p:cNvSpPr/>
            <p:nvPr/>
          </p:nvSpPr>
          <p:spPr>
            <a:xfrm>
              <a:off x="200402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2" name="Freeform 62"/>
            <p:cNvSpPr/>
            <p:nvPr/>
          </p:nvSpPr>
          <p:spPr>
            <a:xfrm>
              <a:off x="191028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3" name="Freeform 63"/>
            <p:cNvSpPr/>
            <p:nvPr/>
          </p:nvSpPr>
          <p:spPr>
            <a:xfrm>
              <a:off x="191888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4" name="Freeform 64"/>
            <p:cNvSpPr/>
            <p:nvPr/>
          </p:nvSpPr>
          <p:spPr>
            <a:xfrm>
              <a:off x="222645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5" name="Freeform 65"/>
            <p:cNvSpPr/>
            <p:nvPr/>
          </p:nvSpPr>
          <p:spPr>
            <a:xfrm>
              <a:off x="229940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6" name="Freeform 66"/>
            <p:cNvSpPr/>
            <p:nvPr/>
          </p:nvSpPr>
          <p:spPr>
            <a:xfrm>
              <a:off x="223700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7" name="Freeform 67"/>
            <p:cNvSpPr/>
            <p:nvPr/>
          </p:nvSpPr>
          <p:spPr>
            <a:xfrm>
              <a:off x="246654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8" name="Freeform 68"/>
            <p:cNvSpPr/>
            <p:nvPr/>
          </p:nvSpPr>
          <p:spPr>
            <a:xfrm>
              <a:off x="256028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9" name="Freeform 69"/>
            <p:cNvSpPr/>
            <p:nvPr/>
          </p:nvSpPr>
          <p:spPr>
            <a:xfrm>
              <a:off x="246654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0" name="Freeform 70"/>
            <p:cNvSpPr/>
            <p:nvPr/>
          </p:nvSpPr>
          <p:spPr>
            <a:xfrm>
              <a:off x="247514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1" name="Freeform 71"/>
            <p:cNvSpPr/>
            <p:nvPr/>
          </p:nvSpPr>
          <p:spPr>
            <a:xfrm>
              <a:off x="222645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/>
            <p:cNvSpPr/>
            <p:nvPr/>
          </p:nvSpPr>
          <p:spPr>
            <a:xfrm>
              <a:off x="229940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3" name="Freeform 73"/>
            <p:cNvSpPr/>
            <p:nvPr/>
          </p:nvSpPr>
          <p:spPr>
            <a:xfrm>
              <a:off x="223700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4" name="Freeform 74"/>
            <p:cNvSpPr/>
            <p:nvPr/>
          </p:nvSpPr>
          <p:spPr>
            <a:xfrm>
              <a:off x="246654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5" name="Freeform 75"/>
            <p:cNvSpPr/>
            <p:nvPr/>
          </p:nvSpPr>
          <p:spPr>
            <a:xfrm>
              <a:off x="256028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6" name="Freeform 76"/>
            <p:cNvSpPr/>
            <p:nvPr/>
          </p:nvSpPr>
          <p:spPr>
            <a:xfrm>
              <a:off x="246654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7" name="Freeform 77"/>
            <p:cNvSpPr/>
            <p:nvPr/>
          </p:nvSpPr>
          <p:spPr>
            <a:xfrm>
              <a:off x="247514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78" name="Group 78"/>
          <p:cNvGrpSpPr/>
          <p:nvPr/>
        </p:nvGrpSpPr>
        <p:grpSpPr>
          <a:xfrm>
            <a:off x="9566899" y="665761"/>
            <a:ext cx="6847181" cy="8955478"/>
            <a:chOff x="0" y="0"/>
            <a:chExt cx="1803373" cy="2358644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1803373" cy="2358644"/>
            </a:xfrm>
            <a:custGeom>
              <a:avLst/>
              <a:gdLst/>
              <a:ahLst/>
              <a:cxnLst/>
              <a:rect l="l" t="t" r="r" b="b"/>
              <a:pathLst>
                <a:path w="1803373" h="2358644">
                  <a:moveTo>
                    <a:pt x="57664" y="0"/>
                  </a:moveTo>
                  <a:lnTo>
                    <a:pt x="1745709" y="0"/>
                  </a:lnTo>
                  <a:cubicBezTo>
                    <a:pt x="1761002" y="0"/>
                    <a:pt x="1775669" y="6075"/>
                    <a:pt x="1786483" y="16889"/>
                  </a:cubicBezTo>
                  <a:cubicBezTo>
                    <a:pt x="1797297" y="27704"/>
                    <a:pt x="1803373" y="42371"/>
                    <a:pt x="1803373" y="57664"/>
                  </a:cubicBezTo>
                  <a:lnTo>
                    <a:pt x="1803373" y="2300980"/>
                  </a:lnTo>
                  <a:cubicBezTo>
                    <a:pt x="1803373" y="2316274"/>
                    <a:pt x="1797297" y="2330941"/>
                    <a:pt x="1786483" y="2341755"/>
                  </a:cubicBezTo>
                  <a:cubicBezTo>
                    <a:pt x="1775669" y="2352569"/>
                    <a:pt x="1761002" y="2358644"/>
                    <a:pt x="1745709" y="2358644"/>
                  </a:cubicBezTo>
                  <a:lnTo>
                    <a:pt x="57664" y="2358644"/>
                  </a:lnTo>
                  <a:cubicBezTo>
                    <a:pt x="25817" y="2358644"/>
                    <a:pt x="0" y="2332827"/>
                    <a:pt x="0" y="2300980"/>
                  </a:cubicBezTo>
                  <a:lnTo>
                    <a:pt x="0" y="57664"/>
                  </a:lnTo>
                  <a:cubicBezTo>
                    <a:pt x="0" y="42371"/>
                    <a:pt x="6075" y="27704"/>
                    <a:pt x="16889" y="16889"/>
                  </a:cubicBezTo>
                  <a:cubicBezTo>
                    <a:pt x="27704" y="6075"/>
                    <a:pt x="42371" y="0"/>
                    <a:pt x="57664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80" name="TextBox 80"/>
            <p:cNvSpPr txBox="1"/>
            <p:nvPr/>
          </p:nvSpPr>
          <p:spPr>
            <a:xfrm>
              <a:off x="0" y="-104775"/>
              <a:ext cx="1803373" cy="2463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sp>
        <p:nvSpPr>
          <p:cNvPr id="81" name="PHOTO_4"/>
          <p:cNvSpPr/>
          <p:nvPr/>
        </p:nvSpPr>
        <p:spPr>
          <a:xfrm>
            <a:off x="11049000" y="2109135"/>
            <a:ext cx="3951629" cy="5775458"/>
          </a:xfrm>
          <a:custGeom>
            <a:avLst/>
            <a:gdLst/>
            <a:ahLst/>
            <a:cxnLst/>
            <a:rect l="l" t="t" r="r" b="b"/>
            <a:pathLst>
              <a:path w="3951629" h="5775458">
                <a:moveTo>
                  <a:pt x="0" y="0"/>
                </a:moveTo>
                <a:lnTo>
                  <a:pt x="3951628" y="0"/>
                </a:lnTo>
                <a:lnTo>
                  <a:pt x="3951628" y="5775457"/>
                </a:lnTo>
                <a:lnTo>
                  <a:pt x="0" y="5775457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grpSp>
        <p:nvGrpSpPr>
          <p:cNvPr id="83" name="Group 83"/>
          <p:cNvGrpSpPr/>
          <p:nvPr/>
        </p:nvGrpSpPr>
        <p:grpSpPr>
          <a:xfrm>
            <a:off x="1873920" y="665761"/>
            <a:ext cx="6847181" cy="8955478"/>
            <a:chOff x="0" y="0"/>
            <a:chExt cx="1803373" cy="2358644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1803373" cy="2358644"/>
            </a:xfrm>
            <a:custGeom>
              <a:avLst/>
              <a:gdLst/>
              <a:ahLst/>
              <a:cxnLst/>
              <a:rect l="l" t="t" r="r" b="b"/>
              <a:pathLst>
                <a:path w="1803373" h="2358644">
                  <a:moveTo>
                    <a:pt x="57664" y="0"/>
                  </a:moveTo>
                  <a:lnTo>
                    <a:pt x="1745709" y="0"/>
                  </a:lnTo>
                  <a:cubicBezTo>
                    <a:pt x="1761002" y="0"/>
                    <a:pt x="1775669" y="6075"/>
                    <a:pt x="1786483" y="16889"/>
                  </a:cubicBezTo>
                  <a:cubicBezTo>
                    <a:pt x="1797297" y="27704"/>
                    <a:pt x="1803373" y="42371"/>
                    <a:pt x="1803373" y="57664"/>
                  </a:cubicBezTo>
                  <a:lnTo>
                    <a:pt x="1803373" y="2300980"/>
                  </a:lnTo>
                  <a:cubicBezTo>
                    <a:pt x="1803373" y="2316274"/>
                    <a:pt x="1797297" y="2330941"/>
                    <a:pt x="1786483" y="2341755"/>
                  </a:cubicBezTo>
                  <a:cubicBezTo>
                    <a:pt x="1775669" y="2352569"/>
                    <a:pt x="1761002" y="2358644"/>
                    <a:pt x="1745709" y="2358644"/>
                  </a:cubicBezTo>
                  <a:lnTo>
                    <a:pt x="57664" y="2358644"/>
                  </a:lnTo>
                  <a:cubicBezTo>
                    <a:pt x="25817" y="2358644"/>
                    <a:pt x="0" y="2332827"/>
                    <a:pt x="0" y="2300980"/>
                  </a:cubicBezTo>
                  <a:lnTo>
                    <a:pt x="0" y="57664"/>
                  </a:lnTo>
                  <a:cubicBezTo>
                    <a:pt x="0" y="42371"/>
                    <a:pt x="6075" y="27704"/>
                    <a:pt x="16889" y="16889"/>
                  </a:cubicBezTo>
                  <a:cubicBezTo>
                    <a:pt x="27704" y="6075"/>
                    <a:pt x="42371" y="0"/>
                    <a:pt x="57664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85" name="TextBox 85"/>
            <p:cNvSpPr txBox="1"/>
            <p:nvPr/>
          </p:nvSpPr>
          <p:spPr>
            <a:xfrm>
              <a:off x="0" y="-104775"/>
              <a:ext cx="1803373" cy="2463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sp>
        <p:nvSpPr>
          <p:cNvPr id="86" name="TextBox 86"/>
          <p:cNvSpPr txBox="1"/>
          <p:nvPr/>
        </p:nvSpPr>
        <p:spPr>
          <a:xfrm>
            <a:off x="3163376" y="840701"/>
            <a:ext cx="4457490" cy="9117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ctr">
              <a:lnSpc>
                <a:spcPts val="8228"/>
              </a:lnSpc>
              <a:spcBef>
                <a:spcPct val="0"/>
              </a:spcBef>
            </a:pPr>
            <a:r>
              <a:rPr lang="uz-Latn-UZ" sz="2800" spc="668" dirty="0">
                <a:solidFill>
                  <a:srgbClr val="3F3F3F"/>
                </a:solidFill>
                <a:latin typeface="Aloja"/>
                <a:ea typeface="Aloja"/>
                <a:cs typeface="Aloja"/>
                <a:sym typeface="Aloja"/>
              </a:rPr>
              <a:t>{{reja_3}}</a:t>
            </a:r>
            <a:endParaRPr lang="en-US" sz="2800" spc="668" dirty="0">
              <a:solidFill>
                <a:srgbClr val="3F3F3F"/>
              </a:solidFill>
              <a:latin typeface="Aloja"/>
              <a:ea typeface="Aloja"/>
              <a:cs typeface="Aloja"/>
              <a:sym typeface="Aloja"/>
            </a:endParaRPr>
          </a:p>
        </p:txBody>
      </p:sp>
      <p:sp>
        <p:nvSpPr>
          <p:cNvPr id="88" name="Freeform 88"/>
          <p:cNvSpPr/>
          <p:nvPr/>
        </p:nvSpPr>
        <p:spPr>
          <a:xfrm rot="5281261">
            <a:off x="1853281" y="643040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9" y="0"/>
                </a:lnTo>
                <a:lnTo>
                  <a:pt x="1421789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</p:sp>
      <p:sp>
        <p:nvSpPr>
          <p:cNvPr id="89" name="Freeform 89"/>
          <p:cNvSpPr/>
          <p:nvPr/>
        </p:nvSpPr>
        <p:spPr>
          <a:xfrm rot="5281261">
            <a:off x="9546260" y="643040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8" y="0"/>
                </a:lnTo>
                <a:lnTo>
                  <a:pt x="1421788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</p:sp>
      <p:sp>
        <p:nvSpPr>
          <p:cNvPr id="90" name="Freeform 90"/>
          <p:cNvSpPr/>
          <p:nvPr/>
        </p:nvSpPr>
        <p:spPr>
          <a:xfrm rot="5281261">
            <a:off x="7319952" y="643040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8" y="0"/>
                </a:lnTo>
                <a:lnTo>
                  <a:pt x="1421788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</p:sp>
      <p:sp>
        <p:nvSpPr>
          <p:cNvPr id="91" name="Freeform 91"/>
          <p:cNvSpPr/>
          <p:nvPr/>
        </p:nvSpPr>
        <p:spPr>
          <a:xfrm rot="5281261">
            <a:off x="15012930" y="643040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9" y="0"/>
                </a:lnTo>
                <a:lnTo>
                  <a:pt x="1421789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680439F-D39D-98C0-E505-1F71D17ACDD5}"/>
              </a:ext>
            </a:extLst>
          </p:cNvPr>
          <p:cNvSpPr txBox="1"/>
          <p:nvPr/>
        </p:nvSpPr>
        <p:spPr>
          <a:xfrm>
            <a:off x="2106935" y="3097349"/>
            <a:ext cx="6505957" cy="775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>
              <a:lnSpc>
                <a:spcPts val="6302"/>
              </a:lnSpc>
              <a:spcBef>
                <a:spcPct val="0"/>
              </a:spcBef>
            </a:pPr>
            <a:r>
              <a:rPr lang="uz-Latn-UZ" sz="2000" spc="393" dirty="0">
                <a:solidFill>
                  <a:schemeClr val="bg2">
                    <a:lumMod val="25000"/>
                  </a:schemeClr>
                </a:solidFill>
                <a:latin typeface="Finger Paint"/>
                <a:ea typeface="Finger Paint"/>
                <a:cs typeface="Finger Paint"/>
                <a:sym typeface="Finger Paint"/>
              </a:rPr>
              <a:t>{{reja_3_matni}}</a:t>
            </a:r>
            <a:endParaRPr lang="en-US" sz="2000" u="none" strike="noStrike" spc="393" dirty="0">
              <a:solidFill>
                <a:schemeClr val="bg2">
                  <a:lumMod val="25000"/>
                </a:schemeClr>
              </a:solidFill>
              <a:latin typeface="Finger Paint"/>
              <a:ea typeface="Finger Paint"/>
              <a:cs typeface="Finger Paint"/>
              <a:sym typeface="Finger Pain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9B4E6-CB00-279F-CFE8-3C6C26EC0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C456193-99A9-12D8-AE0C-8216D902E7AD}"/>
              </a:ext>
            </a:extLst>
          </p:cNvPr>
          <p:cNvSpPr/>
          <p:nvPr/>
        </p:nvSpPr>
        <p:spPr>
          <a:xfrm>
            <a:off x="-123208" y="-420686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8ED2A358-4365-EB6E-6023-0282FCFB0101}"/>
              </a:ext>
            </a:extLst>
          </p:cNvPr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31561612-D50A-162D-6EC7-7D8F4735126B}"/>
              </a:ext>
            </a:extLst>
          </p:cNvPr>
          <p:cNvSpPr/>
          <p:nvPr/>
        </p:nvSpPr>
        <p:spPr>
          <a:xfrm>
            <a:off x="12382242" y="5506439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2C4A179B-2F50-6D9C-A818-94567A780973}"/>
              </a:ext>
            </a:extLst>
          </p:cNvPr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B030CF6-40DD-C64D-29CC-5118AB9D202E}"/>
              </a:ext>
            </a:extLst>
          </p:cNvPr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418BB9E6-6C28-5C66-6877-F7F5D3A78CC6}"/>
              </a:ext>
            </a:extLst>
          </p:cNvPr>
          <p:cNvGrpSpPr/>
          <p:nvPr/>
        </p:nvGrpSpPr>
        <p:grpSpPr>
          <a:xfrm>
            <a:off x="-482494" y="-254179"/>
            <a:ext cx="20873911" cy="10961865"/>
            <a:chOff x="0" y="0"/>
            <a:chExt cx="27831881" cy="1461582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43D37C5-1730-6E69-8E99-82EAB279EB89}"/>
                </a:ext>
              </a:extLst>
            </p:cNvPr>
            <p:cNvSpPr/>
            <p:nvPr/>
          </p:nvSpPr>
          <p:spPr>
            <a:xfrm>
              <a:off x="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0E0C172C-FE24-8797-78B9-8407236532B8}"/>
                </a:ext>
              </a:extLst>
            </p:cNvPr>
            <p:cNvSpPr/>
            <p:nvPr/>
          </p:nvSpPr>
          <p:spPr>
            <a:xfrm>
              <a:off x="72946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AF5642D-61D8-F66E-D0B7-C8117AD6EC66}"/>
                </a:ext>
              </a:extLst>
            </p:cNvPr>
            <p:cNvSpPr/>
            <p:nvPr/>
          </p:nvSpPr>
          <p:spPr>
            <a:xfrm>
              <a:off x="10544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2089BB6-B6AA-CE03-5ED1-5BF7D922B477}"/>
                </a:ext>
              </a:extLst>
            </p:cNvPr>
            <p:cNvSpPr/>
            <p:nvPr/>
          </p:nvSpPr>
          <p:spPr>
            <a:xfrm>
              <a:off x="240087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7B9ADB60-5861-F0F3-1837-C8DC72CF9B56}"/>
                </a:ext>
              </a:extLst>
            </p:cNvPr>
            <p:cNvSpPr/>
            <p:nvPr/>
          </p:nvSpPr>
          <p:spPr>
            <a:xfrm>
              <a:off x="3338287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0B0FE2A3-8013-FA89-0454-423B0CC9CA18}"/>
                </a:ext>
              </a:extLst>
            </p:cNvPr>
            <p:cNvSpPr/>
            <p:nvPr/>
          </p:nvSpPr>
          <p:spPr>
            <a:xfrm>
              <a:off x="240087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4AB63FC5-2689-671B-AFCB-B28ACC15E008}"/>
                </a:ext>
              </a:extLst>
            </p:cNvPr>
            <p:cNvSpPr/>
            <p:nvPr/>
          </p:nvSpPr>
          <p:spPr>
            <a:xfrm>
              <a:off x="248689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FE421C9E-B6F9-4748-FC73-AC3CE29F2417}"/>
                </a:ext>
              </a:extLst>
            </p:cNvPr>
            <p:cNvSpPr/>
            <p:nvPr/>
          </p:nvSpPr>
          <p:spPr>
            <a:xfrm>
              <a:off x="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C7C5349C-BF89-7C76-A53C-8AFE492BA66F}"/>
                </a:ext>
              </a:extLst>
            </p:cNvPr>
            <p:cNvSpPr/>
            <p:nvPr/>
          </p:nvSpPr>
          <p:spPr>
            <a:xfrm>
              <a:off x="72946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C96D963E-9110-73AD-5E4F-C78C2143A630}"/>
                </a:ext>
              </a:extLst>
            </p:cNvPr>
            <p:cNvSpPr/>
            <p:nvPr/>
          </p:nvSpPr>
          <p:spPr>
            <a:xfrm>
              <a:off x="10544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024898B2-C35F-12EB-341B-CC38628AEFD9}"/>
                </a:ext>
              </a:extLst>
            </p:cNvPr>
            <p:cNvSpPr/>
            <p:nvPr/>
          </p:nvSpPr>
          <p:spPr>
            <a:xfrm>
              <a:off x="240087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DA78A4B8-4C8D-8477-A3DB-650808F97978}"/>
                </a:ext>
              </a:extLst>
            </p:cNvPr>
            <p:cNvSpPr/>
            <p:nvPr/>
          </p:nvSpPr>
          <p:spPr>
            <a:xfrm>
              <a:off x="3338287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3F6EA9A4-B0CD-8BD4-196D-92A23AE8FB10}"/>
                </a:ext>
              </a:extLst>
            </p:cNvPr>
            <p:cNvSpPr/>
            <p:nvPr/>
          </p:nvSpPr>
          <p:spPr>
            <a:xfrm>
              <a:off x="240087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3A3668C0-0BEE-EF36-DEC0-20CD20FE9842}"/>
                </a:ext>
              </a:extLst>
            </p:cNvPr>
            <p:cNvSpPr/>
            <p:nvPr/>
          </p:nvSpPr>
          <p:spPr>
            <a:xfrm>
              <a:off x="248689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7196F9E4-015A-D8EA-752D-48AD0D1EA135}"/>
                </a:ext>
              </a:extLst>
            </p:cNvPr>
            <p:cNvSpPr/>
            <p:nvPr/>
          </p:nvSpPr>
          <p:spPr>
            <a:xfrm>
              <a:off x="556732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C02F6D75-9DCD-14C1-FA05-33EDEBB81CAD}"/>
                </a:ext>
              </a:extLst>
            </p:cNvPr>
            <p:cNvSpPr/>
            <p:nvPr/>
          </p:nvSpPr>
          <p:spPr>
            <a:xfrm>
              <a:off x="629678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828A992C-A6CA-160C-4B90-B990A4DA9AE0}"/>
                </a:ext>
              </a:extLst>
            </p:cNvPr>
            <p:cNvSpPr/>
            <p:nvPr/>
          </p:nvSpPr>
          <p:spPr>
            <a:xfrm>
              <a:off x="567276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A97F45F3-9FAC-8224-BF4E-E9E7B033DE10}"/>
                </a:ext>
              </a:extLst>
            </p:cNvPr>
            <p:cNvSpPr/>
            <p:nvPr/>
          </p:nvSpPr>
          <p:spPr>
            <a:xfrm>
              <a:off x="796819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369F4930-723D-C67C-4FCD-205AEF0113EB}"/>
                </a:ext>
              </a:extLst>
            </p:cNvPr>
            <p:cNvSpPr/>
            <p:nvPr/>
          </p:nvSpPr>
          <p:spPr>
            <a:xfrm>
              <a:off x="890560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3DE65D19-B04E-F21C-C3BF-97CFD54C09FC}"/>
                </a:ext>
              </a:extLst>
            </p:cNvPr>
            <p:cNvSpPr/>
            <p:nvPr/>
          </p:nvSpPr>
          <p:spPr>
            <a:xfrm>
              <a:off x="796819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05D1408F-0289-00AE-6DAE-8196F3255352}"/>
                </a:ext>
              </a:extLst>
            </p:cNvPr>
            <p:cNvSpPr/>
            <p:nvPr/>
          </p:nvSpPr>
          <p:spPr>
            <a:xfrm>
              <a:off x="805421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BFD7F4E8-2785-1E66-0AAC-31453F39730D}"/>
                </a:ext>
              </a:extLst>
            </p:cNvPr>
            <p:cNvSpPr/>
            <p:nvPr/>
          </p:nvSpPr>
          <p:spPr>
            <a:xfrm>
              <a:off x="556732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Freeform 30">
              <a:extLst>
                <a:ext uri="{FF2B5EF4-FFF2-40B4-BE49-F238E27FC236}">
                  <a16:creationId xmlns:a16="http://schemas.microsoft.com/office/drawing/2014/main" id="{A2A6D9C7-D63C-C274-FCF4-5863C2EB154C}"/>
                </a:ext>
              </a:extLst>
            </p:cNvPr>
            <p:cNvSpPr/>
            <p:nvPr/>
          </p:nvSpPr>
          <p:spPr>
            <a:xfrm>
              <a:off x="629678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1" name="Freeform 31">
              <a:extLst>
                <a:ext uri="{FF2B5EF4-FFF2-40B4-BE49-F238E27FC236}">
                  <a16:creationId xmlns:a16="http://schemas.microsoft.com/office/drawing/2014/main" id="{491F36E7-C629-2D32-F1F1-5D2B311D2A4D}"/>
                </a:ext>
              </a:extLst>
            </p:cNvPr>
            <p:cNvSpPr/>
            <p:nvPr/>
          </p:nvSpPr>
          <p:spPr>
            <a:xfrm>
              <a:off x="567276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8F2758DD-EFF2-77D6-E7E4-00DC8DF597C3}"/>
                </a:ext>
              </a:extLst>
            </p:cNvPr>
            <p:cNvSpPr/>
            <p:nvPr/>
          </p:nvSpPr>
          <p:spPr>
            <a:xfrm>
              <a:off x="796819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1406E420-41BE-D017-1F32-50E2D098CECE}"/>
                </a:ext>
              </a:extLst>
            </p:cNvPr>
            <p:cNvSpPr/>
            <p:nvPr/>
          </p:nvSpPr>
          <p:spPr>
            <a:xfrm>
              <a:off x="890560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4" name="Freeform 34">
              <a:extLst>
                <a:ext uri="{FF2B5EF4-FFF2-40B4-BE49-F238E27FC236}">
                  <a16:creationId xmlns:a16="http://schemas.microsoft.com/office/drawing/2014/main" id="{FC2E4C0A-EA65-4CB2-582C-8CEE2C2189A9}"/>
                </a:ext>
              </a:extLst>
            </p:cNvPr>
            <p:cNvSpPr/>
            <p:nvPr/>
          </p:nvSpPr>
          <p:spPr>
            <a:xfrm>
              <a:off x="796819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CC19686A-54BF-C9CA-3931-0F826DCA0265}"/>
                </a:ext>
              </a:extLst>
            </p:cNvPr>
            <p:cNvSpPr/>
            <p:nvPr/>
          </p:nvSpPr>
          <p:spPr>
            <a:xfrm>
              <a:off x="805421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35DD77C3-5311-36C5-64C4-01D8D86B6F0A}"/>
                </a:ext>
              </a:extLst>
            </p:cNvPr>
            <p:cNvSpPr/>
            <p:nvPr/>
          </p:nvSpPr>
          <p:spPr>
            <a:xfrm>
              <a:off x="1113464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>
              <a:extLst>
                <a:ext uri="{FF2B5EF4-FFF2-40B4-BE49-F238E27FC236}">
                  <a16:creationId xmlns:a16="http://schemas.microsoft.com/office/drawing/2014/main" id="{65EC14F3-4D66-049F-8CBE-5FEA961F8CE2}"/>
                </a:ext>
              </a:extLst>
            </p:cNvPr>
            <p:cNvSpPr/>
            <p:nvPr/>
          </p:nvSpPr>
          <p:spPr>
            <a:xfrm>
              <a:off x="1186410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8" name="Freeform 38">
              <a:extLst>
                <a:ext uri="{FF2B5EF4-FFF2-40B4-BE49-F238E27FC236}">
                  <a16:creationId xmlns:a16="http://schemas.microsoft.com/office/drawing/2014/main" id="{F262516A-E8E9-03C1-381C-5F83E4A7CE23}"/>
                </a:ext>
              </a:extLst>
            </p:cNvPr>
            <p:cNvSpPr/>
            <p:nvPr/>
          </p:nvSpPr>
          <p:spPr>
            <a:xfrm>
              <a:off x="1124008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9" name="Freeform 39">
              <a:extLst>
                <a:ext uri="{FF2B5EF4-FFF2-40B4-BE49-F238E27FC236}">
                  <a16:creationId xmlns:a16="http://schemas.microsoft.com/office/drawing/2014/main" id="{BCD657AA-5203-96FC-2FC5-72377B1ED26F}"/>
                </a:ext>
              </a:extLst>
            </p:cNvPr>
            <p:cNvSpPr/>
            <p:nvPr/>
          </p:nvSpPr>
          <p:spPr>
            <a:xfrm>
              <a:off x="1353551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0" name="Freeform 40">
              <a:extLst>
                <a:ext uri="{FF2B5EF4-FFF2-40B4-BE49-F238E27FC236}">
                  <a16:creationId xmlns:a16="http://schemas.microsoft.com/office/drawing/2014/main" id="{DD7DA146-C134-EAC5-ECB0-B7BC326F724D}"/>
                </a:ext>
              </a:extLst>
            </p:cNvPr>
            <p:cNvSpPr/>
            <p:nvPr/>
          </p:nvSpPr>
          <p:spPr>
            <a:xfrm>
              <a:off x="1447292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1" name="Freeform 41">
              <a:extLst>
                <a:ext uri="{FF2B5EF4-FFF2-40B4-BE49-F238E27FC236}">
                  <a16:creationId xmlns:a16="http://schemas.microsoft.com/office/drawing/2014/main" id="{A1066A53-114B-EC23-B4D7-FF5599275435}"/>
                </a:ext>
              </a:extLst>
            </p:cNvPr>
            <p:cNvSpPr/>
            <p:nvPr/>
          </p:nvSpPr>
          <p:spPr>
            <a:xfrm>
              <a:off x="1353551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2" name="Freeform 42">
              <a:extLst>
                <a:ext uri="{FF2B5EF4-FFF2-40B4-BE49-F238E27FC236}">
                  <a16:creationId xmlns:a16="http://schemas.microsoft.com/office/drawing/2014/main" id="{2A1846B6-48AB-E233-3E5F-569D8CE382CC}"/>
                </a:ext>
              </a:extLst>
            </p:cNvPr>
            <p:cNvSpPr/>
            <p:nvPr/>
          </p:nvSpPr>
          <p:spPr>
            <a:xfrm>
              <a:off x="1362153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3" name="Freeform 43">
              <a:extLst>
                <a:ext uri="{FF2B5EF4-FFF2-40B4-BE49-F238E27FC236}">
                  <a16:creationId xmlns:a16="http://schemas.microsoft.com/office/drawing/2014/main" id="{F6BA6CF8-94B9-4105-1755-181932DD97B6}"/>
                </a:ext>
              </a:extLst>
            </p:cNvPr>
            <p:cNvSpPr/>
            <p:nvPr/>
          </p:nvSpPr>
          <p:spPr>
            <a:xfrm>
              <a:off x="1113464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>
              <a:extLst>
                <a:ext uri="{FF2B5EF4-FFF2-40B4-BE49-F238E27FC236}">
                  <a16:creationId xmlns:a16="http://schemas.microsoft.com/office/drawing/2014/main" id="{A205BE18-E111-F2A4-2C7C-AEAD2EA88596}"/>
                </a:ext>
              </a:extLst>
            </p:cNvPr>
            <p:cNvSpPr/>
            <p:nvPr/>
          </p:nvSpPr>
          <p:spPr>
            <a:xfrm>
              <a:off x="1186410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5" name="Freeform 45">
              <a:extLst>
                <a:ext uri="{FF2B5EF4-FFF2-40B4-BE49-F238E27FC236}">
                  <a16:creationId xmlns:a16="http://schemas.microsoft.com/office/drawing/2014/main" id="{93C96F91-B3F2-ADF0-7FCB-D7D87894711F}"/>
                </a:ext>
              </a:extLst>
            </p:cNvPr>
            <p:cNvSpPr/>
            <p:nvPr/>
          </p:nvSpPr>
          <p:spPr>
            <a:xfrm>
              <a:off x="1124008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6" name="Freeform 46">
              <a:extLst>
                <a:ext uri="{FF2B5EF4-FFF2-40B4-BE49-F238E27FC236}">
                  <a16:creationId xmlns:a16="http://schemas.microsoft.com/office/drawing/2014/main" id="{476E195C-4B5D-1F46-C256-0F3FB278DFFC}"/>
                </a:ext>
              </a:extLst>
            </p:cNvPr>
            <p:cNvSpPr/>
            <p:nvPr/>
          </p:nvSpPr>
          <p:spPr>
            <a:xfrm>
              <a:off x="1353551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7" name="Freeform 47">
              <a:extLst>
                <a:ext uri="{FF2B5EF4-FFF2-40B4-BE49-F238E27FC236}">
                  <a16:creationId xmlns:a16="http://schemas.microsoft.com/office/drawing/2014/main" id="{B8F449FF-E850-C4E7-D24A-61F447BF069C}"/>
                </a:ext>
              </a:extLst>
            </p:cNvPr>
            <p:cNvSpPr/>
            <p:nvPr/>
          </p:nvSpPr>
          <p:spPr>
            <a:xfrm>
              <a:off x="1447292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8" name="Freeform 48">
              <a:extLst>
                <a:ext uri="{FF2B5EF4-FFF2-40B4-BE49-F238E27FC236}">
                  <a16:creationId xmlns:a16="http://schemas.microsoft.com/office/drawing/2014/main" id="{3945E70B-F903-80F8-66C9-BD35073A5B4C}"/>
                </a:ext>
              </a:extLst>
            </p:cNvPr>
            <p:cNvSpPr/>
            <p:nvPr/>
          </p:nvSpPr>
          <p:spPr>
            <a:xfrm>
              <a:off x="1353551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9" name="Freeform 49">
              <a:extLst>
                <a:ext uri="{FF2B5EF4-FFF2-40B4-BE49-F238E27FC236}">
                  <a16:creationId xmlns:a16="http://schemas.microsoft.com/office/drawing/2014/main" id="{57F44C9C-47A5-617A-7E11-916D98C5F258}"/>
                </a:ext>
              </a:extLst>
            </p:cNvPr>
            <p:cNvSpPr/>
            <p:nvPr/>
          </p:nvSpPr>
          <p:spPr>
            <a:xfrm>
              <a:off x="1362153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0" name="Freeform 50">
              <a:extLst>
                <a:ext uri="{FF2B5EF4-FFF2-40B4-BE49-F238E27FC236}">
                  <a16:creationId xmlns:a16="http://schemas.microsoft.com/office/drawing/2014/main" id="{7625425D-F806-A34A-EBB0-18FD9A18228D}"/>
                </a:ext>
              </a:extLst>
            </p:cNvPr>
            <p:cNvSpPr/>
            <p:nvPr/>
          </p:nvSpPr>
          <p:spPr>
            <a:xfrm>
              <a:off x="167019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Freeform 51">
              <a:extLst>
                <a:ext uri="{FF2B5EF4-FFF2-40B4-BE49-F238E27FC236}">
                  <a16:creationId xmlns:a16="http://schemas.microsoft.com/office/drawing/2014/main" id="{EE019724-F379-03DB-FD64-CF260C9524B9}"/>
                </a:ext>
              </a:extLst>
            </p:cNvPr>
            <p:cNvSpPr/>
            <p:nvPr/>
          </p:nvSpPr>
          <p:spPr>
            <a:xfrm>
              <a:off x="174314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2" name="Freeform 52">
              <a:extLst>
                <a:ext uri="{FF2B5EF4-FFF2-40B4-BE49-F238E27FC236}">
                  <a16:creationId xmlns:a16="http://schemas.microsoft.com/office/drawing/2014/main" id="{353ACC9D-CB28-403F-C2D9-57D2EA91E216}"/>
                </a:ext>
              </a:extLst>
            </p:cNvPr>
            <p:cNvSpPr/>
            <p:nvPr/>
          </p:nvSpPr>
          <p:spPr>
            <a:xfrm>
              <a:off x="168074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3" name="Freeform 53">
              <a:extLst>
                <a:ext uri="{FF2B5EF4-FFF2-40B4-BE49-F238E27FC236}">
                  <a16:creationId xmlns:a16="http://schemas.microsoft.com/office/drawing/2014/main" id="{83628DB5-0CB6-5632-4AD7-D3625614F412}"/>
                </a:ext>
              </a:extLst>
            </p:cNvPr>
            <p:cNvSpPr/>
            <p:nvPr/>
          </p:nvSpPr>
          <p:spPr>
            <a:xfrm>
              <a:off x="191028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4" name="Freeform 54">
              <a:extLst>
                <a:ext uri="{FF2B5EF4-FFF2-40B4-BE49-F238E27FC236}">
                  <a16:creationId xmlns:a16="http://schemas.microsoft.com/office/drawing/2014/main" id="{F912A3F0-8905-68A6-F74C-D26784FA92A7}"/>
                </a:ext>
              </a:extLst>
            </p:cNvPr>
            <p:cNvSpPr/>
            <p:nvPr/>
          </p:nvSpPr>
          <p:spPr>
            <a:xfrm>
              <a:off x="200402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5" name="Freeform 55">
              <a:extLst>
                <a:ext uri="{FF2B5EF4-FFF2-40B4-BE49-F238E27FC236}">
                  <a16:creationId xmlns:a16="http://schemas.microsoft.com/office/drawing/2014/main" id="{E8BEF362-D700-0915-8735-8E21B41E28A6}"/>
                </a:ext>
              </a:extLst>
            </p:cNvPr>
            <p:cNvSpPr/>
            <p:nvPr/>
          </p:nvSpPr>
          <p:spPr>
            <a:xfrm>
              <a:off x="191028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6" name="Freeform 56">
              <a:extLst>
                <a:ext uri="{FF2B5EF4-FFF2-40B4-BE49-F238E27FC236}">
                  <a16:creationId xmlns:a16="http://schemas.microsoft.com/office/drawing/2014/main" id="{72FCEBC1-EC70-9C18-7A68-6DBF4B62C1A2}"/>
                </a:ext>
              </a:extLst>
            </p:cNvPr>
            <p:cNvSpPr/>
            <p:nvPr/>
          </p:nvSpPr>
          <p:spPr>
            <a:xfrm>
              <a:off x="191888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7" name="Freeform 57">
              <a:extLst>
                <a:ext uri="{FF2B5EF4-FFF2-40B4-BE49-F238E27FC236}">
                  <a16:creationId xmlns:a16="http://schemas.microsoft.com/office/drawing/2014/main" id="{15EB1D9C-198B-2FA7-363A-5B9F1CF05CFC}"/>
                </a:ext>
              </a:extLst>
            </p:cNvPr>
            <p:cNvSpPr/>
            <p:nvPr/>
          </p:nvSpPr>
          <p:spPr>
            <a:xfrm>
              <a:off x="167019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8" name="Freeform 58">
              <a:extLst>
                <a:ext uri="{FF2B5EF4-FFF2-40B4-BE49-F238E27FC236}">
                  <a16:creationId xmlns:a16="http://schemas.microsoft.com/office/drawing/2014/main" id="{E94AB511-BF15-7CDF-5A9A-29685E626C68}"/>
                </a:ext>
              </a:extLst>
            </p:cNvPr>
            <p:cNvSpPr/>
            <p:nvPr/>
          </p:nvSpPr>
          <p:spPr>
            <a:xfrm>
              <a:off x="174314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9" name="Freeform 59">
              <a:extLst>
                <a:ext uri="{FF2B5EF4-FFF2-40B4-BE49-F238E27FC236}">
                  <a16:creationId xmlns:a16="http://schemas.microsoft.com/office/drawing/2014/main" id="{F3A590C9-6D46-4F42-A96A-102A4C8BE7F4}"/>
                </a:ext>
              </a:extLst>
            </p:cNvPr>
            <p:cNvSpPr/>
            <p:nvPr/>
          </p:nvSpPr>
          <p:spPr>
            <a:xfrm>
              <a:off x="168074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0" name="Freeform 60">
              <a:extLst>
                <a:ext uri="{FF2B5EF4-FFF2-40B4-BE49-F238E27FC236}">
                  <a16:creationId xmlns:a16="http://schemas.microsoft.com/office/drawing/2014/main" id="{EEA8EC9F-603A-2E6F-FDE5-16F6925480E9}"/>
                </a:ext>
              </a:extLst>
            </p:cNvPr>
            <p:cNvSpPr/>
            <p:nvPr/>
          </p:nvSpPr>
          <p:spPr>
            <a:xfrm>
              <a:off x="191028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1" name="Freeform 61">
              <a:extLst>
                <a:ext uri="{FF2B5EF4-FFF2-40B4-BE49-F238E27FC236}">
                  <a16:creationId xmlns:a16="http://schemas.microsoft.com/office/drawing/2014/main" id="{9F7AF75C-3FD7-9421-1B8F-D9B6548EF19F}"/>
                </a:ext>
              </a:extLst>
            </p:cNvPr>
            <p:cNvSpPr/>
            <p:nvPr/>
          </p:nvSpPr>
          <p:spPr>
            <a:xfrm>
              <a:off x="200402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2" name="Freeform 62">
              <a:extLst>
                <a:ext uri="{FF2B5EF4-FFF2-40B4-BE49-F238E27FC236}">
                  <a16:creationId xmlns:a16="http://schemas.microsoft.com/office/drawing/2014/main" id="{14EEBCE1-8743-D787-A565-7DAE76A265CA}"/>
                </a:ext>
              </a:extLst>
            </p:cNvPr>
            <p:cNvSpPr/>
            <p:nvPr/>
          </p:nvSpPr>
          <p:spPr>
            <a:xfrm>
              <a:off x="191028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3" name="Freeform 63">
              <a:extLst>
                <a:ext uri="{FF2B5EF4-FFF2-40B4-BE49-F238E27FC236}">
                  <a16:creationId xmlns:a16="http://schemas.microsoft.com/office/drawing/2014/main" id="{1CAEEC17-2C35-89D5-68BF-778DC8BACDD7}"/>
                </a:ext>
              </a:extLst>
            </p:cNvPr>
            <p:cNvSpPr/>
            <p:nvPr/>
          </p:nvSpPr>
          <p:spPr>
            <a:xfrm>
              <a:off x="191888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4" name="Freeform 64">
              <a:extLst>
                <a:ext uri="{FF2B5EF4-FFF2-40B4-BE49-F238E27FC236}">
                  <a16:creationId xmlns:a16="http://schemas.microsoft.com/office/drawing/2014/main" id="{8F495DC5-E681-F21F-BD4C-7B564C1A49E0}"/>
                </a:ext>
              </a:extLst>
            </p:cNvPr>
            <p:cNvSpPr/>
            <p:nvPr/>
          </p:nvSpPr>
          <p:spPr>
            <a:xfrm>
              <a:off x="222645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5" name="Freeform 65">
              <a:extLst>
                <a:ext uri="{FF2B5EF4-FFF2-40B4-BE49-F238E27FC236}">
                  <a16:creationId xmlns:a16="http://schemas.microsoft.com/office/drawing/2014/main" id="{EDBA011B-AA07-3606-BAD6-D0DDC9D4119F}"/>
                </a:ext>
              </a:extLst>
            </p:cNvPr>
            <p:cNvSpPr/>
            <p:nvPr/>
          </p:nvSpPr>
          <p:spPr>
            <a:xfrm>
              <a:off x="229940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6" name="Freeform 66">
              <a:extLst>
                <a:ext uri="{FF2B5EF4-FFF2-40B4-BE49-F238E27FC236}">
                  <a16:creationId xmlns:a16="http://schemas.microsoft.com/office/drawing/2014/main" id="{065FF3A3-2211-B672-97A2-BB66DA8E6372}"/>
                </a:ext>
              </a:extLst>
            </p:cNvPr>
            <p:cNvSpPr/>
            <p:nvPr/>
          </p:nvSpPr>
          <p:spPr>
            <a:xfrm>
              <a:off x="223700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7" name="Freeform 67">
              <a:extLst>
                <a:ext uri="{FF2B5EF4-FFF2-40B4-BE49-F238E27FC236}">
                  <a16:creationId xmlns:a16="http://schemas.microsoft.com/office/drawing/2014/main" id="{4B59E04E-27B7-73CF-F9B8-AB30C3EABDE1}"/>
                </a:ext>
              </a:extLst>
            </p:cNvPr>
            <p:cNvSpPr/>
            <p:nvPr/>
          </p:nvSpPr>
          <p:spPr>
            <a:xfrm>
              <a:off x="246654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8" name="Freeform 68">
              <a:extLst>
                <a:ext uri="{FF2B5EF4-FFF2-40B4-BE49-F238E27FC236}">
                  <a16:creationId xmlns:a16="http://schemas.microsoft.com/office/drawing/2014/main" id="{84A96BD7-8968-6D21-3199-2A9E187B81D7}"/>
                </a:ext>
              </a:extLst>
            </p:cNvPr>
            <p:cNvSpPr/>
            <p:nvPr/>
          </p:nvSpPr>
          <p:spPr>
            <a:xfrm>
              <a:off x="256028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9" name="Freeform 69">
              <a:extLst>
                <a:ext uri="{FF2B5EF4-FFF2-40B4-BE49-F238E27FC236}">
                  <a16:creationId xmlns:a16="http://schemas.microsoft.com/office/drawing/2014/main" id="{7DAC50C3-C408-D9BB-95A8-1ED8412901D1}"/>
                </a:ext>
              </a:extLst>
            </p:cNvPr>
            <p:cNvSpPr/>
            <p:nvPr/>
          </p:nvSpPr>
          <p:spPr>
            <a:xfrm>
              <a:off x="246654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0" name="Freeform 70">
              <a:extLst>
                <a:ext uri="{FF2B5EF4-FFF2-40B4-BE49-F238E27FC236}">
                  <a16:creationId xmlns:a16="http://schemas.microsoft.com/office/drawing/2014/main" id="{9C943F5E-CCA8-DA09-D704-0AD0660BB3B6}"/>
                </a:ext>
              </a:extLst>
            </p:cNvPr>
            <p:cNvSpPr/>
            <p:nvPr/>
          </p:nvSpPr>
          <p:spPr>
            <a:xfrm>
              <a:off x="247514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1" name="Freeform 71">
              <a:extLst>
                <a:ext uri="{FF2B5EF4-FFF2-40B4-BE49-F238E27FC236}">
                  <a16:creationId xmlns:a16="http://schemas.microsoft.com/office/drawing/2014/main" id="{03CB66F3-4A38-C35C-4345-8F2552A7CB4F}"/>
                </a:ext>
              </a:extLst>
            </p:cNvPr>
            <p:cNvSpPr/>
            <p:nvPr/>
          </p:nvSpPr>
          <p:spPr>
            <a:xfrm>
              <a:off x="222645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>
              <a:extLst>
                <a:ext uri="{FF2B5EF4-FFF2-40B4-BE49-F238E27FC236}">
                  <a16:creationId xmlns:a16="http://schemas.microsoft.com/office/drawing/2014/main" id="{D231B8EE-DD81-D0A4-1562-5F2A994BA6CF}"/>
                </a:ext>
              </a:extLst>
            </p:cNvPr>
            <p:cNvSpPr/>
            <p:nvPr/>
          </p:nvSpPr>
          <p:spPr>
            <a:xfrm>
              <a:off x="229940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3" name="Freeform 73">
              <a:extLst>
                <a:ext uri="{FF2B5EF4-FFF2-40B4-BE49-F238E27FC236}">
                  <a16:creationId xmlns:a16="http://schemas.microsoft.com/office/drawing/2014/main" id="{5A6C3F95-5C90-6A80-5259-EFCF0CFE3FC8}"/>
                </a:ext>
              </a:extLst>
            </p:cNvPr>
            <p:cNvSpPr/>
            <p:nvPr/>
          </p:nvSpPr>
          <p:spPr>
            <a:xfrm>
              <a:off x="223700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4" name="Freeform 74">
              <a:extLst>
                <a:ext uri="{FF2B5EF4-FFF2-40B4-BE49-F238E27FC236}">
                  <a16:creationId xmlns:a16="http://schemas.microsoft.com/office/drawing/2014/main" id="{8693F855-8159-ADD6-A3D9-3533E2908BDD}"/>
                </a:ext>
              </a:extLst>
            </p:cNvPr>
            <p:cNvSpPr/>
            <p:nvPr/>
          </p:nvSpPr>
          <p:spPr>
            <a:xfrm>
              <a:off x="246654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5" name="Freeform 75">
              <a:extLst>
                <a:ext uri="{FF2B5EF4-FFF2-40B4-BE49-F238E27FC236}">
                  <a16:creationId xmlns:a16="http://schemas.microsoft.com/office/drawing/2014/main" id="{B7E3E865-8613-8053-1C2E-1605FC9903F9}"/>
                </a:ext>
              </a:extLst>
            </p:cNvPr>
            <p:cNvSpPr/>
            <p:nvPr/>
          </p:nvSpPr>
          <p:spPr>
            <a:xfrm>
              <a:off x="256028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6" name="Freeform 76">
              <a:extLst>
                <a:ext uri="{FF2B5EF4-FFF2-40B4-BE49-F238E27FC236}">
                  <a16:creationId xmlns:a16="http://schemas.microsoft.com/office/drawing/2014/main" id="{D2BC75F2-1F02-C0BE-2D43-CD574D527C78}"/>
                </a:ext>
              </a:extLst>
            </p:cNvPr>
            <p:cNvSpPr/>
            <p:nvPr/>
          </p:nvSpPr>
          <p:spPr>
            <a:xfrm>
              <a:off x="246654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7" name="Freeform 77">
              <a:extLst>
                <a:ext uri="{FF2B5EF4-FFF2-40B4-BE49-F238E27FC236}">
                  <a16:creationId xmlns:a16="http://schemas.microsoft.com/office/drawing/2014/main" id="{2D6DBDD6-6B38-0DB4-F911-B53657D0C5D1}"/>
                </a:ext>
              </a:extLst>
            </p:cNvPr>
            <p:cNvSpPr/>
            <p:nvPr/>
          </p:nvSpPr>
          <p:spPr>
            <a:xfrm>
              <a:off x="247514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78" name="Group 78">
            <a:extLst>
              <a:ext uri="{FF2B5EF4-FFF2-40B4-BE49-F238E27FC236}">
                <a16:creationId xmlns:a16="http://schemas.microsoft.com/office/drawing/2014/main" id="{7698A6A2-9433-FAB2-FD94-133BFDFDDA6B}"/>
              </a:ext>
            </a:extLst>
          </p:cNvPr>
          <p:cNvGrpSpPr/>
          <p:nvPr/>
        </p:nvGrpSpPr>
        <p:grpSpPr>
          <a:xfrm>
            <a:off x="877504" y="665761"/>
            <a:ext cx="16532993" cy="8955478"/>
            <a:chOff x="0" y="0"/>
            <a:chExt cx="4354368" cy="2358644"/>
          </a:xfrm>
        </p:grpSpPr>
        <p:sp>
          <p:nvSpPr>
            <p:cNvPr id="79" name="Freeform 79">
              <a:extLst>
                <a:ext uri="{FF2B5EF4-FFF2-40B4-BE49-F238E27FC236}">
                  <a16:creationId xmlns:a16="http://schemas.microsoft.com/office/drawing/2014/main" id="{1D2B8741-E752-3ED2-FDCE-47F934500223}"/>
                </a:ext>
              </a:extLst>
            </p:cNvPr>
            <p:cNvSpPr/>
            <p:nvPr/>
          </p:nvSpPr>
          <p:spPr>
            <a:xfrm>
              <a:off x="0" y="0"/>
              <a:ext cx="4354368" cy="2358644"/>
            </a:xfrm>
            <a:custGeom>
              <a:avLst/>
              <a:gdLst/>
              <a:ahLst/>
              <a:cxnLst/>
              <a:rect l="l" t="t" r="r" b="b"/>
              <a:pathLst>
                <a:path w="4354368" h="2358644">
                  <a:moveTo>
                    <a:pt x="23882" y="0"/>
                  </a:moveTo>
                  <a:lnTo>
                    <a:pt x="4330486" y="0"/>
                  </a:lnTo>
                  <a:cubicBezTo>
                    <a:pt x="4336820" y="0"/>
                    <a:pt x="4342895" y="2516"/>
                    <a:pt x="4347373" y="6995"/>
                  </a:cubicBezTo>
                  <a:cubicBezTo>
                    <a:pt x="4351852" y="11474"/>
                    <a:pt x="4354368" y="17548"/>
                    <a:pt x="4354368" y="23882"/>
                  </a:cubicBezTo>
                  <a:lnTo>
                    <a:pt x="4354368" y="2334763"/>
                  </a:lnTo>
                  <a:cubicBezTo>
                    <a:pt x="4354368" y="2341096"/>
                    <a:pt x="4351852" y="2347171"/>
                    <a:pt x="4347373" y="2351650"/>
                  </a:cubicBezTo>
                  <a:cubicBezTo>
                    <a:pt x="4342895" y="2356128"/>
                    <a:pt x="4336820" y="2358644"/>
                    <a:pt x="4330486" y="2358644"/>
                  </a:cubicBezTo>
                  <a:lnTo>
                    <a:pt x="23882" y="2358644"/>
                  </a:lnTo>
                  <a:cubicBezTo>
                    <a:pt x="17548" y="2358644"/>
                    <a:pt x="11474" y="2356128"/>
                    <a:pt x="6995" y="2351650"/>
                  </a:cubicBezTo>
                  <a:cubicBezTo>
                    <a:pt x="2516" y="2347171"/>
                    <a:pt x="0" y="2341096"/>
                    <a:pt x="0" y="2334763"/>
                  </a:cubicBezTo>
                  <a:lnTo>
                    <a:pt x="0" y="23882"/>
                  </a:lnTo>
                  <a:cubicBezTo>
                    <a:pt x="0" y="17548"/>
                    <a:pt x="2516" y="11474"/>
                    <a:pt x="6995" y="6995"/>
                  </a:cubicBezTo>
                  <a:cubicBezTo>
                    <a:pt x="11474" y="2516"/>
                    <a:pt x="17548" y="0"/>
                    <a:pt x="23882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80" name="TextBox 80">
              <a:extLst>
                <a:ext uri="{FF2B5EF4-FFF2-40B4-BE49-F238E27FC236}">
                  <a16:creationId xmlns:a16="http://schemas.microsoft.com/office/drawing/2014/main" id="{1F8AA230-8E20-8874-3250-E5074E330E5D}"/>
                </a:ext>
              </a:extLst>
            </p:cNvPr>
            <p:cNvSpPr txBox="1"/>
            <p:nvPr/>
          </p:nvSpPr>
          <p:spPr>
            <a:xfrm>
              <a:off x="0" y="-104775"/>
              <a:ext cx="4354368" cy="2463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sp>
        <p:nvSpPr>
          <p:cNvPr id="81" name="PHOTO_5">
            <a:extLst>
              <a:ext uri="{FF2B5EF4-FFF2-40B4-BE49-F238E27FC236}">
                <a16:creationId xmlns:a16="http://schemas.microsoft.com/office/drawing/2014/main" id="{8AB47B58-419B-1EED-AE0A-8BD7F68C91A1}"/>
              </a:ext>
            </a:extLst>
          </p:cNvPr>
          <p:cNvSpPr/>
          <p:nvPr/>
        </p:nvSpPr>
        <p:spPr>
          <a:xfrm>
            <a:off x="7338324" y="3981203"/>
            <a:ext cx="3611352" cy="5128036"/>
          </a:xfrm>
          <a:custGeom>
            <a:avLst/>
            <a:gdLst/>
            <a:ahLst/>
            <a:cxnLst/>
            <a:rect l="l" t="t" r="r" b="b"/>
            <a:pathLst>
              <a:path w="3611352" h="5128036">
                <a:moveTo>
                  <a:pt x="0" y="0"/>
                </a:moveTo>
                <a:lnTo>
                  <a:pt x="3611352" y="0"/>
                </a:lnTo>
                <a:lnTo>
                  <a:pt x="3611352" y="5128036"/>
                </a:lnTo>
                <a:lnTo>
                  <a:pt x="0" y="512803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t="-1821" b="-1105"/>
            </a:stretch>
          </a:blipFill>
        </p:spPr>
      </p:sp>
      <p:grpSp>
        <p:nvGrpSpPr>
          <p:cNvPr id="82" name="Group 82">
            <a:extLst>
              <a:ext uri="{FF2B5EF4-FFF2-40B4-BE49-F238E27FC236}">
                <a16:creationId xmlns:a16="http://schemas.microsoft.com/office/drawing/2014/main" id="{593F5693-B0FA-69AA-8843-E2B767392554}"/>
              </a:ext>
            </a:extLst>
          </p:cNvPr>
          <p:cNvGrpSpPr/>
          <p:nvPr/>
        </p:nvGrpSpPr>
        <p:grpSpPr>
          <a:xfrm>
            <a:off x="1776009" y="304912"/>
            <a:ext cx="14735982" cy="1447576"/>
            <a:chOff x="0" y="0"/>
            <a:chExt cx="19647976" cy="1930102"/>
          </a:xfrm>
        </p:grpSpPr>
        <p:sp>
          <p:nvSpPr>
            <p:cNvPr id="83" name="Freeform 83">
              <a:extLst>
                <a:ext uri="{FF2B5EF4-FFF2-40B4-BE49-F238E27FC236}">
                  <a16:creationId xmlns:a16="http://schemas.microsoft.com/office/drawing/2014/main" id="{8B3692DA-4979-4B58-80AB-B882A09C8830}"/>
                </a:ext>
              </a:extLst>
            </p:cNvPr>
            <p:cNvSpPr/>
            <p:nvPr/>
          </p:nvSpPr>
          <p:spPr>
            <a:xfrm rot="5281261">
              <a:off x="18153478" y="450837"/>
              <a:ext cx="1895718" cy="1028427"/>
            </a:xfrm>
            <a:custGeom>
              <a:avLst/>
              <a:gdLst/>
              <a:ahLst/>
              <a:cxnLst/>
              <a:rect l="l" t="t" r="r" b="b"/>
              <a:pathLst>
                <a:path w="1895718" h="1028427">
                  <a:moveTo>
                    <a:pt x="0" y="0"/>
                  </a:moveTo>
                  <a:lnTo>
                    <a:pt x="1895718" y="0"/>
                  </a:lnTo>
                  <a:lnTo>
                    <a:pt x="1895718" y="1028428"/>
                  </a:lnTo>
                  <a:lnTo>
                    <a:pt x="0" y="1028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>
                <a:fillRect/>
              </a:stretch>
            </a:blipFill>
          </p:spPr>
        </p:sp>
        <p:sp>
          <p:nvSpPr>
            <p:cNvPr id="84" name="Freeform 84">
              <a:extLst>
                <a:ext uri="{FF2B5EF4-FFF2-40B4-BE49-F238E27FC236}">
                  <a16:creationId xmlns:a16="http://schemas.microsoft.com/office/drawing/2014/main" id="{59D3BBA9-E7A9-D41B-E364-EB11E795090F}"/>
                </a:ext>
              </a:extLst>
            </p:cNvPr>
            <p:cNvSpPr/>
            <p:nvPr/>
          </p:nvSpPr>
          <p:spPr>
            <a:xfrm rot="5281261">
              <a:off x="-401220" y="450837"/>
              <a:ext cx="1895718" cy="1028427"/>
            </a:xfrm>
            <a:custGeom>
              <a:avLst/>
              <a:gdLst/>
              <a:ahLst/>
              <a:cxnLst/>
              <a:rect l="l" t="t" r="r" b="b"/>
              <a:pathLst>
                <a:path w="1895718" h="1028427">
                  <a:moveTo>
                    <a:pt x="0" y="0"/>
                  </a:moveTo>
                  <a:lnTo>
                    <a:pt x="1895718" y="0"/>
                  </a:lnTo>
                  <a:lnTo>
                    <a:pt x="1895718" y="1028428"/>
                  </a:lnTo>
                  <a:lnTo>
                    <a:pt x="0" y="1028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>
                <a:fillRect/>
              </a:stretch>
            </a:blipFill>
          </p:spPr>
        </p:sp>
      </p:grpSp>
      <p:sp>
        <p:nvSpPr>
          <p:cNvPr id="85" name="TextBox 85">
            <a:extLst>
              <a:ext uri="{FF2B5EF4-FFF2-40B4-BE49-F238E27FC236}">
                <a16:creationId xmlns:a16="http://schemas.microsoft.com/office/drawing/2014/main" id="{7971E5F5-703D-4692-2A2B-D15388E187DD}"/>
              </a:ext>
            </a:extLst>
          </p:cNvPr>
          <p:cNvSpPr txBox="1"/>
          <p:nvPr/>
        </p:nvSpPr>
        <p:spPr>
          <a:xfrm>
            <a:off x="4738736" y="1186581"/>
            <a:ext cx="8810529" cy="1161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365"/>
              </a:lnSpc>
              <a:spcBef>
                <a:spcPct val="0"/>
              </a:spcBef>
            </a:pPr>
            <a:r>
              <a:rPr lang="uz-Latn-UZ" sz="6689" u="none" strike="noStrike" spc="668" dirty="0">
                <a:solidFill>
                  <a:srgbClr val="3F3F3F"/>
                </a:solidFill>
                <a:latin typeface="Aloja"/>
                <a:ea typeface="Aloja"/>
                <a:cs typeface="Aloja"/>
                <a:sym typeface="Aloja"/>
              </a:rPr>
              <a:t>{{reja_3}}</a:t>
            </a:r>
            <a:endParaRPr lang="en-US" sz="6689" u="none" strike="noStrike" spc="668" dirty="0">
              <a:solidFill>
                <a:srgbClr val="3F3F3F"/>
              </a:solidFill>
              <a:latin typeface="Aloja"/>
              <a:ea typeface="Aloja"/>
              <a:cs typeface="Aloja"/>
              <a:sym typeface="Aloja"/>
            </a:endParaRPr>
          </a:p>
        </p:txBody>
      </p:sp>
      <p:sp>
        <p:nvSpPr>
          <p:cNvPr id="87" name="TextBox 87">
            <a:extLst>
              <a:ext uri="{FF2B5EF4-FFF2-40B4-BE49-F238E27FC236}">
                <a16:creationId xmlns:a16="http://schemas.microsoft.com/office/drawing/2014/main" id="{808459FF-72ED-732A-4AA1-DF46C67A1FDC}"/>
              </a:ext>
            </a:extLst>
          </p:cNvPr>
          <p:cNvSpPr txBox="1"/>
          <p:nvPr/>
        </p:nvSpPr>
        <p:spPr>
          <a:xfrm>
            <a:off x="1647876" y="4234392"/>
            <a:ext cx="4890271" cy="3718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00"/>
              </a:lnSpc>
              <a:spcBef>
                <a:spcPct val="0"/>
              </a:spcBef>
            </a:pPr>
            <a:r>
              <a:rPr lang="uz-Latn-UZ" sz="2000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{{reja_3_matni}}</a:t>
            </a:r>
            <a:r>
              <a:rPr lang="en-US" sz="2000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.</a:t>
            </a:r>
          </a:p>
        </p:txBody>
      </p:sp>
      <p:sp>
        <p:nvSpPr>
          <p:cNvPr id="88" name="TextBox 88">
            <a:extLst>
              <a:ext uri="{FF2B5EF4-FFF2-40B4-BE49-F238E27FC236}">
                <a16:creationId xmlns:a16="http://schemas.microsoft.com/office/drawing/2014/main" id="{B225D17E-7932-B7CD-8892-3B5CF8D5B92B}"/>
              </a:ext>
            </a:extLst>
          </p:cNvPr>
          <p:cNvSpPr txBox="1"/>
          <p:nvPr/>
        </p:nvSpPr>
        <p:spPr>
          <a:xfrm>
            <a:off x="11634515" y="4234392"/>
            <a:ext cx="5120792" cy="3718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00"/>
              </a:lnSpc>
              <a:spcBef>
                <a:spcPct val="0"/>
              </a:spcBef>
            </a:pPr>
            <a:r>
              <a:rPr lang="uz-Latn-UZ" sz="2000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{{reja_3_matni}}</a:t>
            </a:r>
            <a:endParaRPr lang="en-US" sz="2000" spc="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  <p:extLst>
      <p:ext uri="{BB962C8B-B14F-4D97-AF65-F5344CB8AC3E}">
        <p14:creationId xmlns:p14="http://schemas.microsoft.com/office/powerpoint/2010/main" val="40954385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3208" y="-420686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382242" y="5506439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482494" y="-254179"/>
            <a:ext cx="20873911" cy="10961865"/>
            <a:chOff x="0" y="0"/>
            <a:chExt cx="27831881" cy="146158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72946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Freeform 10"/>
            <p:cNvSpPr/>
            <p:nvPr/>
          </p:nvSpPr>
          <p:spPr>
            <a:xfrm>
              <a:off x="10544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1" name="Freeform 11"/>
            <p:cNvSpPr/>
            <p:nvPr/>
          </p:nvSpPr>
          <p:spPr>
            <a:xfrm>
              <a:off x="240087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2" name="Freeform 12"/>
            <p:cNvSpPr/>
            <p:nvPr/>
          </p:nvSpPr>
          <p:spPr>
            <a:xfrm>
              <a:off x="3338287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0087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/>
            <p:cNvSpPr/>
            <p:nvPr/>
          </p:nvSpPr>
          <p:spPr>
            <a:xfrm>
              <a:off x="248689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5" name="Freeform 15"/>
            <p:cNvSpPr/>
            <p:nvPr/>
          </p:nvSpPr>
          <p:spPr>
            <a:xfrm>
              <a:off x="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72946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544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40087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>
              <a:off x="3338287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240087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1" name="Freeform 21"/>
            <p:cNvSpPr/>
            <p:nvPr/>
          </p:nvSpPr>
          <p:spPr>
            <a:xfrm>
              <a:off x="248689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2" name="Freeform 22"/>
            <p:cNvSpPr/>
            <p:nvPr/>
          </p:nvSpPr>
          <p:spPr>
            <a:xfrm>
              <a:off x="556732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629678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4" name="Freeform 24"/>
            <p:cNvSpPr/>
            <p:nvPr/>
          </p:nvSpPr>
          <p:spPr>
            <a:xfrm>
              <a:off x="567276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5" name="Freeform 25"/>
            <p:cNvSpPr/>
            <p:nvPr/>
          </p:nvSpPr>
          <p:spPr>
            <a:xfrm>
              <a:off x="796819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6" name="Freeform 26"/>
            <p:cNvSpPr/>
            <p:nvPr/>
          </p:nvSpPr>
          <p:spPr>
            <a:xfrm>
              <a:off x="890560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7" name="Freeform 27"/>
            <p:cNvSpPr/>
            <p:nvPr/>
          </p:nvSpPr>
          <p:spPr>
            <a:xfrm>
              <a:off x="796819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8" name="Freeform 28"/>
            <p:cNvSpPr/>
            <p:nvPr/>
          </p:nvSpPr>
          <p:spPr>
            <a:xfrm>
              <a:off x="805421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9" name="Freeform 29"/>
            <p:cNvSpPr/>
            <p:nvPr/>
          </p:nvSpPr>
          <p:spPr>
            <a:xfrm>
              <a:off x="556732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Freeform 30"/>
            <p:cNvSpPr/>
            <p:nvPr/>
          </p:nvSpPr>
          <p:spPr>
            <a:xfrm>
              <a:off x="629678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1" name="Freeform 31"/>
            <p:cNvSpPr/>
            <p:nvPr/>
          </p:nvSpPr>
          <p:spPr>
            <a:xfrm>
              <a:off x="567276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2" name="Freeform 32"/>
            <p:cNvSpPr/>
            <p:nvPr/>
          </p:nvSpPr>
          <p:spPr>
            <a:xfrm>
              <a:off x="796819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3" name="Freeform 33"/>
            <p:cNvSpPr/>
            <p:nvPr/>
          </p:nvSpPr>
          <p:spPr>
            <a:xfrm>
              <a:off x="890560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4" name="Freeform 34"/>
            <p:cNvSpPr/>
            <p:nvPr/>
          </p:nvSpPr>
          <p:spPr>
            <a:xfrm>
              <a:off x="796819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5" name="Freeform 35"/>
            <p:cNvSpPr/>
            <p:nvPr/>
          </p:nvSpPr>
          <p:spPr>
            <a:xfrm>
              <a:off x="805421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6" name="Freeform 36"/>
            <p:cNvSpPr/>
            <p:nvPr/>
          </p:nvSpPr>
          <p:spPr>
            <a:xfrm>
              <a:off x="1113464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/>
            <p:cNvSpPr/>
            <p:nvPr/>
          </p:nvSpPr>
          <p:spPr>
            <a:xfrm>
              <a:off x="1186410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8" name="Freeform 38"/>
            <p:cNvSpPr/>
            <p:nvPr/>
          </p:nvSpPr>
          <p:spPr>
            <a:xfrm>
              <a:off x="1124008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9" name="Freeform 39"/>
            <p:cNvSpPr/>
            <p:nvPr/>
          </p:nvSpPr>
          <p:spPr>
            <a:xfrm>
              <a:off x="1353551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0" name="Freeform 40"/>
            <p:cNvSpPr/>
            <p:nvPr/>
          </p:nvSpPr>
          <p:spPr>
            <a:xfrm>
              <a:off x="1447292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1" name="Freeform 41"/>
            <p:cNvSpPr/>
            <p:nvPr/>
          </p:nvSpPr>
          <p:spPr>
            <a:xfrm>
              <a:off x="1353551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2" name="Freeform 42"/>
            <p:cNvSpPr/>
            <p:nvPr/>
          </p:nvSpPr>
          <p:spPr>
            <a:xfrm>
              <a:off x="1362153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3" name="Freeform 43"/>
            <p:cNvSpPr/>
            <p:nvPr/>
          </p:nvSpPr>
          <p:spPr>
            <a:xfrm>
              <a:off x="1113464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/>
            <p:cNvSpPr/>
            <p:nvPr/>
          </p:nvSpPr>
          <p:spPr>
            <a:xfrm>
              <a:off x="1186410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5" name="Freeform 45"/>
            <p:cNvSpPr/>
            <p:nvPr/>
          </p:nvSpPr>
          <p:spPr>
            <a:xfrm>
              <a:off x="1124008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6" name="Freeform 46"/>
            <p:cNvSpPr/>
            <p:nvPr/>
          </p:nvSpPr>
          <p:spPr>
            <a:xfrm>
              <a:off x="1353551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7" name="Freeform 47"/>
            <p:cNvSpPr/>
            <p:nvPr/>
          </p:nvSpPr>
          <p:spPr>
            <a:xfrm>
              <a:off x="1447292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8" name="Freeform 48"/>
            <p:cNvSpPr/>
            <p:nvPr/>
          </p:nvSpPr>
          <p:spPr>
            <a:xfrm>
              <a:off x="1353551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9" name="Freeform 49"/>
            <p:cNvSpPr/>
            <p:nvPr/>
          </p:nvSpPr>
          <p:spPr>
            <a:xfrm>
              <a:off x="1362153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0" name="Freeform 50"/>
            <p:cNvSpPr/>
            <p:nvPr/>
          </p:nvSpPr>
          <p:spPr>
            <a:xfrm>
              <a:off x="167019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Freeform 51"/>
            <p:cNvSpPr/>
            <p:nvPr/>
          </p:nvSpPr>
          <p:spPr>
            <a:xfrm>
              <a:off x="174314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2" name="Freeform 52"/>
            <p:cNvSpPr/>
            <p:nvPr/>
          </p:nvSpPr>
          <p:spPr>
            <a:xfrm>
              <a:off x="168074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3" name="Freeform 53"/>
            <p:cNvSpPr/>
            <p:nvPr/>
          </p:nvSpPr>
          <p:spPr>
            <a:xfrm>
              <a:off x="191028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4" name="Freeform 54"/>
            <p:cNvSpPr/>
            <p:nvPr/>
          </p:nvSpPr>
          <p:spPr>
            <a:xfrm>
              <a:off x="200402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5" name="Freeform 55"/>
            <p:cNvSpPr/>
            <p:nvPr/>
          </p:nvSpPr>
          <p:spPr>
            <a:xfrm>
              <a:off x="191028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6" name="Freeform 56"/>
            <p:cNvSpPr/>
            <p:nvPr/>
          </p:nvSpPr>
          <p:spPr>
            <a:xfrm>
              <a:off x="191888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7" name="Freeform 57"/>
            <p:cNvSpPr/>
            <p:nvPr/>
          </p:nvSpPr>
          <p:spPr>
            <a:xfrm>
              <a:off x="167019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8" name="Freeform 58"/>
            <p:cNvSpPr/>
            <p:nvPr/>
          </p:nvSpPr>
          <p:spPr>
            <a:xfrm>
              <a:off x="174314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9" name="Freeform 59"/>
            <p:cNvSpPr/>
            <p:nvPr/>
          </p:nvSpPr>
          <p:spPr>
            <a:xfrm>
              <a:off x="168074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0" name="Freeform 60"/>
            <p:cNvSpPr/>
            <p:nvPr/>
          </p:nvSpPr>
          <p:spPr>
            <a:xfrm>
              <a:off x="191028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1" name="Freeform 61"/>
            <p:cNvSpPr/>
            <p:nvPr/>
          </p:nvSpPr>
          <p:spPr>
            <a:xfrm>
              <a:off x="200402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2" name="Freeform 62"/>
            <p:cNvSpPr/>
            <p:nvPr/>
          </p:nvSpPr>
          <p:spPr>
            <a:xfrm>
              <a:off x="191028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3" name="Freeform 63"/>
            <p:cNvSpPr/>
            <p:nvPr/>
          </p:nvSpPr>
          <p:spPr>
            <a:xfrm>
              <a:off x="191888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4" name="Freeform 64"/>
            <p:cNvSpPr/>
            <p:nvPr/>
          </p:nvSpPr>
          <p:spPr>
            <a:xfrm>
              <a:off x="222645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5" name="Freeform 65"/>
            <p:cNvSpPr/>
            <p:nvPr/>
          </p:nvSpPr>
          <p:spPr>
            <a:xfrm>
              <a:off x="229940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6" name="Freeform 66"/>
            <p:cNvSpPr/>
            <p:nvPr/>
          </p:nvSpPr>
          <p:spPr>
            <a:xfrm>
              <a:off x="223700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7" name="Freeform 67"/>
            <p:cNvSpPr/>
            <p:nvPr/>
          </p:nvSpPr>
          <p:spPr>
            <a:xfrm>
              <a:off x="246654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8" name="Freeform 68"/>
            <p:cNvSpPr/>
            <p:nvPr/>
          </p:nvSpPr>
          <p:spPr>
            <a:xfrm>
              <a:off x="256028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9" name="Freeform 69"/>
            <p:cNvSpPr/>
            <p:nvPr/>
          </p:nvSpPr>
          <p:spPr>
            <a:xfrm>
              <a:off x="246654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0" name="Freeform 70"/>
            <p:cNvSpPr/>
            <p:nvPr/>
          </p:nvSpPr>
          <p:spPr>
            <a:xfrm>
              <a:off x="247514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1" name="Freeform 71"/>
            <p:cNvSpPr/>
            <p:nvPr/>
          </p:nvSpPr>
          <p:spPr>
            <a:xfrm>
              <a:off x="222645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/>
            <p:cNvSpPr/>
            <p:nvPr/>
          </p:nvSpPr>
          <p:spPr>
            <a:xfrm>
              <a:off x="229940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3" name="Freeform 73"/>
            <p:cNvSpPr/>
            <p:nvPr/>
          </p:nvSpPr>
          <p:spPr>
            <a:xfrm>
              <a:off x="223700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4" name="Freeform 74"/>
            <p:cNvSpPr/>
            <p:nvPr/>
          </p:nvSpPr>
          <p:spPr>
            <a:xfrm>
              <a:off x="246654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5" name="Freeform 75"/>
            <p:cNvSpPr/>
            <p:nvPr/>
          </p:nvSpPr>
          <p:spPr>
            <a:xfrm>
              <a:off x="256028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6" name="Freeform 76"/>
            <p:cNvSpPr/>
            <p:nvPr/>
          </p:nvSpPr>
          <p:spPr>
            <a:xfrm>
              <a:off x="246654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7" name="Freeform 77"/>
            <p:cNvSpPr/>
            <p:nvPr/>
          </p:nvSpPr>
          <p:spPr>
            <a:xfrm>
              <a:off x="247514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78" name="Group 78"/>
          <p:cNvGrpSpPr/>
          <p:nvPr/>
        </p:nvGrpSpPr>
        <p:grpSpPr>
          <a:xfrm>
            <a:off x="877504" y="665761"/>
            <a:ext cx="16532993" cy="8955478"/>
            <a:chOff x="0" y="0"/>
            <a:chExt cx="4354368" cy="2358644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4354368" cy="2358644"/>
            </a:xfrm>
            <a:custGeom>
              <a:avLst/>
              <a:gdLst/>
              <a:ahLst/>
              <a:cxnLst/>
              <a:rect l="l" t="t" r="r" b="b"/>
              <a:pathLst>
                <a:path w="4354368" h="2358644">
                  <a:moveTo>
                    <a:pt x="23882" y="0"/>
                  </a:moveTo>
                  <a:lnTo>
                    <a:pt x="4330486" y="0"/>
                  </a:lnTo>
                  <a:cubicBezTo>
                    <a:pt x="4336820" y="0"/>
                    <a:pt x="4342895" y="2516"/>
                    <a:pt x="4347373" y="6995"/>
                  </a:cubicBezTo>
                  <a:cubicBezTo>
                    <a:pt x="4351852" y="11474"/>
                    <a:pt x="4354368" y="17548"/>
                    <a:pt x="4354368" y="23882"/>
                  </a:cubicBezTo>
                  <a:lnTo>
                    <a:pt x="4354368" y="2334763"/>
                  </a:lnTo>
                  <a:cubicBezTo>
                    <a:pt x="4354368" y="2341096"/>
                    <a:pt x="4351852" y="2347171"/>
                    <a:pt x="4347373" y="2351650"/>
                  </a:cubicBezTo>
                  <a:cubicBezTo>
                    <a:pt x="4342895" y="2356128"/>
                    <a:pt x="4336820" y="2358644"/>
                    <a:pt x="4330486" y="2358644"/>
                  </a:cubicBezTo>
                  <a:lnTo>
                    <a:pt x="23882" y="2358644"/>
                  </a:lnTo>
                  <a:cubicBezTo>
                    <a:pt x="17548" y="2358644"/>
                    <a:pt x="11474" y="2356128"/>
                    <a:pt x="6995" y="2351650"/>
                  </a:cubicBezTo>
                  <a:cubicBezTo>
                    <a:pt x="2516" y="2347171"/>
                    <a:pt x="0" y="2341096"/>
                    <a:pt x="0" y="2334763"/>
                  </a:cubicBezTo>
                  <a:lnTo>
                    <a:pt x="0" y="23882"/>
                  </a:lnTo>
                  <a:cubicBezTo>
                    <a:pt x="0" y="17548"/>
                    <a:pt x="2516" y="11474"/>
                    <a:pt x="6995" y="6995"/>
                  </a:cubicBezTo>
                  <a:cubicBezTo>
                    <a:pt x="11474" y="2516"/>
                    <a:pt x="17548" y="0"/>
                    <a:pt x="23882" y="0"/>
                  </a:cubicBezTo>
                  <a:close/>
                </a:path>
              </a:pathLst>
            </a:custGeom>
            <a:solidFill>
              <a:srgbClr val="FAF2E9"/>
            </a:solidFill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0" y="-104775"/>
              <a:ext cx="4354368" cy="2463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1776009" y="304912"/>
            <a:ext cx="14735982" cy="1447576"/>
            <a:chOff x="0" y="0"/>
            <a:chExt cx="19647976" cy="1930102"/>
          </a:xfrm>
        </p:grpSpPr>
        <p:sp>
          <p:nvSpPr>
            <p:cNvPr id="83" name="Freeform 83"/>
            <p:cNvSpPr/>
            <p:nvPr/>
          </p:nvSpPr>
          <p:spPr>
            <a:xfrm rot="5281261">
              <a:off x="18153478" y="450837"/>
              <a:ext cx="1895718" cy="1028427"/>
            </a:xfrm>
            <a:custGeom>
              <a:avLst/>
              <a:gdLst/>
              <a:ahLst/>
              <a:cxnLst/>
              <a:rect l="l" t="t" r="r" b="b"/>
              <a:pathLst>
                <a:path w="1895718" h="1028427">
                  <a:moveTo>
                    <a:pt x="0" y="0"/>
                  </a:moveTo>
                  <a:lnTo>
                    <a:pt x="1895718" y="0"/>
                  </a:lnTo>
                  <a:lnTo>
                    <a:pt x="1895718" y="1028428"/>
                  </a:lnTo>
                  <a:lnTo>
                    <a:pt x="0" y="1028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/>
              </a:stretch>
            </a:blipFill>
          </p:spPr>
        </p:sp>
        <p:sp>
          <p:nvSpPr>
            <p:cNvPr id="84" name="Freeform 84"/>
            <p:cNvSpPr/>
            <p:nvPr/>
          </p:nvSpPr>
          <p:spPr>
            <a:xfrm rot="5281261">
              <a:off x="-401220" y="450837"/>
              <a:ext cx="1895718" cy="1028427"/>
            </a:xfrm>
            <a:custGeom>
              <a:avLst/>
              <a:gdLst/>
              <a:ahLst/>
              <a:cxnLst/>
              <a:rect l="l" t="t" r="r" b="b"/>
              <a:pathLst>
                <a:path w="1895718" h="1028427">
                  <a:moveTo>
                    <a:pt x="0" y="0"/>
                  </a:moveTo>
                  <a:lnTo>
                    <a:pt x="1895718" y="0"/>
                  </a:lnTo>
                  <a:lnTo>
                    <a:pt x="1895718" y="1028428"/>
                  </a:lnTo>
                  <a:lnTo>
                    <a:pt x="0" y="1028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/>
              </a:stretch>
            </a:blipFill>
          </p:spPr>
        </p:sp>
      </p:grpSp>
      <p:sp>
        <p:nvSpPr>
          <p:cNvPr id="85" name="TextBox 85"/>
          <p:cNvSpPr txBox="1"/>
          <p:nvPr/>
        </p:nvSpPr>
        <p:spPr>
          <a:xfrm>
            <a:off x="4738736" y="1186581"/>
            <a:ext cx="8810529" cy="1161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365"/>
              </a:lnSpc>
              <a:spcBef>
                <a:spcPct val="0"/>
              </a:spcBef>
            </a:pPr>
            <a:r>
              <a:rPr lang="uz-Latn-UZ" sz="6689" u="none" strike="noStrike" spc="668" dirty="0">
                <a:solidFill>
                  <a:srgbClr val="3F3F3F"/>
                </a:solidFill>
                <a:latin typeface="Aloja"/>
                <a:ea typeface="Aloja"/>
                <a:cs typeface="Aloja"/>
                <a:sym typeface="Aloja"/>
              </a:rPr>
              <a:t>{{reja_4}}</a:t>
            </a:r>
            <a:endParaRPr lang="en-US" sz="6689" u="none" strike="noStrike" spc="668" dirty="0">
              <a:solidFill>
                <a:srgbClr val="3F3F3F"/>
              </a:solidFill>
              <a:latin typeface="Aloja"/>
              <a:ea typeface="Aloja"/>
              <a:cs typeface="Aloja"/>
              <a:sym typeface="Aloja"/>
            </a:endParaRPr>
          </a:p>
        </p:txBody>
      </p:sp>
      <p:sp>
        <p:nvSpPr>
          <p:cNvPr id="88" name="TextBox 88"/>
          <p:cNvSpPr txBox="1"/>
          <p:nvPr/>
        </p:nvSpPr>
        <p:spPr>
          <a:xfrm>
            <a:off x="1981200" y="3162300"/>
            <a:ext cx="14774107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200"/>
              </a:lnSpc>
              <a:spcBef>
                <a:spcPct val="0"/>
              </a:spcBef>
            </a:pPr>
            <a:r>
              <a:rPr lang="uz-Latn-UZ" sz="2000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{{reja_4_matni}}</a:t>
            </a:r>
            <a:endParaRPr lang="en-US" sz="2000" spc="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2">
            <a:extLst>
              <a:ext uri="{FF2B5EF4-FFF2-40B4-BE49-F238E27FC236}">
                <a16:creationId xmlns:a16="http://schemas.microsoft.com/office/drawing/2014/main" id="{A4FCEA5E-0061-1B08-C345-2FAFA5567DFC}"/>
              </a:ext>
            </a:extLst>
          </p:cNvPr>
          <p:cNvSpPr/>
          <p:nvPr/>
        </p:nvSpPr>
        <p:spPr>
          <a:xfrm>
            <a:off x="-246416" y="-741960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2" name="Freeform 5">
            <a:extLst>
              <a:ext uri="{FF2B5EF4-FFF2-40B4-BE49-F238E27FC236}">
                <a16:creationId xmlns:a16="http://schemas.microsoft.com/office/drawing/2014/main" id="{D0963816-5A2A-E4A8-E68D-70B059D12B7D}"/>
              </a:ext>
            </a:extLst>
          </p:cNvPr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3460A1F-89CA-AAE8-5BEB-3DB5FDE24179}"/>
              </a:ext>
            </a:extLst>
          </p:cNvPr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5" name="Freeform 6">
            <a:extLst>
              <a:ext uri="{FF2B5EF4-FFF2-40B4-BE49-F238E27FC236}">
                <a16:creationId xmlns:a16="http://schemas.microsoft.com/office/drawing/2014/main" id="{B4826C3D-1BC9-52F5-DC37-E94FA6DD765F}"/>
              </a:ext>
            </a:extLst>
          </p:cNvPr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4">
            <a:extLst>
              <a:ext uri="{FF2B5EF4-FFF2-40B4-BE49-F238E27FC236}">
                <a16:creationId xmlns:a16="http://schemas.microsoft.com/office/drawing/2014/main" id="{28CF6FC3-838A-83D6-D7AE-A6B7F14F18BA}"/>
              </a:ext>
            </a:extLst>
          </p:cNvPr>
          <p:cNvSpPr/>
          <p:nvPr/>
        </p:nvSpPr>
        <p:spPr>
          <a:xfrm>
            <a:off x="13166596" y="4381500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grpSp>
        <p:nvGrpSpPr>
          <p:cNvPr id="7" name="Group 83">
            <a:extLst>
              <a:ext uri="{FF2B5EF4-FFF2-40B4-BE49-F238E27FC236}">
                <a16:creationId xmlns:a16="http://schemas.microsoft.com/office/drawing/2014/main" id="{D32622C6-7F1B-E3E4-B146-E548C28C8E72}"/>
              </a:ext>
            </a:extLst>
          </p:cNvPr>
          <p:cNvGrpSpPr/>
          <p:nvPr/>
        </p:nvGrpSpPr>
        <p:grpSpPr>
          <a:xfrm>
            <a:off x="1873920" y="665761"/>
            <a:ext cx="6847181" cy="8955478"/>
            <a:chOff x="0" y="0"/>
            <a:chExt cx="1803373" cy="2358644"/>
          </a:xfrm>
        </p:grpSpPr>
        <p:sp>
          <p:nvSpPr>
            <p:cNvPr id="8" name="Freeform 84">
              <a:extLst>
                <a:ext uri="{FF2B5EF4-FFF2-40B4-BE49-F238E27FC236}">
                  <a16:creationId xmlns:a16="http://schemas.microsoft.com/office/drawing/2014/main" id="{859C634C-C1D4-FD53-ABE5-EB7259230470}"/>
                </a:ext>
              </a:extLst>
            </p:cNvPr>
            <p:cNvSpPr/>
            <p:nvPr/>
          </p:nvSpPr>
          <p:spPr>
            <a:xfrm>
              <a:off x="0" y="0"/>
              <a:ext cx="1803373" cy="2358644"/>
            </a:xfrm>
            <a:custGeom>
              <a:avLst/>
              <a:gdLst/>
              <a:ahLst/>
              <a:cxnLst/>
              <a:rect l="l" t="t" r="r" b="b"/>
              <a:pathLst>
                <a:path w="1803373" h="2358644">
                  <a:moveTo>
                    <a:pt x="57664" y="0"/>
                  </a:moveTo>
                  <a:lnTo>
                    <a:pt x="1745709" y="0"/>
                  </a:lnTo>
                  <a:cubicBezTo>
                    <a:pt x="1761002" y="0"/>
                    <a:pt x="1775669" y="6075"/>
                    <a:pt x="1786483" y="16889"/>
                  </a:cubicBezTo>
                  <a:cubicBezTo>
                    <a:pt x="1797297" y="27704"/>
                    <a:pt x="1803373" y="42371"/>
                    <a:pt x="1803373" y="57664"/>
                  </a:cubicBezTo>
                  <a:lnTo>
                    <a:pt x="1803373" y="2300980"/>
                  </a:lnTo>
                  <a:cubicBezTo>
                    <a:pt x="1803373" y="2316274"/>
                    <a:pt x="1797297" y="2330941"/>
                    <a:pt x="1786483" y="2341755"/>
                  </a:cubicBezTo>
                  <a:cubicBezTo>
                    <a:pt x="1775669" y="2352569"/>
                    <a:pt x="1761002" y="2358644"/>
                    <a:pt x="1745709" y="2358644"/>
                  </a:cubicBezTo>
                  <a:lnTo>
                    <a:pt x="57664" y="2358644"/>
                  </a:lnTo>
                  <a:cubicBezTo>
                    <a:pt x="25817" y="2358644"/>
                    <a:pt x="0" y="2332827"/>
                    <a:pt x="0" y="2300980"/>
                  </a:cubicBezTo>
                  <a:lnTo>
                    <a:pt x="0" y="57664"/>
                  </a:lnTo>
                  <a:cubicBezTo>
                    <a:pt x="0" y="42371"/>
                    <a:pt x="6075" y="27704"/>
                    <a:pt x="16889" y="16889"/>
                  </a:cubicBezTo>
                  <a:cubicBezTo>
                    <a:pt x="27704" y="6075"/>
                    <a:pt x="42371" y="0"/>
                    <a:pt x="57664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9" name="TextBox 85">
              <a:extLst>
                <a:ext uri="{FF2B5EF4-FFF2-40B4-BE49-F238E27FC236}">
                  <a16:creationId xmlns:a16="http://schemas.microsoft.com/office/drawing/2014/main" id="{A41A1C04-FB62-CDE2-8706-81B022C75BEB}"/>
                </a:ext>
              </a:extLst>
            </p:cNvPr>
            <p:cNvSpPr txBox="1"/>
            <p:nvPr/>
          </p:nvSpPr>
          <p:spPr>
            <a:xfrm>
              <a:off x="0" y="-104775"/>
              <a:ext cx="1803373" cy="2463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grpSp>
        <p:nvGrpSpPr>
          <p:cNvPr id="10" name="Group 78">
            <a:extLst>
              <a:ext uri="{FF2B5EF4-FFF2-40B4-BE49-F238E27FC236}">
                <a16:creationId xmlns:a16="http://schemas.microsoft.com/office/drawing/2014/main" id="{AC0A4E13-1206-F082-3389-D64CE5FAF702}"/>
              </a:ext>
            </a:extLst>
          </p:cNvPr>
          <p:cNvGrpSpPr/>
          <p:nvPr/>
        </p:nvGrpSpPr>
        <p:grpSpPr>
          <a:xfrm>
            <a:off x="9566899" y="665761"/>
            <a:ext cx="6847181" cy="8955478"/>
            <a:chOff x="0" y="0"/>
            <a:chExt cx="1803373" cy="2358644"/>
          </a:xfrm>
        </p:grpSpPr>
        <p:sp>
          <p:nvSpPr>
            <p:cNvPr id="11" name="Freeform 79">
              <a:extLst>
                <a:ext uri="{FF2B5EF4-FFF2-40B4-BE49-F238E27FC236}">
                  <a16:creationId xmlns:a16="http://schemas.microsoft.com/office/drawing/2014/main" id="{ED0759F8-F854-3613-C23D-4242FA24C0D7}"/>
                </a:ext>
              </a:extLst>
            </p:cNvPr>
            <p:cNvSpPr/>
            <p:nvPr/>
          </p:nvSpPr>
          <p:spPr>
            <a:xfrm>
              <a:off x="0" y="0"/>
              <a:ext cx="1803373" cy="2358644"/>
            </a:xfrm>
            <a:custGeom>
              <a:avLst/>
              <a:gdLst/>
              <a:ahLst/>
              <a:cxnLst/>
              <a:rect l="l" t="t" r="r" b="b"/>
              <a:pathLst>
                <a:path w="1803373" h="2358644">
                  <a:moveTo>
                    <a:pt x="57664" y="0"/>
                  </a:moveTo>
                  <a:lnTo>
                    <a:pt x="1745709" y="0"/>
                  </a:lnTo>
                  <a:cubicBezTo>
                    <a:pt x="1761002" y="0"/>
                    <a:pt x="1775669" y="6075"/>
                    <a:pt x="1786483" y="16889"/>
                  </a:cubicBezTo>
                  <a:cubicBezTo>
                    <a:pt x="1797297" y="27704"/>
                    <a:pt x="1803373" y="42371"/>
                    <a:pt x="1803373" y="57664"/>
                  </a:cubicBezTo>
                  <a:lnTo>
                    <a:pt x="1803373" y="2300980"/>
                  </a:lnTo>
                  <a:cubicBezTo>
                    <a:pt x="1803373" y="2316274"/>
                    <a:pt x="1797297" y="2330941"/>
                    <a:pt x="1786483" y="2341755"/>
                  </a:cubicBezTo>
                  <a:cubicBezTo>
                    <a:pt x="1775669" y="2352569"/>
                    <a:pt x="1761002" y="2358644"/>
                    <a:pt x="1745709" y="2358644"/>
                  </a:cubicBezTo>
                  <a:lnTo>
                    <a:pt x="57664" y="2358644"/>
                  </a:lnTo>
                  <a:cubicBezTo>
                    <a:pt x="25817" y="2358644"/>
                    <a:pt x="0" y="2332827"/>
                    <a:pt x="0" y="2300980"/>
                  </a:cubicBezTo>
                  <a:lnTo>
                    <a:pt x="0" y="57664"/>
                  </a:lnTo>
                  <a:cubicBezTo>
                    <a:pt x="0" y="42371"/>
                    <a:pt x="6075" y="27704"/>
                    <a:pt x="16889" y="16889"/>
                  </a:cubicBezTo>
                  <a:cubicBezTo>
                    <a:pt x="27704" y="6075"/>
                    <a:pt x="42371" y="0"/>
                    <a:pt x="57664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12" name="TextBox 80">
              <a:extLst>
                <a:ext uri="{FF2B5EF4-FFF2-40B4-BE49-F238E27FC236}">
                  <a16:creationId xmlns:a16="http://schemas.microsoft.com/office/drawing/2014/main" id="{6209011C-0F97-90FC-F7E4-88B719E5B08A}"/>
                </a:ext>
              </a:extLst>
            </p:cNvPr>
            <p:cNvSpPr txBox="1"/>
            <p:nvPr/>
          </p:nvSpPr>
          <p:spPr>
            <a:xfrm>
              <a:off x="0" y="-104775"/>
              <a:ext cx="1803373" cy="2463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sp>
        <p:nvSpPr>
          <p:cNvPr id="13" name="Freeform 88">
            <a:extLst>
              <a:ext uri="{FF2B5EF4-FFF2-40B4-BE49-F238E27FC236}">
                <a16:creationId xmlns:a16="http://schemas.microsoft.com/office/drawing/2014/main" id="{4D95A648-FC10-E908-8E47-706571579186}"/>
              </a:ext>
            </a:extLst>
          </p:cNvPr>
          <p:cNvSpPr/>
          <p:nvPr/>
        </p:nvSpPr>
        <p:spPr>
          <a:xfrm rot="5281261">
            <a:off x="1853281" y="643040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9" y="0"/>
                </a:lnTo>
                <a:lnTo>
                  <a:pt x="1421789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4" name="Freeform 88">
            <a:extLst>
              <a:ext uri="{FF2B5EF4-FFF2-40B4-BE49-F238E27FC236}">
                <a16:creationId xmlns:a16="http://schemas.microsoft.com/office/drawing/2014/main" id="{CE0D2F62-7FA8-897A-9CE2-E85265580FEF}"/>
              </a:ext>
            </a:extLst>
          </p:cNvPr>
          <p:cNvSpPr/>
          <p:nvPr/>
        </p:nvSpPr>
        <p:spPr>
          <a:xfrm rot="5281261">
            <a:off x="6961516" y="280100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9" y="0"/>
                </a:lnTo>
                <a:lnTo>
                  <a:pt x="1421789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5" name="Freeform 88">
            <a:extLst>
              <a:ext uri="{FF2B5EF4-FFF2-40B4-BE49-F238E27FC236}">
                <a16:creationId xmlns:a16="http://schemas.microsoft.com/office/drawing/2014/main" id="{865D511A-77AF-F27D-3ADC-293027073D3C}"/>
              </a:ext>
            </a:extLst>
          </p:cNvPr>
          <p:cNvSpPr/>
          <p:nvPr/>
        </p:nvSpPr>
        <p:spPr>
          <a:xfrm rot="5281261">
            <a:off x="10881409" y="589464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9" y="0"/>
                </a:lnTo>
                <a:lnTo>
                  <a:pt x="1421789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6" name="Freeform 88">
            <a:extLst>
              <a:ext uri="{FF2B5EF4-FFF2-40B4-BE49-F238E27FC236}">
                <a16:creationId xmlns:a16="http://schemas.microsoft.com/office/drawing/2014/main" id="{E95EE54A-AF7E-D8D5-7D0F-752CFC8A8FEB}"/>
              </a:ext>
            </a:extLst>
          </p:cNvPr>
          <p:cNvSpPr/>
          <p:nvPr/>
        </p:nvSpPr>
        <p:spPr>
          <a:xfrm rot="5281261">
            <a:off x="14773176" y="476800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9" y="0"/>
                </a:lnTo>
                <a:lnTo>
                  <a:pt x="1421789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7" name="Freeform 73">
            <a:extLst>
              <a:ext uri="{FF2B5EF4-FFF2-40B4-BE49-F238E27FC236}">
                <a16:creationId xmlns:a16="http://schemas.microsoft.com/office/drawing/2014/main" id="{3D435A70-8E9E-7CF2-F005-B10E32F8414D}"/>
              </a:ext>
            </a:extLst>
          </p:cNvPr>
          <p:cNvSpPr/>
          <p:nvPr/>
        </p:nvSpPr>
        <p:spPr>
          <a:xfrm>
            <a:off x="16295008" y="8168992"/>
            <a:ext cx="1290551" cy="2057400"/>
          </a:xfrm>
          <a:custGeom>
            <a:avLst/>
            <a:gdLst/>
            <a:ahLst/>
            <a:cxnLst/>
            <a:rect l="l" t="t" r="r" b="b"/>
            <a:pathLst>
              <a:path w="1720735" h="2743200">
                <a:moveTo>
                  <a:pt x="0" y="0"/>
                </a:moveTo>
                <a:lnTo>
                  <a:pt x="1720734" y="0"/>
                </a:lnTo>
                <a:lnTo>
                  <a:pt x="1720734" y="2743200"/>
                </a:lnTo>
                <a:lnTo>
                  <a:pt x="0" y="27432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18" name="Freeform 73">
            <a:extLst>
              <a:ext uri="{FF2B5EF4-FFF2-40B4-BE49-F238E27FC236}">
                <a16:creationId xmlns:a16="http://schemas.microsoft.com/office/drawing/2014/main" id="{F470DEB5-FA21-B80A-A59F-BE1940C7E4E2}"/>
              </a:ext>
            </a:extLst>
          </p:cNvPr>
          <p:cNvSpPr/>
          <p:nvPr/>
        </p:nvSpPr>
        <p:spPr>
          <a:xfrm>
            <a:off x="16447408" y="8321392"/>
            <a:ext cx="1290551" cy="2057400"/>
          </a:xfrm>
          <a:custGeom>
            <a:avLst/>
            <a:gdLst/>
            <a:ahLst/>
            <a:cxnLst/>
            <a:rect l="l" t="t" r="r" b="b"/>
            <a:pathLst>
              <a:path w="1720735" h="2743200">
                <a:moveTo>
                  <a:pt x="0" y="0"/>
                </a:moveTo>
                <a:lnTo>
                  <a:pt x="1720734" y="0"/>
                </a:lnTo>
                <a:lnTo>
                  <a:pt x="1720734" y="2743200"/>
                </a:lnTo>
                <a:lnTo>
                  <a:pt x="0" y="27432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19" name="Freeform 73">
            <a:extLst>
              <a:ext uri="{FF2B5EF4-FFF2-40B4-BE49-F238E27FC236}">
                <a16:creationId xmlns:a16="http://schemas.microsoft.com/office/drawing/2014/main" id="{29B3E528-6177-F896-28EC-FDE2E1F3D303}"/>
              </a:ext>
            </a:extLst>
          </p:cNvPr>
          <p:cNvSpPr/>
          <p:nvPr/>
        </p:nvSpPr>
        <p:spPr>
          <a:xfrm>
            <a:off x="8690644" y="8130892"/>
            <a:ext cx="1290551" cy="2057400"/>
          </a:xfrm>
          <a:custGeom>
            <a:avLst/>
            <a:gdLst/>
            <a:ahLst/>
            <a:cxnLst/>
            <a:rect l="l" t="t" r="r" b="b"/>
            <a:pathLst>
              <a:path w="1720735" h="2743200">
                <a:moveTo>
                  <a:pt x="0" y="0"/>
                </a:moveTo>
                <a:lnTo>
                  <a:pt x="1720734" y="0"/>
                </a:lnTo>
                <a:lnTo>
                  <a:pt x="1720734" y="2743200"/>
                </a:lnTo>
                <a:lnTo>
                  <a:pt x="0" y="27432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20" name="Freeform 73">
            <a:extLst>
              <a:ext uri="{FF2B5EF4-FFF2-40B4-BE49-F238E27FC236}">
                <a16:creationId xmlns:a16="http://schemas.microsoft.com/office/drawing/2014/main" id="{35BEAFAE-8CAD-5E8B-00FC-A8E78FFB692A}"/>
              </a:ext>
            </a:extLst>
          </p:cNvPr>
          <p:cNvSpPr/>
          <p:nvPr/>
        </p:nvSpPr>
        <p:spPr>
          <a:xfrm>
            <a:off x="16757924" y="3633506"/>
            <a:ext cx="1290551" cy="2057400"/>
          </a:xfrm>
          <a:custGeom>
            <a:avLst/>
            <a:gdLst/>
            <a:ahLst/>
            <a:cxnLst/>
            <a:rect l="l" t="t" r="r" b="b"/>
            <a:pathLst>
              <a:path w="1720735" h="2743200">
                <a:moveTo>
                  <a:pt x="0" y="0"/>
                </a:moveTo>
                <a:lnTo>
                  <a:pt x="1720734" y="0"/>
                </a:lnTo>
                <a:lnTo>
                  <a:pt x="1720734" y="2743200"/>
                </a:lnTo>
                <a:lnTo>
                  <a:pt x="0" y="27432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C67C95-FE8C-D402-9E6C-C9C747DE0F31}"/>
              </a:ext>
            </a:extLst>
          </p:cNvPr>
          <p:cNvSpPr txBox="1"/>
          <p:nvPr/>
        </p:nvSpPr>
        <p:spPr>
          <a:xfrm>
            <a:off x="10655692" y="1984067"/>
            <a:ext cx="5202820" cy="4578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>
              <a:lnSpc>
                <a:spcPts val="3200"/>
              </a:lnSpc>
              <a:spcBef>
                <a:spcPct val="0"/>
              </a:spcBef>
            </a:pPr>
            <a:r>
              <a:rPr lang="uz-Latn-UZ" sz="1800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{{reja_4_matni}}</a:t>
            </a:r>
            <a:endParaRPr lang="en-US" sz="1800" spc="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139426-88A9-A656-1022-3CC0ECB6A8AE}"/>
              </a:ext>
            </a:extLst>
          </p:cNvPr>
          <p:cNvSpPr txBox="1"/>
          <p:nvPr/>
        </p:nvSpPr>
        <p:spPr>
          <a:xfrm>
            <a:off x="2527040" y="2157926"/>
            <a:ext cx="5699749" cy="4578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>
              <a:lnSpc>
                <a:spcPts val="3200"/>
              </a:lnSpc>
              <a:spcBef>
                <a:spcPct val="0"/>
              </a:spcBef>
            </a:pPr>
            <a:r>
              <a:rPr lang="uz-Latn-UZ" sz="1800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{{reja_4_matni}}</a:t>
            </a:r>
            <a:endParaRPr lang="en-US" sz="1800" spc="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  <p:extLst>
      <p:ext uri="{BB962C8B-B14F-4D97-AF65-F5344CB8AC3E}">
        <p14:creationId xmlns:p14="http://schemas.microsoft.com/office/powerpoint/2010/main" val="2848146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3208" y="-420686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382242" y="5506439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ru-RU"/>
          </a:p>
        </p:txBody>
      </p:sp>
      <p:sp>
        <p:nvSpPr>
          <p:cNvPr id="5" name="Freeform 5"/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482494" y="-254179"/>
            <a:ext cx="20873911" cy="10961865"/>
            <a:chOff x="0" y="0"/>
            <a:chExt cx="27831881" cy="146158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72946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Freeform 10"/>
            <p:cNvSpPr/>
            <p:nvPr/>
          </p:nvSpPr>
          <p:spPr>
            <a:xfrm>
              <a:off x="10544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1" name="Freeform 11"/>
            <p:cNvSpPr/>
            <p:nvPr/>
          </p:nvSpPr>
          <p:spPr>
            <a:xfrm>
              <a:off x="240087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2" name="Freeform 12"/>
            <p:cNvSpPr/>
            <p:nvPr/>
          </p:nvSpPr>
          <p:spPr>
            <a:xfrm>
              <a:off x="3338287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0087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/>
            <p:cNvSpPr/>
            <p:nvPr/>
          </p:nvSpPr>
          <p:spPr>
            <a:xfrm>
              <a:off x="248689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5" name="Freeform 15"/>
            <p:cNvSpPr/>
            <p:nvPr/>
          </p:nvSpPr>
          <p:spPr>
            <a:xfrm>
              <a:off x="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72946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544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40087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>
              <a:off x="3338287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240087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1" name="Freeform 21"/>
            <p:cNvSpPr/>
            <p:nvPr/>
          </p:nvSpPr>
          <p:spPr>
            <a:xfrm>
              <a:off x="248689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2" name="Freeform 22"/>
            <p:cNvSpPr/>
            <p:nvPr/>
          </p:nvSpPr>
          <p:spPr>
            <a:xfrm>
              <a:off x="556732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629678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4" name="Freeform 24"/>
            <p:cNvSpPr/>
            <p:nvPr/>
          </p:nvSpPr>
          <p:spPr>
            <a:xfrm>
              <a:off x="567276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5" name="Freeform 25"/>
            <p:cNvSpPr/>
            <p:nvPr/>
          </p:nvSpPr>
          <p:spPr>
            <a:xfrm>
              <a:off x="796819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6" name="Freeform 26"/>
            <p:cNvSpPr/>
            <p:nvPr/>
          </p:nvSpPr>
          <p:spPr>
            <a:xfrm>
              <a:off x="890560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7" name="Freeform 27"/>
            <p:cNvSpPr/>
            <p:nvPr/>
          </p:nvSpPr>
          <p:spPr>
            <a:xfrm>
              <a:off x="796819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8" name="Freeform 28"/>
            <p:cNvSpPr/>
            <p:nvPr/>
          </p:nvSpPr>
          <p:spPr>
            <a:xfrm>
              <a:off x="805421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9" name="Freeform 29"/>
            <p:cNvSpPr/>
            <p:nvPr/>
          </p:nvSpPr>
          <p:spPr>
            <a:xfrm>
              <a:off x="556732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Freeform 30"/>
            <p:cNvSpPr/>
            <p:nvPr/>
          </p:nvSpPr>
          <p:spPr>
            <a:xfrm>
              <a:off x="629678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1" name="Freeform 31"/>
            <p:cNvSpPr/>
            <p:nvPr/>
          </p:nvSpPr>
          <p:spPr>
            <a:xfrm>
              <a:off x="567276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2" name="Freeform 32"/>
            <p:cNvSpPr/>
            <p:nvPr/>
          </p:nvSpPr>
          <p:spPr>
            <a:xfrm>
              <a:off x="796819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3" name="Freeform 33"/>
            <p:cNvSpPr/>
            <p:nvPr/>
          </p:nvSpPr>
          <p:spPr>
            <a:xfrm>
              <a:off x="890560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4" name="Freeform 34"/>
            <p:cNvSpPr/>
            <p:nvPr/>
          </p:nvSpPr>
          <p:spPr>
            <a:xfrm>
              <a:off x="796819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5" name="Freeform 35"/>
            <p:cNvSpPr/>
            <p:nvPr/>
          </p:nvSpPr>
          <p:spPr>
            <a:xfrm>
              <a:off x="805421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6" name="Freeform 36"/>
            <p:cNvSpPr/>
            <p:nvPr/>
          </p:nvSpPr>
          <p:spPr>
            <a:xfrm>
              <a:off x="1113464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/>
            <p:cNvSpPr/>
            <p:nvPr/>
          </p:nvSpPr>
          <p:spPr>
            <a:xfrm>
              <a:off x="1186410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8" name="Freeform 38"/>
            <p:cNvSpPr/>
            <p:nvPr/>
          </p:nvSpPr>
          <p:spPr>
            <a:xfrm>
              <a:off x="1124008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9" name="Freeform 39"/>
            <p:cNvSpPr/>
            <p:nvPr/>
          </p:nvSpPr>
          <p:spPr>
            <a:xfrm>
              <a:off x="1353551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0" name="Freeform 40"/>
            <p:cNvSpPr/>
            <p:nvPr/>
          </p:nvSpPr>
          <p:spPr>
            <a:xfrm>
              <a:off x="1447292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1" name="Freeform 41"/>
            <p:cNvSpPr/>
            <p:nvPr/>
          </p:nvSpPr>
          <p:spPr>
            <a:xfrm>
              <a:off x="1353551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2" name="Freeform 42"/>
            <p:cNvSpPr/>
            <p:nvPr/>
          </p:nvSpPr>
          <p:spPr>
            <a:xfrm>
              <a:off x="1362153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3" name="Freeform 43"/>
            <p:cNvSpPr/>
            <p:nvPr/>
          </p:nvSpPr>
          <p:spPr>
            <a:xfrm>
              <a:off x="1113464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/>
            <p:cNvSpPr/>
            <p:nvPr/>
          </p:nvSpPr>
          <p:spPr>
            <a:xfrm>
              <a:off x="1186410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5" name="Freeform 45"/>
            <p:cNvSpPr/>
            <p:nvPr/>
          </p:nvSpPr>
          <p:spPr>
            <a:xfrm>
              <a:off x="1124008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6" name="Freeform 46"/>
            <p:cNvSpPr/>
            <p:nvPr/>
          </p:nvSpPr>
          <p:spPr>
            <a:xfrm>
              <a:off x="1353551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7" name="Freeform 47"/>
            <p:cNvSpPr/>
            <p:nvPr/>
          </p:nvSpPr>
          <p:spPr>
            <a:xfrm>
              <a:off x="1447292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8" name="Freeform 48"/>
            <p:cNvSpPr/>
            <p:nvPr/>
          </p:nvSpPr>
          <p:spPr>
            <a:xfrm>
              <a:off x="1353551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9" name="Freeform 49"/>
            <p:cNvSpPr/>
            <p:nvPr/>
          </p:nvSpPr>
          <p:spPr>
            <a:xfrm>
              <a:off x="1362153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0" name="Freeform 50"/>
            <p:cNvSpPr/>
            <p:nvPr/>
          </p:nvSpPr>
          <p:spPr>
            <a:xfrm>
              <a:off x="167019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Freeform 51"/>
            <p:cNvSpPr/>
            <p:nvPr/>
          </p:nvSpPr>
          <p:spPr>
            <a:xfrm>
              <a:off x="174314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2" name="Freeform 52"/>
            <p:cNvSpPr/>
            <p:nvPr/>
          </p:nvSpPr>
          <p:spPr>
            <a:xfrm>
              <a:off x="168074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3" name="Freeform 53"/>
            <p:cNvSpPr/>
            <p:nvPr/>
          </p:nvSpPr>
          <p:spPr>
            <a:xfrm>
              <a:off x="191028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4" name="Freeform 54"/>
            <p:cNvSpPr/>
            <p:nvPr/>
          </p:nvSpPr>
          <p:spPr>
            <a:xfrm>
              <a:off x="200402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5" name="Freeform 55"/>
            <p:cNvSpPr/>
            <p:nvPr/>
          </p:nvSpPr>
          <p:spPr>
            <a:xfrm>
              <a:off x="191028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6" name="Freeform 56"/>
            <p:cNvSpPr/>
            <p:nvPr/>
          </p:nvSpPr>
          <p:spPr>
            <a:xfrm>
              <a:off x="191888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7" name="Freeform 57"/>
            <p:cNvSpPr/>
            <p:nvPr/>
          </p:nvSpPr>
          <p:spPr>
            <a:xfrm>
              <a:off x="167019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8" name="Freeform 58"/>
            <p:cNvSpPr/>
            <p:nvPr/>
          </p:nvSpPr>
          <p:spPr>
            <a:xfrm>
              <a:off x="174314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9" name="Freeform 59"/>
            <p:cNvSpPr/>
            <p:nvPr/>
          </p:nvSpPr>
          <p:spPr>
            <a:xfrm>
              <a:off x="168074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0" name="Freeform 60"/>
            <p:cNvSpPr/>
            <p:nvPr/>
          </p:nvSpPr>
          <p:spPr>
            <a:xfrm>
              <a:off x="191028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1" name="Freeform 61"/>
            <p:cNvSpPr/>
            <p:nvPr/>
          </p:nvSpPr>
          <p:spPr>
            <a:xfrm>
              <a:off x="200402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2" name="Freeform 62"/>
            <p:cNvSpPr/>
            <p:nvPr/>
          </p:nvSpPr>
          <p:spPr>
            <a:xfrm>
              <a:off x="191028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3" name="Freeform 63"/>
            <p:cNvSpPr/>
            <p:nvPr/>
          </p:nvSpPr>
          <p:spPr>
            <a:xfrm>
              <a:off x="191888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4" name="Freeform 64"/>
            <p:cNvSpPr/>
            <p:nvPr/>
          </p:nvSpPr>
          <p:spPr>
            <a:xfrm>
              <a:off x="222645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5" name="Freeform 65"/>
            <p:cNvSpPr/>
            <p:nvPr/>
          </p:nvSpPr>
          <p:spPr>
            <a:xfrm>
              <a:off x="229940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6" name="Freeform 66"/>
            <p:cNvSpPr/>
            <p:nvPr/>
          </p:nvSpPr>
          <p:spPr>
            <a:xfrm>
              <a:off x="223700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7" name="Freeform 67"/>
            <p:cNvSpPr/>
            <p:nvPr/>
          </p:nvSpPr>
          <p:spPr>
            <a:xfrm>
              <a:off x="246654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8" name="Freeform 68"/>
            <p:cNvSpPr/>
            <p:nvPr/>
          </p:nvSpPr>
          <p:spPr>
            <a:xfrm>
              <a:off x="256028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9" name="Freeform 69"/>
            <p:cNvSpPr/>
            <p:nvPr/>
          </p:nvSpPr>
          <p:spPr>
            <a:xfrm>
              <a:off x="246654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0" name="Freeform 70"/>
            <p:cNvSpPr/>
            <p:nvPr/>
          </p:nvSpPr>
          <p:spPr>
            <a:xfrm>
              <a:off x="247514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1" name="Freeform 71"/>
            <p:cNvSpPr/>
            <p:nvPr/>
          </p:nvSpPr>
          <p:spPr>
            <a:xfrm>
              <a:off x="222645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/>
            <p:cNvSpPr/>
            <p:nvPr/>
          </p:nvSpPr>
          <p:spPr>
            <a:xfrm>
              <a:off x="229940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3" name="Freeform 73"/>
            <p:cNvSpPr/>
            <p:nvPr/>
          </p:nvSpPr>
          <p:spPr>
            <a:xfrm>
              <a:off x="223700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4" name="Freeform 74"/>
            <p:cNvSpPr/>
            <p:nvPr/>
          </p:nvSpPr>
          <p:spPr>
            <a:xfrm>
              <a:off x="246654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5" name="Freeform 75"/>
            <p:cNvSpPr/>
            <p:nvPr/>
          </p:nvSpPr>
          <p:spPr>
            <a:xfrm>
              <a:off x="256028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6" name="Freeform 76"/>
            <p:cNvSpPr/>
            <p:nvPr/>
          </p:nvSpPr>
          <p:spPr>
            <a:xfrm>
              <a:off x="246654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7" name="Freeform 77"/>
            <p:cNvSpPr/>
            <p:nvPr/>
          </p:nvSpPr>
          <p:spPr>
            <a:xfrm>
              <a:off x="247514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78" name="Group 78"/>
          <p:cNvGrpSpPr/>
          <p:nvPr/>
        </p:nvGrpSpPr>
        <p:grpSpPr>
          <a:xfrm>
            <a:off x="877504" y="665761"/>
            <a:ext cx="16532993" cy="2126284"/>
            <a:chOff x="0" y="0"/>
            <a:chExt cx="4354368" cy="560009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4354368" cy="560009"/>
            </a:xfrm>
            <a:custGeom>
              <a:avLst/>
              <a:gdLst/>
              <a:ahLst/>
              <a:cxnLst/>
              <a:rect l="l" t="t" r="r" b="b"/>
              <a:pathLst>
                <a:path w="4354368" h="560009">
                  <a:moveTo>
                    <a:pt x="23882" y="0"/>
                  </a:moveTo>
                  <a:lnTo>
                    <a:pt x="4330486" y="0"/>
                  </a:lnTo>
                  <a:cubicBezTo>
                    <a:pt x="4336820" y="0"/>
                    <a:pt x="4342895" y="2516"/>
                    <a:pt x="4347373" y="6995"/>
                  </a:cubicBezTo>
                  <a:cubicBezTo>
                    <a:pt x="4351852" y="11474"/>
                    <a:pt x="4354368" y="17548"/>
                    <a:pt x="4354368" y="23882"/>
                  </a:cubicBezTo>
                  <a:lnTo>
                    <a:pt x="4354368" y="536127"/>
                  </a:lnTo>
                  <a:cubicBezTo>
                    <a:pt x="4354368" y="549317"/>
                    <a:pt x="4343676" y="560009"/>
                    <a:pt x="4330486" y="560009"/>
                  </a:cubicBezTo>
                  <a:lnTo>
                    <a:pt x="23882" y="560009"/>
                  </a:lnTo>
                  <a:cubicBezTo>
                    <a:pt x="17548" y="560009"/>
                    <a:pt x="11474" y="557493"/>
                    <a:pt x="6995" y="553014"/>
                  </a:cubicBezTo>
                  <a:cubicBezTo>
                    <a:pt x="2516" y="548536"/>
                    <a:pt x="0" y="542461"/>
                    <a:pt x="0" y="536127"/>
                  </a:cubicBezTo>
                  <a:lnTo>
                    <a:pt x="0" y="23882"/>
                  </a:lnTo>
                  <a:cubicBezTo>
                    <a:pt x="0" y="17548"/>
                    <a:pt x="2516" y="11474"/>
                    <a:pt x="6995" y="6995"/>
                  </a:cubicBezTo>
                  <a:cubicBezTo>
                    <a:pt x="11474" y="2516"/>
                    <a:pt x="17548" y="0"/>
                    <a:pt x="23882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80" name="TextBox 80"/>
            <p:cNvSpPr txBox="1"/>
            <p:nvPr/>
          </p:nvSpPr>
          <p:spPr>
            <a:xfrm>
              <a:off x="0" y="-104775"/>
              <a:ext cx="4354368" cy="66478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1776009" y="304912"/>
            <a:ext cx="14735982" cy="1447576"/>
            <a:chOff x="0" y="0"/>
            <a:chExt cx="19647976" cy="1930102"/>
          </a:xfrm>
        </p:grpSpPr>
        <p:sp>
          <p:nvSpPr>
            <p:cNvPr id="82" name="Freeform 82"/>
            <p:cNvSpPr/>
            <p:nvPr/>
          </p:nvSpPr>
          <p:spPr>
            <a:xfrm rot="5281261">
              <a:off x="18153478" y="450837"/>
              <a:ext cx="1895718" cy="1028427"/>
            </a:xfrm>
            <a:custGeom>
              <a:avLst/>
              <a:gdLst/>
              <a:ahLst/>
              <a:cxnLst/>
              <a:rect l="l" t="t" r="r" b="b"/>
              <a:pathLst>
                <a:path w="1895718" h="1028427">
                  <a:moveTo>
                    <a:pt x="0" y="0"/>
                  </a:moveTo>
                  <a:lnTo>
                    <a:pt x="1895718" y="0"/>
                  </a:lnTo>
                  <a:lnTo>
                    <a:pt x="1895718" y="1028428"/>
                  </a:lnTo>
                  <a:lnTo>
                    <a:pt x="0" y="1028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/>
              </a:stretch>
            </a:blipFill>
          </p:spPr>
        </p:sp>
        <p:sp>
          <p:nvSpPr>
            <p:cNvPr id="83" name="Freeform 83"/>
            <p:cNvSpPr/>
            <p:nvPr/>
          </p:nvSpPr>
          <p:spPr>
            <a:xfrm rot="5281261">
              <a:off x="-401220" y="450837"/>
              <a:ext cx="1895718" cy="1028427"/>
            </a:xfrm>
            <a:custGeom>
              <a:avLst/>
              <a:gdLst/>
              <a:ahLst/>
              <a:cxnLst/>
              <a:rect l="l" t="t" r="r" b="b"/>
              <a:pathLst>
                <a:path w="1895718" h="1028427">
                  <a:moveTo>
                    <a:pt x="0" y="0"/>
                  </a:moveTo>
                  <a:lnTo>
                    <a:pt x="1895718" y="0"/>
                  </a:lnTo>
                  <a:lnTo>
                    <a:pt x="1895718" y="1028428"/>
                  </a:lnTo>
                  <a:lnTo>
                    <a:pt x="0" y="1028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/>
              </a:stretch>
            </a:blipFill>
          </p:spPr>
        </p:sp>
      </p:grpSp>
      <p:grpSp>
        <p:nvGrpSpPr>
          <p:cNvPr id="84" name="Group 84"/>
          <p:cNvGrpSpPr/>
          <p:nvPr/>
        </p:nvGrpSpPr>
        <p:grpSpPr>
          <a:xfrm>
            <a:off x="877504" y="3201495"/>
            <a:ext cx="5093373" cy="6419744"/>
            <a:chOff x="0" y="0"/>
            <a:chExt cx="1341464" cy="1690797"/>
          </a:xfrm>
        </p:grpSpPr>
        <p:sp>
          <p:nvSpPr>
            <p:cNvPr id="85" name="Freeform 85"/>
            <p:cNvSpPr/>
            <p:nvPr/>
          </p:nvSpPr>
          <p:spPr>
            <a:xfrm>
              <a:off x="0" y="0"/>
              <a:ext cx="1341464" cy="1690797"/>
            </a:xfrm>
            <a:custGeom>
              <a:avLst/>
              <a:gdLst/>
              <a:ahLst/>
              <a:cxnLst/>
              <a:rect l="l" t="t" r="r" b="b"/>
              <a:pathLst>
                <a:path w="1341464" h="1690797">
                  <a:moveTo>
                    <a:pt x="77520" y="0"/>
                  </a:moveTo>
                  <a:lnTo>
                    <a:pt x="1263944" y="0"/>
                  </a:lnTo>
                  <a:cubicBezTo>
                    <a:pt x="1306757" y="0"/>
                    <a:pt x="1341464" y="34707"/>
                    <a:pt x="1341464" y="77520"/>
                  </a:cubicBezTo>
                  <a:lnTo>
                    <a:pt x="1341464" y="1613277"/>
                  </a:lnTo>
                  <a:cubicBezTo>
                    <a:pt x="1341464" y="1633837"/>
                    <a:pt x="1333297" y="1653554"/>
                    <a:pt x="1318759" y="1668092"/>
                  </a:cubicBezTo>
                  <a:cubicBezTo>
                    <a:pt x="1304221" y="1682629"/>
                    <a:pt x="1284504" y="1690797"/>
                    <a:pt x="1263944" y="1690797"/>
                  </a:cubicBezTo>
                  <a:lnTo>
                    <a:pt x="77520" y="1690797"/>
                  </a:lnTo>
                  <a:cubicBezTo>
                    <a:pt x="34707" y="1690797"/>
                    <a:pt x="0" y="1656090"/>
                    <a:pt x="0" y="1613277"/>
                  </a:cubicBezTo>
                  <a:lnTo>
                    <a:pt x="0" y="77520"/>
                  </a:lnTo>
                  <a:cubicBezTo>
                    <a:pt x="0" y="34707"/>
                    <a:pt x="34707" y="0"/>
                    <a:pt x="77520" y="0"/>
                  </a:cubicBezTo>
                  <a:close/>
                </a:path>
              </a:pathLst>
            </a:custGeom>
            <a:solidFill>
              <a:srgbClr val="FAF2E9"/>
            </a:solidFill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0" y="-104775"/>
              <a:ext cx="1341464" cy="17955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grpSp>
        <p:nvGrpSpPr>
          <p:cNvPr id="87" name="Group 87"/>
          <p:cNvGrpSpPr/>
          <p:nvPr/>
        </p:nvGrpSpPr>
        <p:grpSpPr>
          <a:xfrm>
            <a:off x="6597314" y="3201495"/>
            <a:ext cx="5093373" cy="6419744"/>
            <a:chOff x="0" y="0"/>
            <a:chExt cx="1341464" cy="1690797"/>
          </a:xfrm>
        </p:grpSpPr>
        <p:sp>
          <p:nvSpPr>
            <p:cNvPr id="88" name="Freeform 88"/>
            <p:cNvSpPr/>
            <p:nvPr/>
          </p:nvSpPr>
          <p:spPr>
            <a:xfrm>
              <a:off x="0" y="0"/>
              <a:ext cx="1341464" cy="1690797"/>
            </a:xfrm>
            <a:custGeom>
              <a:avLst/>
              <a:gdLst/>
              <a:ahLst/>
              <a:cxnLst/>
              <a:rect l="l" t="t" r="r" b="b"/>
              <a:pathLst>
                <a:path w="1341464" h="1690797">
                  <a:moveTo>
                    <a:pt x="77520" y="0"/>
                  </a:moveTo>
                  <a:lnTo>
                    <a:pt x="1263944" y="0"/>
                  </a:lnTo>
                  <a:cubicBezTo>
                    <a:pt x="1306757" y="0"/>
                    <a:pt x="1341464" y="34707"/>
                    <a:pt x="1341464" y="77520"/>
                  </a:cubicBezTo>
                  <a:lnTo>
                    <a:pt x="1341464" y="1613277"/>
                  </a:lnTo>
                  <a:cubicBezTo>
                    <a:pt x="1341464" y="1633837"/>
                    <a:pt x="1333297" y="1653554"/>
                    <a:pt x="1318759" y="1668092"/>
                  </a:cubicBezTo>
                  <a:cubicBezTo>
                    <a:pt x="1304221" y="1682629"/>
                    <a:pt x="1284504" y="1690797"/>
                    <a:pt x="1263944" y="1690797"/>
                  </a:cubicBezTo>
                  <a:lnTo>
                    <a:pt x="77520" y="1690797"/>
                  </a:lnTo>
                  <a:cubicBezTo>
                    <a:pt x="34707" y="1690797"/>
                    <a:pt x="0" y="1656090"/>
                    <a:pt x="0" y="1613277"/>
                  </a:cubicBezTo>
                  <a:lnTo>
                    <a:pt x="0" y="77520"/>
                  </a:lnTo>
                  <a:cubicBezTo>
                    <a:pt x="0" y="34707"/>
                    <a:pt x="34707" y="0"/>
                    <a:pt x="77520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89" name="TextBox 89"/>
            <p:cNvSpPr txBox="1"/>
            <p:nvPr/>
          </p:nvSpPr>
          <p:spPr>
            <a:xfrm>
              <a:off x="0" y="-104775"/>
              <a:ext cx="1341464" cy="17955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grpSp>
        <p:nvGrpSpPr>
          <p:cNvPr id="90" name="Group 90"/>
          <p:cNvGrpSpPr/>
          <p:nvPr/>
        </p:nvGrpSpPr>
        <p:grpSpPr>
          <a:xfrm>
            <a:off x="12317123" y="3167332"/>
            <a:ext cx="5093373" cy="6419744"/>
            <a:chOff x="0" y="0"/>
            <a:chExt cx="1341464" cy="1690797"/>
          </a:xfrm>
        </p:grpSpPr>
        <p:sp>
          <p:nvSpPr>
            <p:cNvPr id="91" name="Freeform 91"/>
            <p:cNvSpPr/>
            <p:nvPr/>
          </p:nvSpPr>
          <p:spPr>
            <a:xfrm>
              <a:off x="0" y="0"/>
              <a:ext cx="1341464" cy="1690797"/>
            </a:xfrm>
            <a:custGeom>
              <a:avLst/>
              <a:gdLst/>
              <a:ahLst/>
              <a:cxnLst/>
              <a:rect l="l" t="t" r="r" b="b"/>
              <a:pathLst>
                <a:path w="1341464" h="1690797">
                  <a:moveTo>
                    <a:pt x="77520" y="0"/>
                  </a:moveTo>
                  <a:lnTo>
                    <a:pt x="1263944" y="0"/>
                  </a:lnTo>
                  <a:cubicBezTo>
                    <a:pt x="1306757" y="0"/>
                    <a:pt x="1341464" y="34707"/>
                    <a:pt x="1341464" y="77520"/>
                  </a:cubicBezTo>
                  <a:lnTo>
                    <a:pt x="1341464" y="1613277"/>
                  </a:lnTo>
                  <a:cubicBezTo>
                    <a:pt x="1341464" y="1633837"/>
                    <a:pt x="1333297" y="1653554"/>
                    <a:pt x="1318759" y="1668092"/>
                  </a:cubicBezTo>
                  <a:cubicBezTo>
                    <a:pt x="1304221" y="1682629"/>
                    <a:pt x="1284504" y="1690797"/>
                    <a:pt x="1263944" y="1690797"/>
                  </a:cubicBezTo>
                  <a:lnTo>
                    <a:pt x="77520" y="1690797"/>
                  </a:lnTo>
                  <a:cubicBezTo>
                    <a:pt x="34707" y="1690797"/>
                    <a:pt x="0" y="1656090"/>
                    <a:pt x="0" y="1613277"/>
                  </a:cubicBezTo>
                  <a:lnTo>
                    <a:pt x="0" y="77520"/>
                  </a:lnTo>
                  <a:cubicBezTo>
                    <a:pt x="0" y="34707"/>
                    <a:pt x="34707" y="0"/>
                    <a:pt x="77520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92" name="TextBox 92"/>
            <p:cNvSpPr txBox="1"/>
            <p:nvPr/>
          </p:nvSpPr>
          <p:spPr>
            <a:xfrm>
              <a:off x="0" y="-104775"/>
              <a:ext cx="1341464" cy="17955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sp>
        <p:nvSpPr>
          <p:cNvPr id="93" name="Freeform 93"/>
          <p:cNvSpPr/>
          <p:nvPr/>
        </p:nvSpPr>
        <p:spPr>
          <a:xfrm>
            <a:off x="2340865" y="8376560"/>
            <a:ext cx="1914226" cy="1763480"/>
          </a:xfrm>
          <a:custGeom>
            <a:avLst/>
            <a:gdLst/>
            <a:ahLst/>
            <a:cxnLst/>
            <a:rect l="l" t="t" r="r" b="b"/>
            <a:pathLst>
              <a:path w="1914226" h="1763480">
                <a:moveTo>
                  <a:pt x="0" y="0"/>
                </a:moveTo>
                <a:lnTo>
                  <a:pt x="1914225" y="0"/>
                </a:lnTo>
                <a:lnTo>
                  <a:pt x="1914225" y="1763480"/>
                </a:lnTo>
                <a:lnTo>
                  <a:pt x="0" y="176348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</p:sp>
      <p:sp>
        <p:nvSpPr>
          <p:cNvPr id="94" name="Freeform 94"/>
          <p:cNvSpPr/>
          <p:nvPr/>
        </p:nvSpPr>
        <p:spPr>
          <a:xfrm>
            <a:off x="8122634" y="3143015"/>
            <a:ext cx="2042731" cy="1925274"/>
          </a:xfrm>
          <a:custGeom>
            <a:avLst/>
            <a:gdLst/>
            <a:ahLst/>
            <a:cxnLst/>
            <a:rect l="l" t="t" r="r" b="b"/>
            <a:pathLst>
              <a:path w="2042731" h="1925274">
                <a:moveTo>
                  <a:pt x="0" y="0"/>
                </a:moveTo>
                <a:lnTo>
                  <a:pt x="2042732" y="0"/>
                </a:lnTo>
                <a:lnTo>
                  <a:pt x="2042732" y="1925274"/>
                </a:lnTo>
                <a:lnTo>
                  <a:pt x="0" y="1925274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/>
            </a:stretch>
          </a:blipFill>
        </p:spPr>
      </p:sp>
      <p:sp>
        <p:nvSpPr>
          <p:cNvPr id="95" name="Freeform 95"/>
          <p:cNvSpPr/>
          <p:nvPr/>
        </p:nvSpPr>
        <p:spPr>
          <a:xfrm>
            <a:off x="13541083" y="8204054"/>
            <a:ext cx="3410294" cy="2127171"/>
          </a:xfrm>
          <a:custGeom>
            <a:avLst/>
            <a:gdLst/>
            <a:ahLst/>
            <a:cxnLst/>
            <a:rect l="l" t="t" r="r" b="b"/>
            <a:pathLst>
              <a:path w="3410294" h="2127171">
                <a:moveTo>
                  <a:pt x="0" y="0"/>
                </a:moveTo>
                <a:lnTo>
                  <a:pt x="3410294" y="0"/>
                </a:lnTo>
                <a:lnTo>
                  <a:pt x="3410294" y="2127171"/>
                </a:lnTo>
                <a:lnTo>
                  <a:pt x="0" y="212717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</p:sp>
      <p:sp>
        <p:nvSpPr>
          <p:cNvPr id="96" name="TextBox 96"/>
          <p:cNvSpPr txBox="1"/>
          <p:nvPr/>
        </p:nvSpPr>
        <p:spPr>
          <a:xfrm>
            <a:off x="3297977" y="999282"/>
            <a:ext cx="11692045" cy="1161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365"/>
              </a:lnSpc>
              <a:spcBef>
                <a:spcPct val="0"/>
              </a:spcBef>
            </a:pPr>
            <a:r>
              <a:rPr lang="uz-Latn-UZ" sz="6689" u="none" strike="noStrike" spc="668" dirty="0">
                <a:solidFill>
                  <a:srgbClr val="3F3F3F"/>
                </a:solidFill>
                <a:latin typeface="Aloja"/>
                <a:ea typeface="Aloja"/>
                <a:cs typeface="Aloja"/>
                <a:sym typeface="Aloja"/>
              </a:rPr>
              <a:t>{{reja_5}}</a:t>
            </a:r>
            <a:endParaRPr lang="en-US" sz="6689" u="none" strike="noStrike" spc="668" dirty="0">
              <a:solidFill>
                <a:srgbClr val="3F3F3F"/>
              </a:solidFill>
              <a:latin typeface="Aloja"/>
              <a:ea typeface="Aloja"/>
              <a:cs typeface="Aloja"/>
              <a:sym typeface="Aloja"/>
            </a:endParaRPr>
          </a:p>
        </p:txBody>
      </p:sp>
      <p:sp>
        <p:nvSpPr>
          <p:cNvPr id="100" name="TextBox 100"/>
          <p:cNvSpPr txBox="1"/>
          <p:nvPr/>
        </p:nvSpPr>
        <p:spPr>
          <a:xfrm>
            <a:off x="1587332" y="3580722"/>
            <a:ext cx="3397738" cy="3718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00"/>
              </a:lnSpc>
              <a:spcBef>
                <a:spcPct val="0"/>
              </a:spcBef>
            </a:pPr>
            <a:r>
              <a:rPr lang="uz-Latn-UZ" sz="2000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{{reja_5_matni}}</a:t>
            </a:r>
            <a:endParaRPr lang="en-US" sz="2000" spc="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01" name="TextBox 101"/>
          <p:cNvSpPr txBox="1"/>
          <p:nvPr/>
        </p:nvSpPr>
        <p:spPr>
          <a:xfrm>
            <a:off x="12854638" y="3778425"/>
            <a:ext cx="4118117" cy="3718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00"/>
              </a:lnSpc>
              <a:spcBef>
                <a:spcPct val="0"/>
              </a:spcBef>
            </a:pPr>
            <a:r>
              <a:rPr lang="uz-Latn-UZ" sz="2000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{{reja_5_matni}}</a:t>
            </a:r>
            <a:endParaRPr lang="en-US" sz="2000" spc="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02" name="TextBox 102"/>
          <p:cNvSpPr txBox="1"/>
          <p:nvPr/>
        </p:nvSpPr>
        <p:spPr>
          <a:xfrm>
            <a:off x="6998496" y="5218713"/>
            <a:ext cx="4118117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200"/>
              </a:lnSpc>
              <a:spcBef>
                <a:spcPct val="0"/>
              </a:spcBef>
            </a:pPr>
            <a:r>
              <a:rPr lang="uz-Latn-UZ" sz="2000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{{reja_5_matni}}</a:t>
            </a:r>
            <a:endParaRPr lang="en-US" sz="2000" spc="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3208" y="-420686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382242" y="5506439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482494" y="-254179"/>
            <a:ext cx="20873911" cy="10961865"/>
            <a:chOff x="0" y="0"/>
            <a:chExt cx="27831881" cy="146158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72946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Freeform 10"/>
            <p:cNvSpPr/>
            <p:nvPr/>
          </p:nvSpPr>
          <p:spPr>
            <a:xfrm>
              <a:off x="10544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1" name="Freeform 11"/>
            <p:cNvSpPr/>
            <p:nvPr/>
          </p:nvSpPr>
          <p:spPr>
            <a:xfrm>
              <a:off x="240087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2" name="Freeform 12"/>
            <p:cNvSpPr/>
            <p:nvPr/>
          </p:nvSpPr>
          <p:spPr>
            <a:xfrm>
              <a:off x="3338287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0087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/>
            <p:cNvSpPr/>
            <p:nvPr/>
          </p:nvSpPr>
          <p:spPr>
            <a:xfrm>
              <a:off x="248689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5" name="Freeform 15"/>
            <p:cNvSpPr/>
            <p:nvPr/>
          </p:nvSpPr>
          <p:spPr>
            <a:xfrm>
              <a:off x="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72946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544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40087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>
              <a:off x="3338287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240087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1" name="Freeform 21"/>
            <p:cNvSpPr/>
            <p:nvPr/>
          </p:nvSpPr>
          <p:spPr>
            <a:xfrm>
              <a:off x="248689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2" name="Freeform 22"/>
            <p:cNvSpPr/>
            <p:nvPr/>
          </p:nvSpPr>
          <p:spPr>
            <a:xfrm>
              <a:off x="556732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629678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4" name="Freeform 24"/>
            <p:cNvSpPr/>
            <p:nvPr/>
          </p:nvSpPr>
          <p:spPr>
            <a:xfrm>
              <a:off x="567276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5" name="Freeform 25"/>
            <p:cNvSpPr/>
            <p:nvPr/>
          </p:nvSpPr>
          <p:spPr>
            <a:xfrm>
              <a:off x="796819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6" name="Freeform 26"/>
            <p:cNvSpPr/>
            <p:nvPr/>
          </p:nvSpPr>
          <p:spPr>
            <a:xfrm>
              <a:off x="890560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7" name="Freeform 27"/>
            <p:cNvSpPr/>
            <p:nvPr/>
          </p:nvSpPr>
          <p:spPr>
            <a:xfrm>
              <a:off x="796819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8" name="Freeform 28"/>
            <p:cNvSpPr/>
            <p:nvPr/>
          </p:nvSpPr>
          <p:spPr>
            <a:xfrm>
              <a:off x="805421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9" name="Freeform 29"/>
            <p:cNvSpPr/>
            <p:nvPr/>
          </p:nvSpPr>
          <p:spPr>
            <a:xfrm>
              <a:off x="556732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Freeform 30"/>
            <p:cNvSpPr/>
            <p:nvPr/>
          </p:nvSpPr>
          <p:spPr>
            <a:xfrm>
              <a:off x="629678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1" name="Freeform 31"/>
            <p:cNvSpPr/>
            <p:nvPr/>
          </p:nvSpPr>
          <p:spPr>
            <a:xfrm>
              <a:off x="567276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2" name="Freeform 32"/>
            <p:cNvSpPr/>
            <p:nvPr/>
          </p:nvSpPr>
          <p:spPr>
            <a:xfrm>
              <a:off x="796819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3" name="Freeform 33"/>
            <p:cNvSpPr/>
            <p:nvPr/>
          </p:nvSpPr>
          <p:spPr>
            <a:xfrm>
              <a:off x="890560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4" name="Freeform 34"/>
            <p:cNvSpPr/>
            <p:nvPr/>
          </p:nvSpPr>
          <p:spPr>
            <a:xfrm>
              <a:off x="796819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5" name="Freeform 35"/>
            <p:cNvSpPr/>
            <p:nvPr/>
          </p:nvSpPr>
          <p:spPr>
            <a:xfrm>
              <a:off x="805421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6" name="Freeform 36"/>
            <p:cNvSpPr/>
            <p:nvPr/>
          </p:nvSpPr>
          <p:spPr>
            <a:xfrm>
              <a:off x="1113464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/>
            <p:cNvSpPr/>
            <p:nvPr/>
          </p:nvSpPr>
          <p:spPr>
            <a:xfrm>
              <a:off x="1186410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8" name="Freeform 38"/>
            <p:cNvSpPr/>
            <p:nvPr/>
          </p:nvSpPr>
          <p:spPr>
            <a:xfrm>
              <a:off x="1124008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9" name="Freeform 39"/>
            <p:cNvSpPr/>
            <p:nvPr/>
          </p:nvSpPr>
          <p:spPr>
            <a:xfrm>
              <a:off x="1353551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0" name="Freeform 40"/>
            <p:cNvSpPr/>
            <p:nvPr/>
          </p:nvSpPr>
          <p:spPr>
            <a:xfrm>
              <a:off x="1447292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1" name="Freeform 41"/>
            <p:cNvSpPr/>
            <p:nvPr/>
          </p:nvSpPr>
          <p:spPr>
            <a:xfrm>
              <a:off x="1353551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2" name="Freeform 42"/>
            <p:cNvSpPr/>
            <p:nvPr/>
          </p:nvSpPr>
          <p:spPr>
            <a:xfrm>
              <a:off x="1362153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3" name="Freeform 43"/>
            <p:cNvSpPr/>
            <p:nvPr/>
          </p:nvSpPr>
          <p:spPr>
            <a:xfrm>
              <a:off x="1113464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/>
            <p:cNvSpPr/>
            <p:nvPr/>
          </p:nvSpPr>
          <p:spPr>
            <a:xfrm>
              <a:off x="1186410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5" name="Freeform 45"/>
            <p:cNvSpPr/>
            <p:nvPr/>
          </p:nvSpPr>
          <p:spPr>
            <a:xfrm>
              <a:off x="1124008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6" name="Freeform 46"/>
            <p:cNvSpPr/>
            <p:nvPr/>
          </p:nvSpPr>
          <p:spPr>
            <a:xfrm>
              <a:off x="1353551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7" name="Freeform 47"/>
            <p:cNvSpPr/>
            <p:nvPr/>
          </p:nvSpPr>
          <p:spPr>
            <a:xfrm>
              <a:off x="1447292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8" name="Freeform 48"/>
            <p:cNvSpPr/>
            <p:nvPr/>
          </p:nvSpPr>
          <p:spPr>
            <a:xfrm>
              <a:off x="1353551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9" name="Freeform 49"/>
            <p:cNvSpPr/>
            <p:nvPr/>
          </p:nvSpPr>
          <p:spPr>
            <a:xfrm>
              <a:off x="1362153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0" name="Freeform 50"/>
            <p:cNvSpPr/>
            <p:nvPr/>
          </p:nvSpPr>
          <p:spPr>
            <a:xfrm>
              <a:off x="167019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Freeform 51"/>
            <p:cNvSpPr/>
            <p:nvPr/>
          </p:nvSpPr>
          <p:spPr>
            <a:xfrm>
              <a:off x="174314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2" name="Freeform 52"/>
            <p:cNvSpPr/>
            <p:nvPr/>
          </p:nvSpPr>
          <p:spPr>
            <a:xfrm>
              <a:off x="168074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3" name="Freeform 53"/>
            <p:cNvSpPr/>
            <p:nvPr/>
          </p:nvSpPr>
          <p:spPr>
            <a:xfrm>
              <a:off x="191028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4" name="Freeform 54"/>
            <p:cNvSpPr/>
            <p:nvPr/>
          </p:nvSpPr>
          <p:spPr>
            <a:xfrm>
              <a:off x="200402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5" name="Freeform 55"/>
            <p:cNvSpPr/>
            <p:nvPr/>
          </p:nvSpPr>
          <p:spPr>
            <a:xfrm>
              <a:off x="191028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6" name="Freeform 56"/>
            <p:cNvSpPr/>
            <p:nvPr/>
          </p:nvSpPr>
          <p:spPr>
            <a:xfrm>
              <a:off x="191888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7" name="Freeform 57"/>
            <p:cNvSpPr/>
            <p:nvPr/>
          </p:nvSpPr>
          <p:spPr>
            <a:xfrm>
              <a:off x="167019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8" name="Freeform 58"/>
            <p:cNvSpPr/>
            <p:nvPr/>
          </p:nvSpPr>
          <p:spPr>
            <a:xfrm>
              <a:off x="174314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9" name="Freeform 59"/>
            <p:cNvSpPr/>
            <p:nvPr/>
          </p:nvSpPr>
          <p:spPr>
            <a:xfrm>
              <a:off x="168074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0" name="Freeform 60"/>
            <p:cNvSpPr/>
            <p:nvPr/>
          </p:nvSpPr>
          <p:spPr>
            <a:xfrm>
              <a:off x="191028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1" name="Freeform 61"/>
            <p:cNvSpPr/>
            <p:nvPr/>
          </p:nvSpPr>
          <p:spPr>
            <a:xfrm>
              <a:off x="200402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2" name="Freeform 62"/>
            <p:cNvSpPr/>
            <p:nvPr/>
          </p:nvSpPr>
          <p:spPr>
            <a:xfrm>
              <a:off x="191028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3" name="Freeform 63"/>
            <p:cNvSpPr/>
            <p:nvPr/>
          </p:nvSpPr>
          <p:spPr>
            <a:xfrm>
              <a:off x="191888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4" name="Freeform 64"/>
            <p:cNvSpPr/>
            <p:nvPr/>
          </p:nvSpPr>
          <p:spPr>
            <a:xfrm>
              <a:off x="222645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5" name="Freeform 65"/>
            <p:cNvSpPr/>
            <p:nvPr/>
          </p:nvSpPr>
          <p:spPr>
            <a:xfrm>
              <a:off x="229940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6" name="Freeform 66"/>
            <p:cNvSpPr/>
            <p:nvPr/>
          </p:nvSpPr>
          <p:spPr>
            <a:xfrm>
              <a:off x="223700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7" name="Freeform 67"/>
            <p:cNvSpPr/>
            <p:nvPr/>
          </p:nvSpPr>
          <p:spPr>
            <a:xfrm>
              <a:off x="246654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8" name="Freeform 68"/>
            <p:cNvSpPr/>
            <p:nvPr/>
          </p:nvSpPr>
          <p:spPr>
            <a:xfrm>
              <a:off x="256028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9" name="Freeform 69"/>
            <p:cNvSpPr/>
            <p:nvPr/>
          </p:nvSpPr>
          <p:spPr>
            <a:xfrm>
              <a:off x="246654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0" name="Freeform 70"/>
            <p:cNvSpPr/>
            <p:nvPr/>
          </p:nvSpPr>
          <p:spPr>
            <a:xfrm>
              <a:off x="247514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1" name="Freeform 71"/>
            <p:cNvSpPr/>
            <p:nvPr/>
          </p:nvSpPr>
          <p:spPr>
            <a:xfrm>
              <a:off x="222645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/>
            <p:cNvSpPr/>
            <p:nvPr/>
          </p:nvSpPr>
          <p:spPr>
            <a:xfrm>
              <a:off x="229940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3" name="Freeform 73"/>
            <p:cNvSpPr/>
            <p:nvPr/>
          </p:nvSpPr>
          <p:spPr>
            <a:xfrm>
              <a:off x="223700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4" name="Freeform 74"/>
            <p:cNvSpPr/>
            <p:nvPr/>
          </p:nvSpPr>
          <p:spPr>
            <a:xfrm>
              <a:off x="246654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5" name="Freeform 75"/>
            <p:cNvSpPr/>
            <p:nvPr/>
          </p:nvSpPr>
          <p:spPr>
            <a:xfrm>
              <a:off x="256028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6" name="Freeform 76"/>
            <p:cNvSpPr/>
            <p:nvPr/>
          </p:nvSpPr>
          <p:spPr>
            <a:xfrm>
              <a:off x="246654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7" name="Freeform 77"/>
            <p:cNvSpPr/>
            <p:nvPr/>
          </p:nvSpPr>
          <p:spPr>
            <a:xfrm>
              <a:off x="247514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78" name="Group 78"/>
          <p:cNvGrpSpPr/>
          <p:nvPr/>
        </p:nvGrpSpPr>
        <p:grpSpPr>
          <a:xfrm>
            <a:off x="1101511" y="665761"/>
            <a:ext cx="16532993" cy="8955478"/>
            <a:chOff x="0" y="0"/>
            <a:chExt cx="4354368" cy="2358644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4354368" cy="2358644"/>
            </a:xfrm>
            <a:custGeom>
              <a:avLst/>
              <a:gdLst/>
              <a:ahLst/>
              <a:cxnLst/>
              <a:rect l="l" t="t" r="r" b="b"/>
              <a:pathLst>
                <a:path w="4354368" h="2358644">
                  <a:moveTo>
                    <a:pt x="23882" y="0"/>
                  </a:moveTo>
                  <a:lnTo>
                    <a:pt x="4330486" y="0"/>
                  </a:lnTo>
                  <a:cubicBezTo>
                    <a:pt x="4336820" y="0"/>
                    <a:pt x="4342895" y="2516"/>
                    <a:pt x="4347373" y="6995"/>
                  </a:cubicBezTo>
                  <a:cubicBezTo>
                    <a:pt x="4351852" y="11474"/>
                    <a:pt x="4354368" y="17548"/>
                    <a:pt x="4354368" y="23882"/>
                  </a:cubicBezTo>
                  <a:lnTo>
                    <a:pt x="4354368" y="2334763"/>
                  </a:lnTo>
                  <a:cubicBezTo>
                    <a:pt x="4354368" y="2341096"/>
                    <a:pt x="4351852" y="2347171"/>
                    <a:pt x="4347373" y="2351650"/>
                  </a:cubicBezTo>
                  <a:cubicBezTo>
                    <a:pt x="4342895" y="2356128"/>
                    <a:pt x="4336820" y="2358644"/>
                    <a:pt x="4330486" y="2358644"/>
                  </a:cubicBezTo>
                  <a:lnTo>
                    <a:pt x="23882" y="2358644"/>
                  </a:lnTo>
                  <a:cubicBezTo>
                    <a:pt x="17548" y="2358644"/>
                    <a:pt x="11474" y="2356128"/>
                    <a:pt x="6995" y="2351650"/>
                  </a:cubicBezTo>
                  <a:cubicBezTo>
                    <a:pt x="2516" y="2347171"/>
                    <a:pt x="0" y="2341096"/>
                    <a:pt x="0" y="2334763"/>
                  </a:cubicBezTo>
                  <a:lnTo>
                    <a:pt x="0" y="23882"/>
                  </a:lnTo>
                  <a:cubicBezTo>
                    <a:pt x="0" y="17548"/>
                    <a:pt x="2516" y="11474"/>
                    <a:pt x="6995" y="6995"/>
                  </a:cubicBezTo>
                  <a:cubicBezTo>
                    <a:pt x="11474" y="2516"/>
                    <a:pt x="17548" y="0"/>
                    <a:pt x="23882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80" name="TextBox 80"/>
            <p:cNvSpPr txBox="1"/>
            <p:nvPr/>
          </p:nvSpPr>
          <p:spPr>
            <a:xfrm>
              <a:off x="0" y="-104775"/>
              <a:ext cx="4354368" cy="2463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sp>
        <p:nvSpPr>
          <p:cNvPr id="81" name="Freeform 81"/>
          <p:cNvSpPr/>
          <p:nvPr/>
        </p:nvSpPr>
        <p:spPr>
          <a:xfrm rot="5281261">
            <a:off x="8609983" y="643040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9" y="0"/>
                </a:lnTo>
                <a:lnTo>
                  <a:pt x="1421789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sp>
        <p:nvSpPr>
          <p:cNvPr id="82" name="Freeform 82"/>
          <p:cNvSpPr/>
          <p:nvPr/>
        </p:nvSpPr>
        <p:spPr>
          <a:xfrm rot="5281261">
            <a:off x="15086271" y="643040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8" y="0"/>
                </a:lnTo>
                <a:lnTo>
                  <a:pt x="1421788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sp>
        <p:nvSpPr>
          <p:cNvPr id="84" name="PHOTO_6"/>
          <p:cNvSpPr/>
          <p:nvPr/>
        </p:nvSpPr>
        <p:spPr>
          <a:xfrm flipH="1">
            <a:off x="1849582" y="1096980"/>
            <a:ext cx="6632760" cy="8470946"/>
          </a:xfrm>
          <a:custGeom>
            <a:avLst/>
            <a:gdLst/>
            <a:ahLst/>
            <a:cxnLst/>
            <a:rect l="l" t="t" r="r" b="b"/>
            <a:pathLst>
              <a:path w="6632760" h="8470946">
                <a:moveTo>
                  <a:pt x="6632760" y="0"/>
                </a:moveTo>
                <a:lnTo>
                  <a:pt x="0" y="0"/>
                </a:lnTo>
                <a:lnTo>
                  <a:pt x="0" y="8470946"/>
                </a:lnTo>
                <a:lnTo>
                  <a:pt x="6632760" y="8470946"/>
                </a:lnTo>
                <a:lnTo>
                  <a:pt x="6632760" y="0"/>
                </a:lnTo>
                <a:close/>
              </a:path>
            </a:pathLst>
          </a:custGeom>
          <a:blipFill>
            <a:blip r:embed="rId21"/>
            <a:stretch>
              <a:fillRect b="-14438"/>
            </a:stretch>
          </a:blipFill>
        </p:spPr>
      </p:sp>
      <p:sp>
        <p:nvSpPr>
          <p:cNvPr id="85" name="TextBox 85"/>
          <p:cNvSpPr txBox="1"/>
          <p:nvPr/>
        </p:nvSpPr>
        <p:spPr>
          <a:xfrm>
            <a:off x="8925867" y="2171700"/>
            <a:ext cx="7838133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200"/>
              </a:lnSpc>
              <a:spcBef>
                <a:spcPct val="0"/>
              </a:spcBef>
            </a:pPr>
            <a:r>
              <a:rPr lang="uz-Latn-UZ" sz="2000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{{reja_5_matni}}</a:t>
            </a:r>
            <a:endParaRPr lang="en-US" sz="2000" spc="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3208" y="-420686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ru-RU" dirty="0"/>
          </a:p>
        </p:txBody>
      </p:sp>
      <p:sp>
        <p:nvSpPr>
          <p:cNvPr id="4" name="Freeform 4"/>
          <p:cNvSpPr/>
          <p:nvPr/>
        </p:nvSpPr>
        <p:spPr>
          <a:xfrm>
            <a:off x="12382242" y="5506439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482494" y="-254179"/>
            <a:ext cx="20873911" cy="10961865"/>
            <a:chOff x="0" y="0"/>
            <a:chExt cx="27831881" cy="146158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72946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Freeform 10"/>
            <p:cNvSpPr/>
            <p:nvPr/>
          </p:nvSpPr>
          <p:spPr>
            <a:xfrm>
              <a:off x="10544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1" name="Freeform 11"/>
            <p:cNvSpPr/>
            <p:nvPr/>
          </p:nvSpPr>
          <p:spPr>
            <a:xfrm>
              <a:off x="240087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2" name="Freeform 12"/>
            <p:cNvSpPr/>
            <p:nvPr/>
          </p:nvSpPr>
          <p:spPr>
            <a:xfrm>
              <a:off x="3338287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0087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/>
            <p:cNvSpPr/>
            <p:nvPr/>
          </p:nvSpPr>
          <p:spPr>
            <a:xfrm>
              <a:off x="248689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5" name="Freeform 15"/>
            <p:cNvSpPr/>
            <p:nvPr/>
          </p:nvSpPr>
          <p:spPr>
            <a:xfrm>
              <a:off x="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72946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544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40087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>
              <a:off x="3338287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240087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1" name="Freeform 21"/>
            <p:cNvSpPr/>
            <p:nvPr/>
          </p:nvSpPr>
          <p:spPr>
            <a:xfrm>
              <a:off x="248689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2" name="Freeform 22"/>
            <p:cNvSpPr/>
            <p:nvPr/>
          </p:nvSpPr>
          <p:spPr>
            <a:xfrm>
              <a:off x="556732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629678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4" name="Freeform 24"/>
            <p:cNvSpPr/>
            <p:nvPr/>
          </p:nvSpPr>
          <p:spPr>
            <a:xfrm>
              <a:off x="567276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5" name="Freeform 25"/>
            <p:cNvSpPr/>
            <p:nvPr/>
          </p:nvSpPr>
          <p:spPr>
            <a:xfrm>
              <a:off x="796819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6" name="Freeform 26"/>
            <p:cNvSpPr/>
            <p:nvPr/>
          </p:nvSpPr>
          <p:spPr>
            <a:xfrm>
              <a:off x="890560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7" name="Freeform 27"/>
            <p:cNvSpPr/>
            <p:nvPr/>
          </p:nvSpPr>
          <p:spPr>
            <a:xfrm>
              <a:off x="796819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8" name="Freeform 28"/>
            <p:cNvSpPr/>
            <p:nvPr/>
          </p:nvSpPr>
          <p:spPr>
            <a:xfrm>
              <a:off x="805421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9" name="Freeform 29"/>
            <p:cNvSpPr/>
            <p:nvPr/>
          </p:nvSpPr>
          <p:spPr>
            <a:xfrm>
              <a:off x="556732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Freeform 30"/>
            <p:cNvSpPr/>
            <p:nvPr/>
          </p:nvSpPr>
          <p:spPr>
            <a:xfrm>
              <a:off x="629678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1" name="Freeform 31"/>
            <p:cNvSpPr/>
            <p:nvPr/>
          </p:nvSpPr>
          <p:spPr>
            <a:xfrm>
              <a:off x="567276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2" name="Freeform 32"/>
            <p:cNvSpPr/>
            <p:nvPr/>
          </p:nvSpPr>
          <p:spPr>
            <a:xfrm>
              <a:off x="796819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3" name="Freeform 33"/>
            <p:cNvSpPr/>
            <p:nvPr/>
          </p:nvSpPr>
          <p:spPr>
            <a:xfrm>
              <a:off x="890560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4" name="Freeform 34"/>
            <p:cNvSpPr/>
            <p:nvPr/>
          </p:nvSpPr>
          <p:spPr>
            <a:xfrm>
              <a:off x="796819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5" name="Freeform 35"/>
            <p:cNvSpPr/>
            <p:nvPr/>
          </p:nvSpPr>
          <p:spPr>
            <a:xfrm>
              <a:off x="805421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6" name="Freeform 36"/>
            <p:cNvSpPr/>
            <p:nvPr/>
          </p:nvSpPr>
          <p:spPr>
            <a:xfrm>
              <a:off x="1113464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/>
            <p:cNvSpPr/>
            <p:nvPr/>
          </p:nvSpPr>
          <p:spPr>
            <a:xfrm>
              <a:off x="1186410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8" name="Freeform 38"/>
            <p:cNvSpPr/>
            <p:nvPr/>
          </p:nvSpPr>
          <p:spPr>
            <a:xfrm>
              <a:off x="1124008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9" name="Freeform 39"/>
            <p:cNvSpPr/>
            <p:nvPr/>
          </p:nvSpPr>
          <p:spPr>
            <a:xfrm>
              <a:off x="1353551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0" name="Freeform 40"/>
            <p:cNvSpPr/>
            <p:nvPr/>
          </p:nvSpPr>
          <p:spPr>
            <a:xfrm>
              <a:off x="1447292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1" name="Freeform 41"/>
            <p:cNvSpPr/>
            <p:nvPr/>
          </p:nvSpPr>
          <p:spPr>
            <a:xfrm>
              <a:off x="1353551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2" name="Freeform 42"/>
            <p:cNvSpPr/>
            <p:nvPr/>
          </p:nvSpPr>
          <p:spPr>
            <a:xfrm>
              <a:off x="1362153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3" name="Freeform 43"/>
            <p:cNvSpPr/>
            <p:nvPr/>
          </p:nvSpPr>
          <p:spPr>
            <a:xfrm>
              <a:off x="1113464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/>
            <p:cNvSpPr/>
            <p:nvPr/>
          </p:nvSpPr>
          <p:spPr>
            <a:xfrm>
              <a:off x="1186410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5" name="Freeform 45"/>
            <p:cNvSpPr/>
            <p:nvPr/>
          </p:nvSpPr>
          <p:spPr>
            <a:xfrm>
              <a:off x="1124008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6" name="Freeform 46"/>
            <p:cNvSpPr/>
            <p:nvPr/>
          </p:nvSpPr>
          <p:spPr>
            <a:xfrm>
              <a:off x="1353551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7" name="Freeform 47"/>
            <p:cNvSpPr/>
            <p:nvPr/>
          </p:nvSpPr>
          <p:spPr>
            <a:xfrm>
              <a:off x="1447292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8" name="Freeform 48"/>
            <p:cNvSpPr/>
            <p:nvPr/>
          </p:nvSpPr>
          <p:spPr>
            <a:xfrm>
              <a:off x="1353551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9" name="Freeform 49"/>
            <p:cNvSpPr/>
            <p:nvPr/>
          </p:nvSpPr>
          <p:spPr>
            <a:xfrm>
              <a:off x="1362153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0" name="Freeform 50"/>
            <p:cNvSpPr/>
            <p:nvPr/>
          </p:nvSpPr>
          <p:spPr>
            <a:xfrm>
              <a:off x="167019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Freeform 51"/>
            <p:cNvSpPr/>
            <p:nvPr/>
          </p:nvSpPr>
          <p:spPr>
            <a:xfrm>
              <a:off x="174314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2" name="Freeform 52"/>
            <p:cNvSpPr/>
            <p:nvPr/>
          </p:nvSpPr>
          <p:spPr>
            <a:xfrm>
              <a:off x="168074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3" name="Freeform 53"/>
            <p:cNvSpPr/>
            <p:nvPr/>
          </p:nvSpPr>
          <p:spPr>
            <a:xfrm>
              <a:off x="191028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4" name="Freeform 54"/>
            <p:cNvSpPr/>
            <p:nvPr/>
          </p:nvSpPr>
          <p:spPr>
            <a:xfrm>
              <a:off x="200402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5" name="Freeform 55"/>
            <p:cNvSpPr/>
            <p:nvPr/>
          </p:nvSpPr>
          <p:spPr>
            <a:xfrm>
              <a:off x="191028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6" name="Freeform 56"/>
            <p:cNvSpPr/>
            <p:nvPr/>
          </p:nvSpPr>
          <p:spPr>
            <a:xfrm>
              <a:off x="191888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7" name="Freeform 57"/>
            <p:cNvSpPr/>
            <p:nvPr/>
          </p:nvSpPr>
          <p:spPr>
            <a:xfrm>
              <a:off x="167019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8" name="Freeform 58"/>
            <p:cNvSpPr/>
            <p:nvPr/>
          </p:nvSpPr>
          <p:spPr>
            <a:xfrm>
              <a:off x="174314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9" name="Freeform 59"/>
            <p:cNvSpPr/>
            <p:nvPr/>
          </p:nvSpPr>
          <p:spPr>
            <a:xfrm>
              <a:off x="168074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0" name="Freeform 60"/>
            <p:cNvSpPr/>
            <p:nvPr/>
          </p:nvSpPr>
          <p:spPr>
            <a:xfrm>
              <a:off x="191028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1" name="Freeform 61"/>
            <p:cNvSpPr/>
            <p:nvPr/>
          </p:nvSpPr>
          <p:spPr>
            <a:xfrm>
              <a:off x="200402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2" name="Freeform 62"/>
            <p:cNvSpPr/>
            <p:nvPr/>
          </p:nvSpPr>
          <p:spPr>
            <a:xfrm>
              <a:off x="191028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3" name="Freeform 63"/>
            <p:cNvSpPr/>
            <p:nvPr/>
          </p:nvSpPr>
          <p:spPr>
            <a:xfrm>
              <a:off x="191888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4" name="Freeform 64"/>
            <p:cNvSpPr/>
            <p:nvPr/>
          </p:nvSpPr>
          <p:spPr>
            <a:xfrm>
              <a:off x="222645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5" name="Freeform 65"/>
            <p:cNvSpPr/>
            <p:nvPr/>
          </p:nvSpPr>
          <p:spPr>
            <a:xfrm>
              <a:off x="229940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6" name="Freeform 66"/>
            <p:cNvSpPr/>
            <p:nvPr/>
          </p:nvSpPr>
          <p:spPr>
            <a:xfrm>
              <a:off x="223700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7" name="Freeform 67"/>
            <p:cNvSpPr/>
            <p:nvPr/>
          </p:nvSpPr>
          <p:spPr>
            <a:xfrm>
              <a:off x="246654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8" name="Freeform 68"/>
            <p:cNvSpPr/>
            <p:nvPr/>
          </p:nvSpPr>
          <p:spPr>
            <a:xfrm>
              <a:off x="256028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9" name="Freeform 69"/>
            <p:cNvSpPr/>
            <p:nvPr/>
          </p:nvSpPr>
          <p:spPr>
            <a:xfrm>
              <a:off x="246654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0" name="Freeform 70"/>
            <p:cNvSpPr/>
            <p:nvPr/>
          </p:nvSpPr>
          <p:spPr>
            <a:xfrm>
              <a:off x="247514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1" name="Freeform 71"/>
            <p:cNvSpPr/>
            <p:nvPr/>
          </p:nvSpPr>
          <p:spPr>
            <a:xfrm>
              <a:off x="222645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/>
            <p:cNvSpPr/>
            <p:nvPr/>
          </p:nvSpPr>
          <p:spPr>
            <a:xfrm>
              <a:off x="229940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3" name="Freeform 73"/>
            <p:cNvSpPr/>
            <p:nvPr/>
          </p:nvSpPr>
          <p:spPr>
            <a:xfrm>
              <a:off x="223700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4" name="Freeform 74"/>
            <p:cNvSpPr/>
            <p:nvPr/>
          </p:nvSpPr>
          <p:spPr>
            <a:xfrm>
              <a:off x="246654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5" name="Freeform 75"/>
            <p:cNvSpPr/>
            <p:nvPr/>
          </p:nvSpPr>
          <p:spPr>
            <a:xfrm>
              <a:off x="256028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6" name="Freeform 76"/>
            <p:cNvSpPr/>
            <p:nvPr/>
          </p:nvSpPr>
          <p:spPr>
            <a:xfrm>
              <a:off x="246654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7" name="Freeform 77"/>
            <p:cNvSpPr/>
            <p:nvPr/>
          </p:nvSpPr>
          <p:spPr>
            <a:xfrm>
              <a:off x="247514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78" name="Group 78"/>
          <p:cNvGrpSpPr/>
          <p:nvPr/>
        </p:nvGrpSpPr>
        <p:grpSpPr>
          <a:xfrm>
            <a:off x="1028700" y="665761"/>
            <a:ext cx="16532993" cy="8955478"/>
            <a:chOff x="0" y="0"/>
            <a:chExt cx="4354368" cy="2358644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4354368" cy="2358644"/>
            </a:xfrm>
            <a:custGeom>
              <a:avLst/>
              <a:gdLst/>
              <a:ahLst/>
              <a:cxnLst/>
              <a:rect l="l" t="t" r="r" b="b"/>
              <a:pathLst>
                <a:path w="4354368" h="2358644">
                  <a:moveTo>
                    <a:pt x="23882" y="0"/>
                  </a:moveTo>
                  <a:lnTo>
                    <a:pt x="4330486" y="0"/>
                  </a:lnTo>
                  <a:cubicBezTo>
                    <a:pt x="4336820" y="0"/>
                    <a:pt x="4342895" y="2516"/>
                    <a:pt x="4347373" y="6995"/>
                  </a:cubicBezTo>
                  <a:cubicBezTo>
                    <a:pt x="4351852" y="11474"/>
                    <a:pt x="4354368" y="17548"/>
                    <a:pt x="4354368" y="23882"/>
                  </a:cubicBezTo>
                  <a:lnTo>
                    <a:pt x="4354368" y="2334763"/>
                  </a:lnTo>
                  <a:cubicBezTo>
                    <a:pt x="4354368" y="2341096"/>
                    <a:pt x="4351852" y="2347171"/>
                    <a:pt x="4347373" y="2351650"/>
                  </a:cubicBezTo>
                  <a:cubicBezTo>
                    <a:pt x="4342895" y="2356128"/>
                    <a:pt x="4336820" y="2358644"/>
                    <a:pt x="4330486" y="2358644"/>
                  </a:cubicBezTo>
                  <a:lnTo>
                    <a:pt x="23882" y="2358644"/>
                  </a:lnTo>
                  <a:cubicBezTo>
                    <a:pt x="17548" y="2358644"/>
                    <a:pt x="11474" y="2356128"/>
                    <a:pt x="6995" y="2351650"/>
                  </a:cubicBezTo>
                  <a:cubicBezTo>
                    <a:pt x="2516" y="2347171"/>
                    <a:pt x="0" y="2341096"/>
                    <a:pt x="0" y="2334763"/>
                  </a:cubicBezTo>
                  <a:lnTo>
                    <a:pt x="0" y="23882"/>
                  </a:lnTo>
                  <a:cubicBezTo>
                    <a:pt x="0" y="17548"/>
                    <a:pt x="2516" y="11474"/>
                    <a:pt x="6995" y="6995"/>
                  </a:cubicBezTo>
                  <a:cubicBezTo>
                    <a:pt x="11474" y="2516"/>
                    <a:pt x="17548" y="0"/>
                    <a:pt x="23882" y="0"/>
                  </a:cubicBezTo>
                  <a:close/>
                </a:path>
              </a:pathLst>
            </a:custGeom>
            <a:solidFill>
              <a:srgbClr val="FAF2E9"/>
            </a:solidFill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0" y="-104775"/>
              <a:ext cx="4354368" cy="2463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1776009" y="304912"/>
            <a:ext cx="14735982" cy="1447576"/>
            <a:chOff x="0" y="0"/>
            <a:chExt cx="19647976" cy="1930102"/>
          </a:xfrm>
        </p:grpSpPr>
        <p:sp>
          <p:nvSpPr>
            <p:cNvPr id="82" name="Freeform 82"/>
            <p:cNvSpPr/>
            <p:nvPr/>
          </p:nvSpPr>
          <p:spPr>
            <a:xfrm rot="5281261">
              <a:off x="18153478" y="450837"/>
              <a:ext cx="1895718" cy="1028427"/>
            </a:xfrm>
            <a:custGeom>
              <a:avLst/>
              <a:gdLst/>
              <a:ahLst/>
              <a:cxnLst/>
              <a:rect l="l" t="t" r="r" b="b"/>
              <a:pathLst>
                <a:path w="1895718" h="1028427">
                  <a:moveTo>
                    <a:pt x="0" y="0"/>
                  </a:moveTo>
                  <a:lnTo>
                    <a:pt x="1895718" y="0"/>
                  </a:lnTo>
                  <a:lnTo>
                    <a:pt x="1895718" y="1028428"/>
                  </a:lnTo>
                  <a:lnTo>
                    <a:pt x="0" y="1028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/>
              </a:stretch>
            </a:blipFill>
          </p:spPr>
        </p:sp>
        <p:sp>
          <p:nvSpPr>
            <p:cNvPr id="83" name="Freeform 83"/>
            <p:cNvSpPr/>
            <p:nvPr/>
          </p:nvSpPr>
          <p:spPr>
            <a:xfrm rot="5281261">
              <a:off x="-401220" y="450837"/>
              <a:ext cx="1895718" cy="1028427"/>
            </a:xfrm>
            <a:custGeom>
              <a:avLst/>
              <a:gdLst/>
              <a:ahLst/>
              <a:cxnLst/>
              <a:rect l="l" t="t" r="r" b="b"/>
              <a:pathLst>
                <a:path w="1895718" h="1028427">
                  <a:moveTo>
                    <a:pt x="0" y="0"/>
                  </a:moveTo>
                  <a:lnTo>
                    <a:pt x="1895718" y="0"/>
                  </a:lnTo>
                  <a:lnTo>
                    <a:pt x="1895718" y="1028428"/>
                  </a:lnTo>
                  <a:lnTo>
                    <a:pt x="0" y="1028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/>
              </a:stretch>
            </a:blipFill>
          </p:spPr>
        </p:sp>
      </p:grpSp>
      <p:sp>
        <p:nvSpPr>
          <p:cNvPr id="87" name="TextBox 87"/>
          <p:cNvSpPr txBox="1"/>
          <p:nvPr/>
        </p:nvSpPr>
        <p:spPr>
          <a:xfrm>
            <a:off x="3352800" y="2746573"/>
            <a:ext cx="12877800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200"/>
              </a:lnSpc>
              <a:spcBef>
                <a:spcPct val="0"/>
              </a:spcBef>
            </a:pPr>
            <a:r>
              <a:rPr lang="uz-Latn-UZ" sz="2000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{{reja_5_matni}}</a:t>
            </a:r>
            <a:endParaRPr lang="en-US" sz="2000" spc="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3208" y="-420686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382242" y="5506439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482494" y="-254179"/>
            <a:ext cx="20873911" cy="10961865"/>
            <a:chOff x="0" y="0"/>
            <a:chExt cx="27831881" cy="146158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72946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Freeform 10"/>
            <p:cNvSpPr/>
            <p:nvPr/>
          </p:nvSpPr>
          <p:spPr>
            <a:xfrm>
              <a:off x="10544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1" name="Freeform 11"/>
            <p:cNvSpPr/>
            <p:nvPr/>
          </p:nvSpPr>
          <p:spPr>
            <a:xfrm>
              <a:off x="240087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2" name="Freeform 12"/>
            <p:cNvSpPr/>
            <p:nvPr/>
          </p:nvSpPr>
          <p:spPr>
            <a:xfrm>
              <a:off x="3338287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0087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/>
            <p:cNvSpPr/>
            <p:nvPr/>
          </p:nvSpPr>
          <p:spPr>
            <a:xfrm>
              <a:off x="248689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5" name="Freeform 15"/>
            <p:cNvSpPr/>
            <p:nvPr/>
          </p:nvSpPr>
          <p:spPr>
            <a:xfrm>
              <a:off x="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72946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544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40087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>
              <a:off x="3338287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240087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1" name="Freeform 21"/>
            <p:cNvSpPr/>
            <p:nvPr/>
          </p:nvSpPr>
          <p:spPr>
            <a:xfrm>
              <a:off x="248689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2" name="Freeform 22"/>
            <p:cNvSpPr/>
            <p:nvPr/>
          </p:nvSpPr>
          <p:spPr>
            <a:xfrm>
              <a:off x="556732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629678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4" name="Freeform 24"/>
            <p:cNvSpPr/>
            <p:nvPr/>
          </p:nvSpPr>
          <p:spPr>
            <a:xfrm>
              <a:off x="567276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5" name="Freeform 25"/>
            <p:cNvSpPr/>
            <p:nvPr/>
          </p:nvSpPr>
          <p:spPr>
            <a:xfrm>
              <a:off x="796819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6" name="Freeform 26"/>
            <p:cNvSpPr/>
            <p:nvPr/>
          </p:nvSpPr>
          <p:spPr>
            <a:xfrm>
              <a:off x="890560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7" name="Freeform 27"/>
            <p:cNvSpPr/>
            <p:nvPr/>
          </p:nvSpPr>
          <p:spPr>
            <a:xfrm>
              <a:off x="796819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8" name="Freeform 28"/>
            <p:cNvSpPr/>
            <p:nvPr/>
          </p:nvSpPr>
          <p:spPr>
            <a:xfrm>
              <a:off x="805421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9" name="Freeform 29"/>
            <p:cNvSpPr/>
            <p:nvPr/>
          </p:nvSpPr>
          <p:spPr>
            <a:xfrm>
              <a:off x="556732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Freeform 30"/>
            <p:cNvSpPr/>
            <p:nvPr/>
          </p:nvSpPr>
          <p:spPr>
            <a:xfrm>
              <a:off x="629678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1" name="Freeform 31"/>
            <p:cNvSpPr/>
            <p:nvPr/>
          </p:nvSpPr>
          <p:spPr>
            <a:xfrm>
              <a:off x="567276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2" name="Freeform 32"/>
            <p:cNvSpPr/>
            <p:nvPr/>
          </p:nvSpPr>
          <p:spPr>
            <a:xfrm>
              <a:off x="796819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3" name="Freeform 33"/>
            <p:cNvSpPr/>
            <p:nvPr/>
          </p:nvSpPr>
          <p:spPr>
            <a:xfrm>
              <a:off x="890560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4" name="Freeform 34"/>
            <p:cNvSpPr/>
            <p:nvPr/>
          </p:nvSpPr>
          <p:spPr>
            <a:xfrm>
              <a:off x="796819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5" name="Freeform 35"/>
            <p:cNvSpPr/>
            <p:nvPr/>
          </p:nvSpPr>
          <p:spPr>
            <a:xfrm>
              <a:off x="805421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6" name="Freeform 36"/>
            <p:cNvSpPr/>
            <p:nvPr/>
          </p:nvSpPr>
          <p:spPr>
            <a:xfrm>
              <a:off x="1113464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/>
            <p:cNvSpPr/>
            <p:nvPr/>
          </p:nvSpPr>
          <p:spPr>
            <a:xfrm>
              <a:off x="1186410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8" name="Freeform 38"/>
            <p:cNvSpPr/>
            <p:nvPr/>
          </p:nvSpPr>
          <p:spPr>
            <a:xfrm>
              <a:off x="1124008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9" name="Freeform 39"/>
            <p:cNvSpPr/>
            <p:nvPr/>
          </p:nvSpPr>
          <p:spPr>
            <a:xfrm>
              <a:off x="1353551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0" name="Freeform 40"/>
            <p:cNvSpPr/>
            <p:nvPr/>
          </p:nvSpPr>
          <p:spPr>
            <a:xfrm>
              <a:off x="1447292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1" name="Freeform 41"/>
            <p:cNvSpPr/>
            <p:nvPr/>
          </p:nvSpPr>
          <p:spPr>
            <a:xfrm>
              <a:off x="1353551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2" name="Freeform 42"/>
            <p:cNvSpPr/>
            <p:nvPr/>
          </p:nvSpPr>
          <p:spPr>
            <a:xfrm>
              <a:off x="1362153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3" name="Freeform 43"/>
            <p:cNvSpPr/>
            <p:nvPr/>
          </p:nvSpPr>
          <p:spPr>
            <a:xfrm>
              <a:off x="1113464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/>
            <p:cNvSpPr/>
            <p:nvPr/>
          </p:nvSpPr>
          <p:spPr>
            <a:xfrm>
              <a:off x="1186410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5" name="Freeform 45"/>
            <p:cNvSpPr/>
            <p:nvPr/>
          </p:nvSpPr>
          <p:spPr>
            <a:xfrm>
              <a:off x="1124008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6" name="Freeform 46"/>
            <p:cNvSpPr/>
            <p:nvPr/>
          </p:nvSpPr>
          <p:spPr>
            <a:xfrm>
              <a:off x="1353551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7" name="Freeform 47"/>
            <p:cNvSpPr/>
            <p:nvPr/>
          </p:nvSpPr>
          <p:spPr>
            <a:xfrm>
              <a:off x="1447292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8" name="Freeform 48"/>
            <p:cNvSpPr/>
            <p:nvPr/>
          </p:nvSpPr>
          <p:spPr>
            <a:xfrm>
              <a:off x="1353551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9" name="Freeform 49"/>
            <p:cNvSpPr/>
            <p:nvPr/>
          </p:nvSpPr>
          <p:spPr>
            <a:xfrm>
              <a:off x="1362153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0" name="Freeform 50"/>
            <p:cNvSpPr/>
            <p:nvPr/>
          </p:nvSpPr>
          <p:spPr>
            <a:xfrm>
              <a:off x="167019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Freeform 51"/>
            <p:cNvSpPr/>
            <p:nvPr/>
          </p:nvSpPr>
          <p:spPr>
            <a:xfrm>
              <a:off x="174314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2" name="Freeform 52"/>
            <p:cNvSpPr/>
            <p:nvPr/>
          </p:nvSpPr>
          <p:spPr>
            <a:xfrm>
              <a:off x="168074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3" name="Freeform 53"/>
            <p:cNvSpPr/>
            <p:nvPr/>
          </p:nvSpPr>
          <p:spPr>
            <a:xfrm>
              <a:off x="191028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4" name="Freeform 54"/>
            <p:cNvSpPr/>
            <p:nvPr/>
          </p:nvSpPr>
          <p:spPr>
            <a:xfrm>
              <a:off x="200402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5" name="Freeform 55"/>
            <p:cNvSpPr/>
            <p:nvPr/>
          </p:nvSpPr>
          <p:spPr>
            <a:xfrm>
              <a:off x="191028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6" name="Freeform 56"/>
            <p:cNvSpPr/>
            <p:nvPr/>
          </p:nvSpPr>
          <p:spPr>
            <a:xfrm>
              <a:off x="191888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7" name="Freeform 57"/>
            <p:cNvSpPr/>
            <p:nvPr/>
          </p:nvSpPr>
          <p:spPr>
            <a:xfrm>
              <a:off x="167019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8" name="Freeform 58"/>
            <p:cNvSpPr/>
            <p:nvPr/>
          </p:nvSpPr>
          <p:spPr>
            <a:xfrm>
              <a:off x="174314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9" name="Freeform 59"/>
            <p:cNvSpPr/>
            <p:nvPr/>
          </p:nvSpPr>
          <p:spPr>
            <a:xfrm>
              <a:off x="168074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0" name="Freeform 60"/>
            <p:cNvSpPr/>
            <p:nvPr/>
          </p:nvSpPr>
          <p:spPr>
            <a:xfrm>
              <a:off x="191028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1" name="Freeform 61"/>
            <p:cNvSpPr/>
            <p:nvPr/>
          </p:nvSpPr>
          <p:spPr>
            <a:xfrm>
              <a:off x="200402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2" name="Freeform 62"/>
            <p:cNvSpPr/>
            <p:nvPr/>
          </p:nvSpPr>
          <p:spPr>
            <a:xfrm>
              <a:off x="191028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3" name="Freeform 63"/>
            <p:cNvSpPr/>
            <p:nvPr/>
          </p:nvSpPr>
          <p:spPr>
            <a:xfrm>
              <a:off x="191888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4" name="Freeform 64"/>
            <p:cNvSpPr/>
            <p:nvPr/>
          </p:nvSpPr>
          <p:spPr>
            <a:xfrm>
              <a:off x="222645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5" name="Freeform 65"/>
            <p:cNvSpPr/>
            <p:nvPr/>
          </p:nvSpPr>
          <p:spPr>
            <a:xfrm>
              <a:off x="229940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6" name="Freeform 66"/>
            <p:cNvSpPr/>
            <p:nvPr/>
          </p:nvSpPr>
          <p:spPr>
            <a:xfrm>
              <a:off x="223700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7" name="Freeform 67"/>
            <p:cNvSpPr/>
            <p:nvPr/>
          </p:nvSpPr>
          <p:spPr>
            <a:xfrm>
              <a:off x="246654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8" name="Freeform 68"/>
            <p:cNvSpPr/>
            <p:nvPr/>
          </p:nvSpPr>
          <p:spPr>
            <a:xfrm>
              <a:off x="256028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9" name="Freeform 69"/>
            <p:cNvSpPr/>
            <p:nvPr/>
          </p:nvSpPr>
          <p:spPr>
            <a:xfrm>
              <a:off x="246654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0" name="Freeform 70"/>
            <p:cNvSpPr/>
            <p:nvPr/>
          </p:nvSpPr>
          <p:spPr>
            <a:xfrm>
              <a:off x="247514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1" name="Freeform 71"/>
            <p:cNvSpPr/>
            <p:nvPr/>
          </p:nvSpPr>
          <p:spPr>
            <a:xfrm>
              <a:off x="222645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/>
            <p:cNvSpPr/>
            <p:nvPr/>
          </p:nvSpPr>
          <p:spPr>
            <a:xfrm>
              <a:off x="229940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3" name="Freeform 73"/>
            <p:cNvSpPr/>
            <p:nvPr/>
          </p:nvSpPr>
          <p:spPr>
            <a:xfrm>
              <a:off x="223700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4" name="Freeform 74"/>
            <p:cNvSpPr/>
            <p:nvPr/>
          </p:nvSpPr>
          <p:spPr>
            <a:xfrm>
              <a:off x="246654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5" name="Freeform 75"/>
            <p:cNvSpPr/>
            <p:nvPr/>
          </p:nvSpPr>
          <p:spPr>
            <a:xfrm>
              <a:off x="256028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6" name="Freeform 76"/>
            <p:cNvSpPr/>
            <p:nvPr/>
          </p:nvSpPr>
          <p:spPr>
            <a:xfrm>
              <a:off x="246654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7" name="Freeform 77"/>
            <p:cNvSpPr/>
            <p:nvPr/>
          </p:nvSpPr>
          <p:spPr>
            <a:xfrm>
              <a:off x="247514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78" name="Group 78"/>
          <p:cNvGrpSpPr/>
          <p:nvPr/>
        </p:nvGrpSpPr>
        <p:grpSpPr>
          <a:xfrm>
            <a:off x="4450584" y="665761"/>
            <a:ext cx="9386832" cy="8955478"/>
            <a:chOff x="0" y="0"/>
            <a:chExt cx="2472252" cy="2358644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2472252" cy="2358644"/>
            </a:xfrm>
            <a:custGeom>
              <a:avLst/>
              <a:gdLst/>
              <a:ahLst/>
              <a:cxnLst/>
              <a:rect l="l" t="t" r="r" b="b"/>
              <a:pathLst>
                <a:path w="2472252" h="2358644">
                  <a:moveTo>
                    <a:pt x="42063" y="0"/>
                  </a:moveTo>
                  <a:lnTo>
                    <a:pt x="2430189" y="0"/>
                  </a:lnTo>
                  <a:cubicBezTo>
                    <a:pt x="2453420" y="0"/>
                    <a:pt x="2472252" y="18832"/>
                    <a:pt x="2472252" y="42063"/>
                  </a:cubicBezTo>
                  <a:lnTo>
                    <a:pt x="2472252" y="2316581"/>
                  </a:lnTo>
                  <a:cubicBezTo>
                    <a:pt x="2472252" y="2339812"/>
                    <a:pt x="2453420" y="2358644"/>
                    <a:pt x="2430189" y="2358644"/>
                  </a:cubicBezTo>
                  <a:lnTo>
                    <a:pt x="42063" y="2358644"/>
                  </a:lnTo>
                  <a:cubicBezTo>
                    <a:pt x="18832" y="2358644"/>
                    <a:pt x="0" y="2339812"/>
                    <a:pt x="0" y="2316581"/>
                  </a:cubicBezTo>
                  <a:lnTo>
                    <a:pt x="0" y="42063"/>
                  </a:lnTo>
                  <a:cubicBezTo>
                    <a:pt x="0" y="18832"/>
                    <a:pt x="18832" y="0"/>
                    <a:pt x="42063" y="0"/>
                  </a:cubicBezTo>
                  <a:close/>
                </a:path>
              </a:pathLst>
            </a:custGeom>
            <a:solidFill>
              <a:srgbClr val="FAF2E9"/>
            </a:solidFill>
          </p:spPr>
        </p:sp>
        <p:sp>
          <p:nvSpPr>
            <p:cNvPr id="80" name="TextBox 80"/>
            <p:cNvSpPr txBox="1"/>
            <p:nvPr/>
          </p:nvSpPr>
          <p:spPr>
            <a:xfrm>
              <a:off x="0" y="-104775"/>
              <a:ext cx="2472252" cy="24634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840"/>
                </a:lnSpc>
              </a:pPr>
              <a:endParaRPr/>
            </a:p>
          </p:txBody>
        </p:sp>
      </p:grpSp>
      <p:sp>
        <p:nvSpPr>
          <p:cNvPr id="81" name="Freeform 81"/>
          <p:cNvSpPr/>
          <p:nvPr/>
        </p:nvSpPr>
        <p:spPr>
          <a:xfrm rot="5281261">
            <a:off x="8433106" y="643040"/>
            <a:ext cx="1421789" cy="771320"/>
          </a:xfrm>
          <a:custGeom>
            <a:avLst/>
            <a:gdLst/>
            <a:ahLst/>
            <a:cxnLst/>
            <a:rect l="l" t="t" r="r" b="b"/>
            <a:pathLst>
              <a:path w="1421789" h="771320">
                <a:moveTo>
                  <a:pt x="0" y="0"/>
                </a:moveTo>
                <a:lnTo>
                  <a:pt x="1421788" y="0"/>
                </a:lnTo>
                <a:lnTo>
                  <a:pt x="1421788" y="771320"/>
                </a:lnTo>
                <a:lnTo>
                  <a:pt x="0" y="77132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sp>
        <p:nvSpPr>
          <p:cNvPr id="82" name="Freeform 82"/>
          <p:cNvSpPr/>
          <p:nvPr/>
        </p:nvSpPr>
        <p:spPr>
          <a:xfrm>
            <a:off x="3186038" y="1028700"/>
            <a:ext cx="2529093" cy="2418445"/>
          </a:xfrm>
          <a:custGeom>
            <a:avLst/>
            <a:gdLst/>
            <a:ahLst/>
            <a:cxnLst/>
            <a:rect l="l" t="t" r="r" b="b"/>
            <a:pathLst>
              <a:path w="2529093" h="2418445">
                <a:moveTo>
                  <a:pt x="0" y="0"/>
                </a:moveTo>
                <a:lnTo>
                  <a:pt x="2529092" y="0"/>
                </a:lnTo>
                <a:lnTo>
                  <a:pt x="2529092" y="2418445"/>
                </a:lnTo>
                <a:lnTo>
                  <a:pt x="0" y="241844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</p:sp>
      <p:sp>
        <p:nvSpPr>
          <p:cNvPr id="83" name="Freeform 83"/>
          <p:cNvSpPr/>
          <p:nvPr/>
        </p:nvSpPr>
        <p:spPr>
          <a:xfrm>
            <a:off x="12572870" y="1028700"/>
            <a:ext cx="2529093" cy="2418445"/>
          </a:xfrm>
          <a:custGeom>
            <a:avLst/>
            <a:gdLst/>
            <a:ahLst/>
            <a:cxnLst/>
            <a:rect l="l" t="t" r="r" b="b"/>
            <a:pathLst>
              <a:path w="2529093" h="2418445">
                <a:moveTo>
                  <a:pt x="0" y="0"/>
                </a:moveTo>
                <a:lnTo>
                  <a:pt x="2529092" y="0"/>
                </a:lnTo>
                <a:lnTo>
                  <a:pt x="2529092" y="2418445"/>
                </a:lnTo>
                <a:lnTo>
                  <a:pt x="0" y="241844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84" name="TextBox 84"/>
          <p:cNvSpPr txBox="1"/>
          <p:nvPr/>
        </p:nvSpPr>
        <p:spPr>
          <a:xfrm>
            <a:off x="4220063" y="2509531"/>
            <a:ext cx="9847875" cy="1051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228"/>
              </a:lnSpc>
              <a:spcBef>
                <a:spcPct val="0"/>
              </a:spcBef>
            </a:pPr>
            <a:r>
              <a:rPr lang="uz-Latn-UZ" sz="6689" spc="668" dirty="0">
                <a:solidFill>
                  <a:srgbClr val="3F3F3F"/>
                </a:solidFill>
                <a:latin typeface="Aloja"/>
                <a:ea typeface="Aloja"/>
                <a:cs typeface="Aloja"/>
                <a:sym typeface="Aloja"/>
              </a:rPr>
              <a:t>{{xulosa}}</a:t>
            </a:r>
            <a:endParaRPr lang="en-US" sz="6689" spc="668" dirty="0">
              <a:solidFill>
                <a:srgbClr val="3F3F3F"/>
              </a:solidFill>
              <a:latin typeface="Aloja"/>
              <a:ea typeface="Aloja"/>
              <a:cs typeface="Aloja"/>
              <a:sym typeface="Aloja"/>
            </a:endParaRPr>
          </a:p>
        </p:txBody>
      </p:sp>
      <p:sp>
        <p:nvSpPr>
          <p:cNvPr id="85" name="TextBox 85"/>
          <p:cNvSpPr txBox="1"/>
          <p:nvPr/>
        </p:nvSpPr>
        <p:spPr>
          <a:xfrm>
            <a:off x="5105400" y="3947814"/>
            <a:ext cx="8153400" cy="370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200"/>
              </a:lnSpc>
              <a:spcBef>
                <a:spcPct val="0"/>
              </a:spcBef>
            </a:pPr>
            <a:r>
              <a:rPr lang="uz-Latn-UZ" sz="2000" spc="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{{xulosa_matni}}</a:t>
            </a:r>
            <a:endParaRPr lang="en-US" sz="2000" spc="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3208" y="-420686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ru-RU" dirty="0"/>
          </a:p>
        </p:txBody>
      </p:sp>
      <p:sp>
        <p:nvSpPr>
          <p:cNvPr id="3" name="Freeform 3"/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382242" y="5506439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482494" y="-254179"/>
            <a:ext cx="20873911" cy="10961865"/>
            <a:chOff x="0" y="0"/>
            <a:chExt cx="27831881" cy="146158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72946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Freeform 10"/>
            <p:cNvSpPr/>
            <p:nvPr/>
          </p:nvSpPr>
          <p:spPr>
            <a:xfrm>
              <a:off x="10544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1" name="Freeform 11"/>
            <p:cNvSpPr/>
            <p:nvPr/>
          </p:nvSpPr>
          <p:spPr>
            <a:xfrm>
              <a:off x="240087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2" name="Freeform 12"/>
            <p:cNvSpPr/>
            <p:nvPr/>
          </p:nvSpPr>
          <p:spPr>
            <a:xfrm>
              <a:off x="3338287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0087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/>
            <p:cNvSpPr/>
            <p:nvPr/>
          </p:nvSpPr>
          <p:spPr>
            <a:xfrm>
              <a:off x="248689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5" name="Freeform 15"/>
            <p:cNvSpPr/>
            <p:nvPr/>
          </p:nvSpPr>
          <p:spPr>
            <a:xfrm>
              <a:off x="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72946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544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40087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>
              <a:off x="3338287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240087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1" name="Freeform 21"/>
            <p:cNvSpPr/>
            <p:nvPr/>
          </p:nvSpPr>
          <p:spPr>
            <a:xfrm>
              <a:off x="248689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2" name="Freeform 22"/>
            <p:cNvSpPr/>
            <p:nvPr/>
          </p:nvSpPr>
          <p:spPr>
            <a:xfrm>
              <a:off x="556732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629678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4" name="Freeform 24"/>
            <p:cNvSpPr/>
            <p:nvPr/>
          </p:nvSpPr>
          <p:spPr>
            <a:xfrm>
              <a:off x="567276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5" name="Freeform 25"/>
            <p:cNvSpPr/>
            <p:nvPr/>
          </p:nvSpPr>
          <p:spPr>
            <a:xfrm>
              <a:off x="796819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6" name="Freeform 26"/>
            <p:cNvSpPr/>
            <p:nvPr/>
          </p:nvSpPr>
          <p:spPr>
            <a:xfrm>
              <a:off x="890560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7" name="Freeform 27"/>
            <p:cNvSpPr/>
            <p:nvPr/>
          </p:nvSpPr>
          <p:spPr>
            <a:xfrm>
              <a:off x="796819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8" name="Freeform 28"/>
            <p:cNvSpPr/>
            <p:nvPr/>
          </p:nvSpPr>
          <p:spPr>
            <a:xfrm>
              <a:off x="805421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9" name="Freeform 29"/>
            <p:cNvSpPr/>
            <p:nvPr/>
          </p:nvSpPr>
          <p:spPr>
            <a:xfrm>
              <a:off x="556732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Freeform 30"/>
            <p:cNvSpPr/>
            <p:nvPr/>
          </p:nvSpPr>
          <p:spPr>
            <a:xfrm>
              <a:off x="629678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1" name="Freeform 31"/>
            <p:cNvSpPr/>
            <p:nvPr/>
          </p:nvSpPr>
          <p:spPr>
            <a:xfrm>
              <a:off x="567276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2" name="Freeform 32"/>
            <p:cNvSpPr/>
            <p:nvPr/>
          </p:nvSpPr>
          <p:spPr>
            <a:xfrm>
              <a:off x="796819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3" name="Freeform 33"/>
            <p:cNvSpPr/>
            <p:nvPr/>
          </p:nvSpPr>
          <p:spPr>
            <a:xfrm>
              <a:off x="890560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4" name="Freeform 34"/>
            <p:cNvSpPr/>
            <p:nvPr/>
          </p:nvSpPr>
          <p:spPr>
            <a:xfrm>
              <a:off x="796819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5" name="Freeform 35"/>
            <p:cNvSpPr/>
            <p:nvPr/>
          </p:nvSpPr>
          <p:spPr>
            <a:xfrm>
              <a:off x="805421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6" name="Freeform 36"/>
            <p:cNvSpPr/>
            <p:nvPr/>
          </p:nvSpPr>
          <p:spPr>
            <a:xfrm>
              <a:off x="1113464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/>
            <p:cNvSpPr/>
            <p:nvPr/>
          </p:nvSpPr>
          <p:spPr>
            <a:xfrm>
              <a:off x="1186410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8" name="Freeform 38"/>
            <p:cNvSpPr/>
            <p:nvPr/>
          </p:nvSpPr>
          <p:spPr>
            <a:xfrm>
              <a:off x="1124008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9" name="Freeform 39"/>
            <p:cNvSpPr/>
            <p:nvPr/>
          </p:nvSpPr>
          <p:spPr>
            <a:xfrm>
              <a:off x="1353551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0" name="Freeform 40"/>
            <p:cNvSpPr/>
            <p:nvPr/>
          </p:nvSpPr>
          <p:spPr>
            <a:xfrm>
              <a:off x="1447292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1" name="Freeform 41"/>
            <p:cNvSpPr/>
            <p:nvPr/>
          </p:nvSpPr>
          <p:spPr>
            <a:xfrm>
              <a:off x="1353551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2" name="Freeform 42"/>
            <p:cNvSpPr/>
            <p:nvPr/>
          </p:nvSpPr>
          <p:spPr>
            <a:xfrm>
              <a:off x="1362153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3" name="Freeform 43"/>
            <p:cNvSpPr/>
            <p:nvPr/>
          </p:nvSpPr>
          <p:spPr>
            <a:xfrm>
              <a:off x="1113464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/>
            <p:cNvSpPr/>
            <p:nvPr/>
          </p:nvSpPr>
          <p:spPr>
            <a:xfrm>
              <a:off x="1186410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5" name="Freeform 45"/>
            <p:cNvSpPr/>
            <p:nvPr/>
          </p:nvSpPr>
          <p:spPr>
            <a:xfrm>
              <a:off x="1124008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6" name="Freeform 46"/>
            <p:cNvSpPr/>
            <p:nvPr/>
          </p:nvSpPr>
          <p:spPr>
            <a:xfrm>
              <a:off x="1353551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7" name="Freeform 47"/>
            <p:cNvSpPr/>
            <p:nvPr/>
          </p:nvSpPr>
          <p:spPr>
            <a:xfrm>
              <a:off x="1447292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8" name="Freeform 48"/>
            <p:cNvSpPr/>
            <p:nvPr/>
          </p:nvSpPr>
          <p:spPr>
            <a:xfrm>
              <a:off x="1353551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9" name="Freeform 49"/>
            <p:cNvSpPr/>
            <p:nvPr/>
          </p:nvSpPr>
          <p:spPr>
            <a:xfrm>
              <a:off x="1362153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0" name="Freeform 50"/>
            <p:cNvSpPr/>
            <p:nvPr/>
          </p:nvSpPr>
          <p:spPr>
            <a:xfrm>
              <a:off x="167019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Freeform 51"/>
            <p:cNvSpPr/>
            <p:nvPr/>
          </p:nvSpPr>
          <p:spPr>
            <a:xfrm>
              <a:off x="174314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2" name="Freeform 52"/>
            <p:cNvSpPr/>
            <p:nvPr/>
          </p:nvSpPr>
          <p:spPr>
            <a:xfrm>
              <a:off x="168074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3" name="Freeform 53"/>
            <p:cNvSpPr/>
            <p:nvPr/>
          </p:nvSpPr>
          <p:spPr>
            <a:xfrm>
              <a:off x="191028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4" name="Freeform 54"/>
            <p:cNvSpPr/>
            <p:nvPr/>
          </p:nvSpPr>
          <p:spPr>
            <a:xfrm>
              <a:off x="200402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5" name="Freeform 55"/>
            <p:cNvSpPr/>
            <p:nvPr/>
          </p:nvSpPr>
          <p:spPr>
            <a:xfrm>
              <a:off x="191028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6" name="Freeform 56"/>
            <p:cNvSpPr/>
            <p:nvPr/>
          </p:nvSpPr>
          <p:spPr>
            <a:xfrm>
              <a:off x="191888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7" name="Freeform 57"/>
            <p:cNvSpPr/>
            <p:nvPr/>
          </p:nvSpPr>
          <p:spPr>
            <a:xfrm>
              <a:off x="167019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8" name="Freeform 58"/>
            <p:cNvSpPr/>
            <p:nvPr/>
          </p:nvSpPr>
          <p:spPr>
            <a:xfrm>
              <a:off x="174314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9" name="Freeform 59"/>
            <p:cNvSpPr/>
            <p:nvPr/>
          </p:nvSpPr>
          <p:spPr>
            <a:xfrm>
              <a:off x="168074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0" name="Freeform 60"/>
            <p:cNvSpPr/>
            <p:nvPr/>
          </p:nvSpPr>
          <p:spPr>
            <a:xfrm>
              <a:off x="191028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1" name="Freeform 61"/>
            <p:cNvSpPr/>
            <p:nvPr/>
          </p:nvSpPr>
          <p:spPr>
            <a:xfrm>
              <a:off x="200402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2" name="Freeform 62"/>
            <p:cNvSpPr/>
            <p:nvPr/>
          </p:nvSpPr>
          <p:spPr>
            <a:xfrm>
              <a:off x="191028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3" name="Freeform 63"/>
            <p:cNvSpPr/>
            <p:nvPr/>
          </p:nvSpPr>
          <p:spPr>
            <a:xfrm>
              <a:off x="191888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4" name="Freeform 64"/>
            <p:cNvSpPr/>
            <p:nvPr/>
          </p:nvSpPr>
          <p:spPr>
            <a:xfrm>
              <a:off x="222645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5" name="Freeform 65"/>
            <p:cNvSpPr/>
            <p:nvPr/>
          </p:nvSpPr>
          <p:spPr>
            <a:xfrm>
              <a:off x="229940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6" name="Freeform 66"/>
            <p:cNvSpPr/>
            <p:nvPr/>
          </p:nvSpPr>
          <p:spPr>
            <a:xfrm>
              <a:off x="223700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7" name="Freeform 67"/>
            <p:cNvSpPr/>
            <p:nvPr/>
          </p:nvSpPr>
          <p:spPr>
            <a:xfrm>
              <a:off x="246654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8" name="Freeform 68"/>
            <p:cNvSpPr/>
            <p:nvPr/>
          </p:nvSpPr>
          <p:spPr>
            <a:xfrm>
              <a:off x="256028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9" name="Freeform 69"/>
            <p:cNvSpPr/>
            <p:nvPr/>
          </p:nvSpPr>
          <p:spPr>
            <a:xfrm>
              <a:off x="246654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0" name="Freeform 70"/>
            <p:cNvSpPr/>
            <p:nvPr/>
          </p:nvSpPr>
          <p:spPr>
            <a:xfrm>
              <a:off x="247514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1" name="Freeform 71"/>
            <p:cNvSpPr/>
            <p:nvPr/>
          </p:nvSpPr>
          <p:spPr>
            <a:xfrm>
              <a:off x="222645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/>
            <p:cNvSpPr/>
            <p:nvPr/>
          </p:nvSpPr>
          <p:spPr>
            <a:xfrm>
              <a:off x="229940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3" name="Freeform 73"/>
            <p:cNvSpPr/>
            <p:nvPr/>
          </p:nvSpPr>
          <p:spPr>
            <a:xfrm>
              <a:off x="223700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4" name="Freeform 74"/>
            <p:cNvSpPr/>
            <p:nvPr/>
          </p:nvSpPr>
          <p:spPr>
            <a:xfrm>
              <a:off x="246654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5" name="Freeform 75"/>
            <p:cNvSpPr/>
            <p:nvPr/>
          </p:nvSpPr>
          <p:spPr>
            <a:xfrm>
              <a:off x="256028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6" name="Freeform 76"/>
            <p:cNvSpPr/>
            <p:nvPr/>
          </p:nvSpPr>
          <p:spPr>
            <a:xfrm>
              <a:off x="246654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7" name="Freeform 77"/>
            <p:cNvSpPr/>
            <p:nvPr/>
          </p:nvSpPr>
          <p:spPr>
            <a:xfrm>
              <a:off x="247514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81" name="Group 81"/>
          <p:cNvGrpSpPr/>
          <p:nvPr/>
        </p:nvGrpSpPr>
        <p:grpSpPr>
          <a:xfrm>
            <a:off x="845737" y="2192551"/>
            <a:ext cx="16784764" cy="7400322"/>
            <a:chOff x="0" y="0"/>
            <a:chExt cx="3032225" cy="1949056"/>
          </a:xfrm>
        </p:grpSpPr>
        <p:sp>
          <p:nvSpPr>
            <p:cNvPr id="82" name="Freeform 82"/>
            <p:cNvSpPr/>
            <p:nvPr/>
          </p:nvSpPr>
          <p:spPr>
            <a:xfrm>
              <a:off x="0" y="0"/>
              <a:ext cx="3032225" cy="1949056"/>
            </a:xfrm>
            <a:custGeom>
              <a:avLst/>
              <a:gdLst/>
              <a:ahLst/>
              <a:cxnLst/>
              <a:rect l="l" t="t" r="r" b="b"/>
              <a:pathLst>
                <a:path w="3032225" h="1949056">
                  <a:moveTo>
                    <a:pt x="16139" y="0"/>
                  </a:moveTo>
                  <a:lnTo>
                    <a:pt x="3016086" y="0"/>
                  </a:lnTo>
                  <a:cubicBezTo>
                    <a:pt x="3020366" y="0"/>
                    <a:pt x="3024471" y="1700"/>
                    <a:pt x="3027498" y="4727"/>
                  </a:cubicBezTo>
                  <a:cubicBezTo>
                    <a:pt x="3030525" y="7754"/>
                    <a:pt x="3032225" y="11859"/>
                    <a:pt x="3032225" y="16139"/>
                  </a:cubicBezTo>
                  <a:lnTo>
                    <a:pt x="3032225" y="1932917"/>
                  </a:lnTo>
                  <a:cubicBezTo>
                    <a:pt x="3032225" y="1937197"/>
                    <a:pt x="3030525" y="1941302"/>
                    <a:pt x="3027498" y="1944329"/>
                  </a:cubicBezTo>
                  <a:cubicBezTo>
                    <a:pt x="3024471" y="1947356"/>
                    <a:pt x="3020366" y="1949056"/>
                    <a:pt x="3016086" y="1949056"/>
                  </a:cubicBezTo>
                  <a:lnTo>
                    <a:pt x="16139" y="1949056"/>
                  </a:lnTo>
                  <a:cubicBezTo>
                    <a:pt x="11859" y="1949056"/>
                    <a:pt x="7754" y="1947356"/>
                    <a:pt x="4727" y="1944329"/>
                  </a:cubicBezTo>
                  <a:cubicBezTo>
                    <a:pt x="1700" y="1941302"/>
                    <a:pt x="0" y="1937197"/>
                    <a:pt x="0" y="1932917"/>
                  </a:cubicBezTo>
                  <a:lnTo>
                    <a:pt x="0" y="16139"/>
                  </a:lnTo>
                  <a:cubicBezTo>
                    <a:pt x="0" y="11859"/>
                    <a:pt x="1700" y="7754"/>
                    <a:pt x="4727" y="4727"/>
                  </a:cubicBezTo>
                  <a:cubicBezTo>
                    <a:pt x="7754" y="1700"/>
                    <a:pt x="11859" y="0"/>
                    <a:pt x="16139" y="0"/>
                  </a:cubicBezTo>
                  <a:close/>
                </a:path>
              </a:pathLst>
            </a:custGeom>
            <a:solidFill>
              <a:srgbClr val="F0F0F0"/>
            </a:solidFill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0" y="-19050"/>
              <a:ext cx="3032225" cy="19681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5"/>
                </a:lnSpc>
              </a:pPr>
              <a:endParaRPr/>
            </a:p>
          </p:txBody>
        </p:sp>
      </p:grpSp>
      <p:sp>
        <p:nvSpPr>
          <p:cNvPr id="110" name="TextBox 110"/>
          <p:cNvSpPr txBox="1"/>
          <p:nvPr/>
        </p:nvSpPr>
        <p:spPr>
          <a:xfrm>
            <a:off x="11706206" y="9915836"/>
            <a:ext cx="5916757" cy="167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r">
              <a:lnSpc>
                <a:spcPts val="1463"/>
              </a:lnSpc>
            </a:pPr>
            <a:r>
              <a:rPr lang="en-US" sz="1199" b="1">
                <a:solidFill>
                  <a:srgbClr val="FF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DON'T FORGET TO DELETE THIS PAGE BEFORE PRESENTING. 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5266815" y="210031"/>
            <a:ext cx="9000400" cy="11614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365"/>
              </a:lnSpc>
              <a:spcBef>
                <a:spcPct val="0"/>
              </a:spcBef>
            </a:pPr>
            <a:r>
              <a:rPr lang="uz-Latn-UZ" sz="6689" spc="668" dirty="0">
                <a:solidFill>
                  <a:srgbClr val="3F3F3F"/>
                </a:solidFill>
                <a:latin typeface="Aloja"/>
                <a:ea typeface="Aloja"/>
                <a:cs typeface="Aloja"/>
                <a:sym typeface="Aloja"/>
              </a:rPr>
              <a:t>{{adabiyotlar}}</a:t>
            </a:r>
            <a:endParaRPr lang="en-US" sz="6689" u="none" strike="noStrike" spc="668" dirty="0">
              <a:solidFill>
                <a:srgbClr val="3F3F3F"/>
              </a:solidFill>
              <a:latin typeface="Aloja"/>
              <a:ea typeface="Aloja"/>
              <a:cs typeface="Aloja"/>
              <a:sym typeface="Aloja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D0E4B924-D52F-F1EC-1FB9-8DF11403B84C}"/>
              </a:ext>
            </a:extLst>
          </p:cNvPr>
          <p:cNvSpPr txBox="1"/>
          <p:nvPr/>
        </p:nvSpPr>
        <p:spPr>
          <a:xfrm>
            <a:off x="1447800" y="2628900"/>
            <a:ext cx="14935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z-Latn-UZ" sz="2800" dirty="0">
                <a:latin typeface="Century Gothic" panose="020B0502020202020204" pitchFamily="34" charset="0"/>
              </a:rPr>
              <a:t>{{adabiyotlar_ro’xati}}</a:t>
            </a:r>
            <a:endParaRPr lang="ru-RU" sz="2800" dirty="0"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3208" y="-420686"/>
            <a:ext cx="18534416" cy="11128372"/>
          </a:xfrm>
          <a:custGeom>
            <a:avLst/>
            <a:gdLst/>
            <a:ahLst/>
            <a:cxnLst/>
            <a:rect l="l" t="t" r="r" b="b"/>
            <a:pathLst>
              <a:path w="18534416" h="11128372">
                <a:moveTo>
                  <a:pt x="0" y="0"/>
                </a:moveTo>
                <a:lnTo>
                  <a:pt x="18534416" y="0"/>
                </a:lnTo>
                <a:lnTo>
                  <a:pt x="18534416" y="11128372"/>
                </a:lnTo>
                <a:lnTo>
                  <a:pt x="0" y="11128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3207902" y="-2415887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4" y="0"/>
                </a:lnTo>
                <a:lnTo>
                  <a:pt x="847320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382242" y="5506439"/>
            <a:ext cx="8473205" cy="8229600"/>
          </a:xfrm>
          <a:custGeom>
            <a:avLst/>
            <a:gdLst/>
            <a:ahLst/>
            <a:cxnLst/>
            <a:rect l="l" t="t" r="r" b="b"/>
            <a:pathLst>
              <a:path w="8473205" h="8229600">
                <a:moveTo>
                  <a:pt x="0" y="0"/>
                </a:moveTo>
                <a:lnTo>
                  <a:pt x="8473205" y="0"/>
                </a:lnTo>
                <a:lnTo>
                  <a:pt x="8473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5022514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2" y="0"/>
                </a:lnTo>
                <a:lnTo>
                  <a:pt x="13744192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10898" y="-2616010"/>
            <a:ext cx="13744192" cy="13194425"/>
          </a:xfrm>
          <a:custGeom>
            <a:avLst/>
            <a:gdLst/>
            <a:ahLst/>
            <a:cxnLst/>
            <a:rect l="l" t="t" r="r" b="b"/>
            <a:pathLst>
              <a:path w="13744192" h="13194425">
                <a:moveTo>
                  <a:pt x="0" y="0"/>
                </a:moveTo>
                <a:lnTo>
                  <a:pt x="13744193" y="0"/>
                </a:lnTo>
                <a:lnTo>
                  <a:pt x="13744193" y="13194425"/>
                </a:lnTo>
                <a:lnTo>
                  <a:pt x="0" y="131944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482494" y="-254179"/>
            <a:ext cx="20873911" cy="10961865"/>
            <a:chOff x="0" y="0"/>
            <a:chExt cx="27831881" cy="146158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72946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0" name="Freeform 10"/>
            <p:cNvSpPr/>
            <p:nvPr/>
          </p:nvSpPr>
          <p:spPr>
            <a:xfrm>
              <a:off x="10544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1" name="Freeform 11"/>
            <p:cNvSpPr/>
            <p:nvPr/>
          </p:nvSpPr>
          <p:spPr>
            <a:xfrm>
              <a:off x="240087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2" name="Freeform 12"/>
            <p:cNvSpPr/>
            <p:nvPr/>
          </p:nvSpPr>
          <p:spPr>
            <a:xfrm>
              <a:off x="3338287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0087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/>
            <p:cNvSpPr/>
            <p:nvPr/>
          </p:nvSpPr>
          <p:spPr>
            <a:xfrm>
              <a:off x="248689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5" name="Freeform 15"/>
            <p:cNvSpPr/>
            <p:nvPr/>
          </p:nvSpPr>
          <p:spPr>
            <a:xfrm>
              <a:off x="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72946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544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40087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>
              <a:off x="3338287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240087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1" name="Freeform 21"/>
            <p:cNvSpPr/>
            <p:nvPr/>
          </p:nvSpPr>
          <p:spPr>
            <a:xfrm>
              <a:off x="248689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2" name="Freeform 22"/>
            <p:cNvSpPr/>
            <p:nvPr/>
          </p:nvSpPr>
          <p:spPr>
            <a:xfrm>
              <a:off x="5567320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629678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4" name="Freeform 24"/>
            <p:cNvSpPr/>
            <p:nvPr/>
          </p:nvSpPr>
          <p:spPr>
            <a:xfrm>
              <a:off x="5672762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5" name="Freeform 25"/>
            <p:cNvSpPr/>
            <p:nvPr/>
          </p:nvSpPr>
          <p:spPr>
            <a:xfrm>
              <a:off x="796819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6" name="Freeform 26"/>
            <p:cNvSpPr/>
            <p:nvPr/>
          </p:nvSpPr>
          <p:spPr>
            <a:xfrm>
              <a:off x="890560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7" name="Freeform 27"/>
            <p:cNvSpPr/>
            <p:nvPr/>
          </p:nvSpPr>
          <p:spPr>
            <a:xfrm>
              <a:off x="796819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8" name="Freeform 28"/>
            <p:cNvSpPr/>
            <p:nvPr/>
          </p:nvSpPr>
          <p:spPr>
            <a:xfrm>
              <a:off x="805421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9" name="Freeform 29"/>
            <p:cNvSpPr/>
            <p:nvPr/>
          </p:nvSpPr>
          <p:spPr>
            <a:xfrm>
              <a:off x="5567320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7" y="0"/>
                  </a:lnTo>
                  <a:lnTo>
                    <a:pt x="1826177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Freeform 30"/>
            <p:cNvSpPr/>
            <p:nvPr/>
          </p:nvSpPr>
          <p:spPr>
            <a:xfrm>
              <a:off x="629678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1" name="Freeform 31"/>
            <p:cNvSpPr/>
            <p:nvPr/>
          </p:nvSpPr>
          <p:spPr>
            <a:xfrm>
              <a:off x="5672762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5" y="0"/>
                  </a:lnTo>
                  <a:lnTo>
                    <a:pt x="1720735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2" name="Freeform 32"/>
            <p:cNvSpPr/>
            <p:nvPr/>
          </p:nvSpPr>
          <p:spPr>
            <a:xfrm>
              <a:off x="796819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3" name="Freeform 33"/>
            <p:cNvSpPr/>
            <p:nvPr/>
          </p:nvSpPr>
          <p:spPr>
            <a:xfrm>
              <a:off x="890560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4" name="Freeform 34"/>
            <p:cNvSpPr/>
            <p:nvPr/>
          </p:nvSpPr>
          <p:spPr>
            <a:xfrm>
              <a:off x="796819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5" name="Freeform 35"/>
            <p:cNvSpPr/>
            <p:nvPr/>
          </p:nvSpPr>
          <p:spPr>
            <a:xfrm>
              <a:off x="805421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6" name="Freeform 36"/>
            <p:cNvSpPr/>
            <p:nvPr/>
          </p:nvSpPr>
          <p:spPr>
            <a:xfrm>
              <a:off x="1113464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/>
            <p:cNvSpPr/>
            <p:nvPr/>
          </p:nvSpPr>
          <p:spPr>
            <a:xfrm>
              <a:off x="11864101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8" name="Freeform 38"/>
            <p:cNvSpPr/>
            <p:nvPr/>
          </p:nvSpPr>
          <p:spPr>
            <a:xfrm>
              <a:off x="1124008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9" name="Freeform 39"/>
            <p:cNvSpPr/>
            <p:nvPr/>
          </p:nvSpPr>
          <p:spPr>
            <a:xfrm>
              <a:off x="13535514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0" name="Freeform 40"/>
            <p:cNvSpPr/>
            <p:nvPr/>
          </p:nvSpPr>
          <p:spPr>
            <a:xfrm>
              <a:off x="1447292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1" name="Freeform 41"/>
            <p:cNvSpPr/>
            <p:nvPr/>
          </p:nvSpPr>
          <p:spPr>
            <a:xfrm>
              <a:off x="13535514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2" name="Freeform 42"/>
            <p:cNvSpPr/>
            <p:nvPr/>
          </p:nvSpPr>
          <p:spPr>
            <a:xfrm>
              <a:off x="13621532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3" name="Freeform 43"/>
            <p:cNvSpPr/>
            <p:nvPr/>
          </p:nvSpPr>
          <p:spPr>
            <a:xfrm>
              <a:off x="1113464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/>
            <p:cNvSpPr/>
            <p:nvPr/>
          </p:nvSpPr>
          <p:spPr>
            <a:xfrm>
              <a:off x="11864101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2" y="0"/>
                  </a:lnTo>
                  <a:lnTo>
                    <a:pt x="2193432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5" name="Freeform 45"/>
            <p:cNvSpPr/>
            <p:nvPr/>
          </p:nvSpPr>
          <p:spPr>
            <a:xfrm>
              <a:off x="1124008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6" name="Freeform 46"/>
            <p:cNvSpPr/>
            <p:nvPr/>
          </p:nvSpPr>
          <p:spPr>
            <a:xfrm>
              <a:off x="13535514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6" y="0"/>
                  </a:lnTo>
                  <a:lnTo>
                    <a:pt x="2506726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7" name="Freeform 47"/>
            <p:cNvSpPr/>
            <p:nvPr/>
          </p:nvSpPr>
          <p:spPr>
            <a:xfrm>
              <a:off x="1447292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8" name="Freeform 48"/>
            <p:cNvSpPr/>
            <p:nvPr/>
          </p:nvSpPr>
          <p:spPr>
            <a:xfrm>
              <a:off x="13535514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3" y="0"/>
                  </a:lnTo>
                  <a:lnTo>
                    <a:pt x="2676973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9" name="Freeform 49"/>
            <p:cNvSpPr/>
            <p:nvPr/>
          </p:nvSpPr>
          <p:spPr>
            <a:xfrm>
              <a:off x="13621532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90" y="0"/>
                  </a:lnTo>
                  <a:lnTo>
                    <a:pt x="2334690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0" name="Freeform 50"/>
            <p:cNvSpPr/>
            <p:nvPr/>
          </p:nvSpPr>
          <p:spPr>
            <a:xfrm>
              <a:off x="167019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Freeform 51"/>
            <p:cNvSpPr/>
            <p:nvPr/>
          </p:nvSpPr>
          <p:spPr>
            <a:xfrm>
              <a:off x="174314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2" name="Freeform 52"/>
            <p:cNvSpPr/>
            <p:nvPr/>
          </p:nvSpPr>
          <p:spPr>
            <a:xfrm>
              <a:off x="168074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3" name="Freeform 53"/>
            <p:cNvSpPr/>
            <p:nvPr/>
          </p:nvSpPr>
          <p:spPr>
            <a:xfrm>
              <a:off x="191028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4" name="Freeform 54"/>
            <p:cNvSpPr/>
            <p:nvPr/>
          </p:nvSpPr>
          <p:spPr>
            <a:xfrm>
              <a:off x="200402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5" name="Freeform 55"/>
            <p:cNvSpPr/>
            <p:nvPr/>
          </p:nvSpPr>
          <p:spPr>
            <a:xfrm>
              <a:off x="191028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6" name="Freeform 56"/>
            <p:cNvSpPr/>
            <p:nvPr/>
          </p:nvSpPr>
          <p:spPr>
            <a:xfrm>
              <a:off x="191888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7" name="Freeform 57"/>
            <p:cNvSpPr/>
            <p:nvPr/>
          </p:nvSpPr>
          <p:spPr>
            <a:xfrm>
              <a:off x="167019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8" name="Freeform 58"/>
            <p:cNvSpPr/>
            <p:nvPr/>
          </p:nvSpPr>
          <p:spPr>
            <a:xfrm>
              <a:off x="174314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9" name="Freeform 59"/>
            <p:cNvSpPr/>
            <p:nvPr/>
          </p:nvSpPr>
          <p:spPr>
            <a:xfrm>
              <a:off x="168074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0" name="Freeform 60"/>
            <p:cNvSpPr/>
            <p:nvPr/>
          </p:nvSpPr>
          <p:spPr>
            <a:xfrm>
              <a:off x="191028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1" name="Freeform 61"/>
            <p:cNvSpPr/>
            <p:nvPr/>
          </p:nvSpPr>
          <p:spPr>
            <a:xfrm>
              <a:off x="200402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2" name="Freeform 62"/>
            <p:cNvSpPr/>
            <p:nvPr/>
          </p:nvSpPr>
          <p:spPr>
            <a:xfrm>
              <a:off x="191028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3" name="Freeform 63"/>
            <p:cNvSpPr/>
            <p:nvPr/>
          </p:nvSpPr>
          <p:spPr>
            <a:xfrm>
              <a:off x="191888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4" name="Freeform 64"/>
            <p:cNvSpPr/>
            <p:nvPr/>
          </p:nvSpPr>
          <p:spPr>
            <a:xfrm>
              <a:off x="22264561" y="0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5" name="Freeform 65"/>
            <p:cNvSpPr/>
            <p:nvPr/>
          </p:nvSpPr>
          <p:spPr>
            <a:xfrm>
              <a:off x="22994022" y="2334214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5"/>
                  </a:lnTo>
                  <a:lnTo>
                    <a:pt x="0" y="93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6" name="Freeform 66"/>
            <p:cNvSpPr/>
            <p:nvPr/>
          </p:nvSpPr>
          <p:spPr>
            <a:xfrm>
              <a:off x="22370003" y="3811979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7" name="Freeform 67"/>
            <p:cNvSpPr/>
            <p:nvPr/>
          </p:nvSpPr>
          <p:spPr>
            <a:xfrm>
              <a:off x="24665435" y="211709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5"/>
                  </a:lnTo>
                  <a:lnTo>
                    <a:pt x="0" y="1171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8" name="Freeform 68"/>
            <p:cNvSpPr/>
            <p:nvPr/>
          </p:nvSpPr>
          <p:spPr>
            <a:xfrm>
              <a:off x="25602848" y="1905877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3"/>
                  </a:lnTo>
                  <a:lnTo>
                    <a:pt x="0" y="1734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9" name="Freeform 69"/>
            <p:cNvSpPr/>
            <p:nvPr/>
          </p:nvSpPr>
          <p:spPr>
            <a:xfrm>
              <a:off x="24665435" y="5454440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5"/>
                  </a:lnTo>
                  <a:lnTo>
                    <a:pt x="0" y="17424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0" name="Freeform 70"/>
            <p:cNvSpPr/>
            <p:nvPr/>
          </p:nvSpPr>
          <p:spPr>
            <a:xfrm>
              <a:off x="24751453" y="4161170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1" name="Freeform 71"/>
            <p:cNvSpPr/>
            <p:nvPr/>
          </p:nvSpPr>
          <p:spPr>
            <a:xfrm>
              <a:off x="22264561" y="7418915"/>
              <a:ext cx="1826177" cy="1905877"/>
            </a:xfrm>
            <a:custGeom>
              <a:avLst/>
              <a:gdLst/>
              <a:ahLst/>
              <a:cxnLst/>
              <a:rect l="l" t="t" r="r" b="b"/>
              <a:pathLst>
                <a:path w="1826177" h="1905877">
                  <a:moveTo>
                    <a:pt x="0" y="0"/>
                  </a:moveTo>
                  <a:lnTo>
                    <a:pt x="1826176" y="0"/>
                  </a:lnTo>
                  <a:lnTo>
                    <a:pt x="1826176" y="1905877"/>
                  </a:lnTo>
                  <a:lnTo>
                    <a:pt x="0" y="1905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/>
            <p:cNvSpPr/>
            <p:nvPr/>
          </p:nvSpPr>
          <p:spPr>
            <a:xfrm>
              <a:off x="22994022" y="9753128"/>
              <a:ext cx="2193432" cy="933205"/>
            </a:xfrm>
            <a:custGeom>
              <a:avLst/>
              <a:gdLst/>
              <a:ahLst/>
              <a:cxnLst/>
              <a:rect l="l" t="t" r="r" b="b"/>
              <a:pathLst>
                <a:path w="2193432" h="933205">
                  <a:moveTo>
                    <a:pt x="0" y="0"/>
                  </a:moveTo>
                  <a:lnTo>
                    <a:pt x="2193431" y="0"/>
                  </a:lnTo>
                  <a:lnTo>
                    <a:pt x="2193431" y="933206"/>
                  </a:lnTo>
                  <a:lnTo>
                    <a:pt x="0" y="933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3" name="Freeform 73"/>
            <p:cNvSpPr/>
            <p:nvPr/>
          </p:nvSpPr>
          <p:spPr>
            <a:xfrm>
              <a:off x="22370003" y="11230894"/>
              <a:ext cx="1720735" cy="2743200"/>
            </a:xfrm>
            <a:custGeom>
              <a:avLst/>
              <a:gdLst/>
              <a:ahLst/>
              <a:cxnLst/>
              <a:rect l="l" t="t" r="r" b="b"/>
              <a:pathLst>
                <a:path w="1720735" h="2743200">
                  <a:moveTo>
                    <a:pt x="0" y="0"/>
                  </a:moveTo>
                  <a:lnTo>
                    <a:pt x="1720734" y="0"/>
                  </a:lnTo>
                  <a:lnTo>
                    <a:pt x="1720734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4" name="Freeform 74"/>
            <p:cNvSpPr/>
            <p:nvPr/>
          </p:nvSpPr>
          <p:spPr>
            <a:xfrm>
              <a:off x="24665435" y="7630624"/>
              <a:ext cx="2506725" cy="1171324"/>
            </a:xfrm>
            <a:custGeom>
              <a:avLst/>
              <a:gdLst/>
              <a:ahLst/>
              <a:cxnLst/>
              <a:rect l="l" t="t" r="r" b="b"/>
              <a:pathLst>
                <a:path w="2506725" h="1171324">
                  <a:moveTo>
                    <a:pt x="0" y="0"/>
                  </a:moveTo>
                  <a:lnTo>
                    <a:pt x="2506725" y="0"/>
                  </a:lnTo>
                  <a:lnTo>
                    <a:pt x="2506725" y="1171324"/>
                  </a:lnTo>
                  <a:lnTo>
                    <a:pt x="0" y="1171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5" name="Freeform 75"/>
            <p:cNvSpPr/>
            <p:nvPr/>
          </p:nvSpPr>
          <p:spPr>
            <a:xfrm>
              <a:off x="25602848" y="9324792"/>
              <a:ext cx="2229033" cy="1734593"/>
            </a:xfrm>
            <a:custGeom>
              <a:avLst/>
              <a:gdLst/>
              <a:ahLst/>
              <a:cxnLst/>
              <a:rect l="l" t="t" r="r" b="b"/>
              <a:pathLst>
                <a:path w="2229033" h="1734593">
                  <a:moveTo>
                    <a:pt x="0" y="0"/>
                  </a:moveTo>
                  <a:lnTo>
                    <a:pt x="2229033" y="0"/>
                  </a:lnTo>
                  <a:lnTo>
                    <a:pt x="2229033" y="1734592"/>
                  </a:lnTo>
                  <a:lnTo>
                    <a:pt x="0" y="173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6" name="Freeform 76"/>
            <p:cNvSpPr/>
            <p:nvPr/>
          </p:nvSpPr>
          <p:spPr>
            <a:xfrm>
              <a:off x="24665435" y="12873354"/>
              <a:ext cx="2676972" cy="1742466"/>
            </a:xfrm>
            <a:custGeom>
              <a:avLst/>
              <a:gdLst/>
              <a:ahLst/>
              <a:cxnLst/>
              <a:rect l="l" t="t" r="r" b="b"/>
              <a:pathLst>
                <a:path w="2676972" h="1742466">
                  <a:moveTo>
                    <a:pt x="0" y="0"/>
                  </a:moveTo>
                  <a:lnTo>
                    <a:pt x="2676972" y="0"/>
                  </a:lnTo>
                  <a:lnTo>
                    <a:pt x="2676972" y="1742466"/>
                  </a:lnTo>
                  <a:lnTo>
                    <a:pt x="0" y="174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7" name="Freeform 77"/>
            <p:cNvSpPr/>
            <p:nvPr/>
          </p:nvSpPr>
          <p:spPr>
            <a:xfrm>
              <a:off x="24751453" y="11580084"/>
              <a:ext cx="2334689" cy="772570"/>
            </a:xfrm>
            <a:custGeom>
              <a:avLst/>
              <a:gdLst/>
              <a:ahLst/>
              <a:cxnLst/>
              <a:rect l="l" t="t" r="r" b="b"/>
              <a:pathLst>
                <a:path w="2334689" h="772570">
                  <a:moveTo>
                    <a:pt x="0" y="0"/>
                  </a:moveTo>
                  <a:lnTo>
                    <a:pt x="2334689" y="0"/>
                  </a:lnTo>
                  <a:lnTo>
                    <a:pt x="2334689" y="772570"/>
                  </a:lnTo>
                  <a:lnTo>
                    <a:pt x="0" y="772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78" name="Group 78"/>
          <p:cNvGrpSpPr/>
          <p:nvPr/>
        </p:nvGrpSpPr>
        <p:grpSpPr>
          <a:xfrm>
            <a:off x="5995272" y="2771159"/>
            <a:ext cx="6297456" cy="2503117"/>
            <a:chOff x="0" y="0"/>
            <a:chExt cx="1658589" cy="659257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1658589" cy="659257"/>
            </a:xfrm>
            <a:custGeom>
              <a:avLst/>
              <a:gdLst/>
              <a:ahLst/>
              <a:cxnLst/>
              <a:rect l="l" t="t" r="r" b="b"/>
              <a:pathLst>
                <a:path w="1658589" h="659257">
                  <a:moveTo>
                    <a:pt x="29505" y="0"/>
                  </a:moveTo>
                  <a:lnTo>
                    <a:pt x="1629084" y="0"/>
                  </a:lnTo>
                  <a:cubicBezTo>
                    <a:pt x="1636910" y="0"/>
                    <a:pt x="1644414" y="3109"/>
                    <a:pt x="1649948" y="8642"/>
                  </a:cubicBezTo>
                  <a:cubicBezTo>
                    <a:pt x="1655481" y="14175"/>
                    <a:pt x="1658589" y="21680"/>
                    <a:pt x="1658589" y="29505"/>
                  </a:cubicBezTo>
                  <a:lnTo>
                    <a:pt x="1658589" y="629752"/>
                  </a:lnTo>
                  <a:cubicBezTo>
                    <a:pt x="1658589" y="637577"/>
                    <a:pt x="1655481" y="645082"/>
                    <a:pt x="1649948" y="650615"/>
                  </a:cubicBezTo>
                  <a:cubicBezTo>
                    <a:pt x="1644414" y="656149"/>
                    <a:pt x="1636910" y="659257"/>
                    <a:pt x="1629084" y="659257"/>
                  </a:cubicBezTo>
                  <a:lnTo>
                    <a:pt x="29505" y="659257"/>
                  </a:lnTo>
                  <a:cubicBezTo>
                    <a:pt x="21680" y="659257"/>
                    <a:pt x="14175" y="656149"/>
                    <a:pt x="8642" y="650615"/>
                  </a:cubicBezTo>
                  <a:cubicBezTo>
                    <a:pt x="3109" y="645082"/>
                    <a:pt x="0" y="637577"/>
                    <a:pt x="0" y="629752"/>
                  </a:cubicBezTo>
                  <a:lnTo>
                    <a:pt x="0" y="29505"/>
                  </a:lnTo>
                  <a:cubicBezTo>
                    <a:pt x="0" y="21680"/>
                    <a:pt x="3109" y="14175"/>
                    <a:pt x="8642" y="8642"/>
                  </a:cubicBezTo>
                  <a:cubicBezTo>
                    <a:pt x="14175" y="3109"/>
                    <a:pt x="21680" y="0"/>
                    <a:pt x="29505" y="0"/>
                  </a:cubicBezTo>
                  <a:close/>
                </a:path>
              </a:pathLst>
            </a:custGeom>
            <a:solidFill>
              <a:srgbClr val="F0F0F0"/>
            </a:solidFill>
          </p:spPr>
        </p:sp>
        <p:sp>
          <p:nvSpPr>
            <p:cNvPr id="80" name="TextBox 80"/>
            <p:cNvSpPr txBox="1"/>
            <p:nvPr/>
          </p:nvSpPr>
          <p:spPr>
            <a:xfrm>
              <a:off x="0" y="-19050"/>
              <a:ext cx="1658589" cy="6783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5"/>
                </a:lnSpc>
              </a:pPr>
              <a:endParaRPr/>
            </a:p>
          </p:txBody>
        </p:sp>
      </p:grpSp>
      <p:sp>
        <p:nvSpPr>
          <p:cNvPr id="87" name="TextBox 87"/>
          <p:cNvSpPr txBox="1"/>
          <p:nvPr/>
        </p:nvSpPr>
        <p:spPr>
          <a:xfrm>
            <a:off x="4210005" y="4609520"/>
            <a:ext cx="9867990" cy="309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2440"/>
              </a:lnSpc>
            </a:pPr>
            <a:r>
              <a:rPr lang="uz-Latn-UZ" sz="20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{{ism_sharif}}</a:t>
            </a:r>
            <a:endParaRPr lang="en-US" sz="2000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89" name="TextBox 89"/>
          <p:cNvSpPr txBox="1"/>
          <p:nvPr/>
        </p:nvSpPr>
        <p:spPr>
          <a:xfrm>
            <a:off x="2895601" y="1332868"/>
            <a:ext cx="14859000" cy="10515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8228"/>
              </a:lnSpc>
              <a:spcBef>
                <a:spcPct val="0"/>
              </a:spcBef>
            </a:pPr>
            <a:r>
              <a:rPr lang="uz-Latn-UZ" sz="6689" spc="668" dirty="0">
                <a:solidFill>
                  <a:srgbClr val="3F3F3F"/>
                </a:solidFill>
                <a:latin typeface="Aloja"/>
                <a:ea typeface="Aloja"/>
                <a:cs typeface="Aloja"/>
                <a:sym typeface="Aloja"/>
              </a:rPr>
              <a:t>{{yakun}}</a:t>
            </a:r>
            <a:endParaRPr lang="en-US" sz="6689" u="none" strike="noStrike" spc="668" dirty="0">
              <a:solidFill>
                <a:srgbClr val="3F3F3F"/>
              </a:solidFill>
              <a:latin typeface="Aloja"/>
              <a:ea typeface="Aloja"/>
              <a:cs typeface="Aloja"/>
              <a:sym typeface="Aloj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295</Words>
  <Application>Microsoft Office PowerPoint</Application>
  <PresentationFormat>Произвольный</PresentationFormat>
  <Paragraphs>52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30" baseType="lpstr">
      <vt:lpstr>Finger Paint</vt:lpstr>
      <vt:lpstr>Calibri</vt:lpstr>
      <vt:lpstr>Arial</vt:lpstr>
      <vt:lpstr>Aloja</vt:lpstr>
      <vt:lpstr>Glacial Indifference</vt:lpstr>
      <vt:lpstr>Canva Sans Bold</vt:lpstr>
      <vt:lpstr>Canva Sans</vt:lpstr>
      <vt:lpstr>Century Gothic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Albert Einstein Slides, копия</dc:title>
  <cp:lastModifiedBy>sardororolov2233@gmail.com</cp:lastModifiedBy>
  <cp:revision>4</cp:revision>
  <dcterms:created xsi:type="dcterms:W3CDTF">2006-08-16T00:00:00Z</dcterms:created>
  <dcterms:modified xsi:type="dcterms:W3CDTF">2026-04-21T15:55:23Z</dcterms:modified>
  <dc:identifier>DAHHT7T6q3g</dc:identifier>
</cp:coreProperties>
</file>