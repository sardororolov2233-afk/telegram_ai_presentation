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Maiden Orange" charset="1" panose="02060506000000020004"/>
      <p:regular r:id="rId16"/>
    </p:embeddedFont>
    <p:embeddedFont>
      <p:font typeface="Nourd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420361" y="2994803"/>
            <a:ext cx="7787783" cy="7292197"/>
          </a:xfrm>
          <a:custGeom>
            <a:avLst/>
            <a:gdLst/>
            <a:ahLst/>
            <a:cxnLst/>
            <a:rect r="r" b="b" t="t" l="l"/>
            <a:pathLst>
              <a:path h="7292197" w="7787783">
                <a:moveTo>
                  <a:pt x="7787783" y="0"/>
                </a:moveTo>
                <a:lnTo>
                  <a:pt x="0" y="0"/>
                </a:lnTo>
                <a:lnTo>
                  <a:pt x="0" y="7292197"/>
                </a:lnTo>
                <a:lnTo>
                  <a:pt x="7787783" y="7292197"/>
                </a:lnTo>
                <a:lnTo>
                  <a:pt x="778778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210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60" y="0"/>
                </a:lnTo>
                <a:lnTo>
                  <a:pt x="2372860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19234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59" y="0"/>
                </a:lnTo>
                <a:lnTo>
                  <a:pt x="2372859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31076" y="5824491"/>
            <a:ext cx="2142004" cy="4462509"/>
          </a:xfrm>
          <a:custGeom>
            <a:avLst/>
            <a:gdLst/>
            <a:ahLst/>
            <a:cxnLst/>
            <a:rect r="r" b="b" t="t" l="l"/>
            <a:pathLst>
              <a:path h="4462509" w="2142004">
                <a:moveTo>
                  <a:pt x="0" y="0"/>
                </a:moveTo>
                <a:lnTo>
                  <a:pt x="2142004" y="0"/>
                </a:lnTo>
                <a:lnTo>
                  <a:pt x="2142004" y="4462509"/>
                </a:lnTo>
                <a:lnTo>
                  <a:pt x="0" y="44625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17872" y="8030933"/>
            <a:ext cx="2960754" cy="1227367"/>
          </a:xfrm>
          <a:custGeom>
            <a:avLst/>
            <a:gdLst/>
            <a:ahLst/>
            <a:cxnLst/>
            <a:rect r="r" b="b" t="t" l="l"/>
            <a:pathLst>
              <a:path h="1227367" w="2960754">
                <a:moveTo>
                  <a:pt x="0" y="0"/>
                </a:moveTo>
                <a:lnTo>
                  <a:pt x="2960754" y="0"/>
                </a:lnTo>
                <a:lnTo>
                  <a:pt x="2960754" y="1227367"/>
                </a:lnTo>
                <a:lnTo>
                  <a:pt x="0" y="12273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87317">
            <a:off x="4848242" y="1164261"/>
            <a:ext cx="2476780" cy="1157332"/>
          </a:xfrm>
          <a:custGeom>
            <a:avLst/>
            <a:gdLst/>
            <a:ahLst/>
            <a:cxnLst/>
            <a:rect r="r" b="b" t="t" l="l"/>
            <a:pathLst>
              <a:path h="1157332" w="2476780">
                <a:moveTo>
                  <a:pt x="0" y="0"/>
                </a:moveTo>
                <a:lnTo>
                  <a:pt x="2476781" y="0"/>
                </a:lnTo>
                <a:lnTo>
                  <a:pt x="2476781" y="1157332"/>
                </a:lnTo>
                <a:lnTo>
                  <a:pt x="0" y="115733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22756" y="3022454"/>
            <a:ext cx="11365244" cy="35921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3753"/>
              </a:lnSpc>
            </a:pPr>
            <a:r>
              <a:rPr lang="en-US" sz="100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{{topic}}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22756" y="6326930"/>
            <a:ext cx="5697363" cy="570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763"/>
              </a:lnSpc>
            </a:pPr>
            <a:r>
              <a:rPr lang="en-US" sz="3402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6397" y="4261513"/>
            <a:ext cx="8746196" cy="5247717"/>
          </a:xfrm>
          <a:custGeom>
            <a:avLst/>
            <a:gdLst/>
            <a:ahLst/>
            <a:cxnLst/>
            <a:rect r="r" b="b" t="t" l="l"/>
            <a:pathLst>
              <a:path h="5247717" w="8746196">
                <a:moveTo>
                  <a:pt x="0" y="0"/>
                </a:moveTo>
                <a:lnTo>
                  <a:pt x="8746196" y="0"/>
                </a:lnTo>
                <a:lnTo>
                  <a:pt x="8746196" y="5247717"/>
                </a:lnTo>
                <a:lnTo>
                  <a:pt x="0" y="5247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5" id="5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336397" y="1396442"/>
            <a:ext cx="4352066" cy="1123624"/>
          </a:xfrm>
          <a:custGeom>
            <a:avLst/>
            <a:gdLst/>
            <a:ahLst/>
            <a:cxnLst/>
            <a:rect r="r" b="b" t="t" l="l"/>
            <a:pathLst>
              <a:path h="1123624" w="4352066">
                <a:moveTo>
                  <a:pt x="0" y="0"/>
                </a:moveTo>
                <a:lnTo>
                  <a:pt x="4352066" y="0"/>
                </a:lnTo>
                <a:lnTo>
                  <a:pt x="4352066" y="1123624"/>
                </a:lnTo>
                <a:lnTo>
                  <a:pt x="0" y="11236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04941" y="2659987"/>
            <a:ext cx="9257424" cy="17995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4735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{{reja}}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04941" y="4732843"/>
            <a:ext cx="4873060" cy="5969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754894" indent="-377447" lvl="1">
              <a:lnSpc>
                <a:spcPts val="4895"/>
              </a:lnSpc>
              <a:buFont typeface="Arial"/>
              <a:buChar char="•"/>
            </a:pPr>
            <a:r>
              <a:rPr lang="en-US" sz="3496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{{reja_1}}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4941" y="5510613"/>
            <a:ext cx="6253495" cy="5969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754894" indent="-377447" lvl="1">
              <a:lnSpc>
                <a:spcPts val="4895"/>
              </a:lnSpc>
              <a:buFont typeface="Arial"/>
              <a:buChar char="•"/>
            </a:pPr>
            <a:r>
              <a:rPr lang="en-US" sz="3496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{{reja_2}}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4941" y="6288382"/>
            <a:ext cx="5263223" cy="5969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754894" indent="-377447" lvl="1">
              <a:lnSpc>
                <a:spcPts val="4895"/>
              </a:lnSpc>
              <a:buFont typeface="Arial"/>
              <a:buChar char="•"/>
            </a:pPr>
            <a:r>
              <a:rPr lang="en-US" sz="3496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{{reja_3}}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4941" y="7066152"/>
            <a:ext cx="5263223" cy="5969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754894" indent="-377447" lvl="1">
              <a:lnSpc>
                <a:spcPts val="4895"/>
              </a:lnSpc>
              <a:buFont typeface="Arial"/>
              <a:buChar char="•"/>
            </a:pPr>
            <a:r>
              <a:rPr lang="en-US" sz="3496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2105" y="3662983"/>
            <a:ext cx="6770448" cy="6610419"/>
          </a:xfrm>
          <a:custGeom>
            <a:avLst/>
            <a:gdLst/>
            <a:ahLst/>
            <a:cxnLst/>
            <a:rect r="r" b="b" t="t" l="l"/>
            <a:pathLst>
              <a:path h="6610419" w="6770448">
                <a:moveTo>
                  <a:pt x="0" y="0"/>
                </a:moveTo>
                <a:lnTo>
                  <a:pt x="6770448" y="0"/>
                </a:lnTo>
                <a:lnTo>
                  <a:pt x="6770448" y="6610419"/>
                </a:lnTo>
                <a:lnTo>
                  <a:pt x="0" y="66104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210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60" y="0"/>
                </a:lnTo>
                <a:lnTo>
                  <a:pt x="2372860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19234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59" y="0"/>
                </a:lnTo>
                <a:lnTo>
                  <a:pt x="2372859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86928" y="705160"/>
            <a:ext cx="4352066" cy="1123624"/>
          </a:xfrm>
          <a:custGeom>
            <a:avLst/>
            <a:gdLst/>
            <a:ahLst/>
            <a:cxnLst/>
            <a:rect r="r" b="b" t="t" l="l"/>
            <a:pathLst>
              <a:path h="1123624" w="4352066">
                <a:moveTo>
                  <a:pt x="0" y="0"/>
                </a:moveTo>
                <a:lnTo>
                  <a:pt x="4352065" y="0"/>
                </a:lnTo>
                <a:lnTo>
                  <a:pt x="4352065" y="1123624"/>
                </a:lnTo>
                <a:lnTo>
                  <a:pt x="0" y="11236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83730" y="2526496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{{s03_title}}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83730" y="4693454"/>
            <a:ext cx="10030874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{{s03_text_1}}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387317">
            <a:off x="14891402" y="7965407"/>
            <a:ext cx="2476780" cy="1157332"/>
          </a:xfrm>
          <a:custGeom>
            <a:avLst/>
            <a:gdLst/>
            <a:ahLst/>
            <a:cxnLst/>
            <a:rect r="r" b="b" t="t" l="l"/>
            <a:pathLst>
              <a:path h="1157332" w="2476780">
                <a:moveTo>
                  <a:pt x="0" y="0"/>
                </a:moveTo>
                <a:lnTo>
                  <a:pt x="2476781" y="0"/>
                </a:lnTo>
                <a:lnTo>
                  <a:pt x="2476781" y="1157332"/>
                </a:lnTo>
                <a:lnTo>
                  <a:pt x="0" y="11573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5244" y="3853494"/>
            <a:ext cx="3744056" cy="5404806"/>
          </a:xfrm>
          <a:custGeom>
            <a:avLst/>
            <a:gdLst/>
            <a:ahLst/>
            <a:cxnLst/>
            <a:rect r="r" b="b" t="t" l="l"/>
            <a:pathLst>
              <a:path h="5404806" w="3744056">
                <a:moveTo>
                  <a:pt x="0" y="0"/>
                </a:moveTo>
                <a:lnTo>
                  <a:pt x="3744056" y="0"/>
                </a:lnTo>
                <a:lnTo>
                  <a:pt x="3744056" y="5404806"/>
                </a:lnTo>
                <a:lnTo>
                  <a:pt x="0" y="5404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5" id="5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72000" y="1644349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{{s04_title}}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70200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{{s04_text_1}}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555897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{{s04_text_2}}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6978" y="2703865"/>
            <a:ext cx="3543392" cy="7583135"/>
          </a:xfrm>
          <a:custGeom>
            <a:avLst/>
            <a:gdLst/>
            <a:ahLst/>
            <a:cxnLst/>
            <a:rect r="r" b="b" t="t" l="l"/>
            <a:pathLst>
              <a:path h="7583135" w="3543392">
                <a:moveTo>
                  <a:pt x="0" y="0"/>
                </a:moveTo>
                <a:lnTo>
                  <a:pt x="3543392" y="0"/>
                </a:lnTo>
                <a:lnTo>
                  <a:pt x="3543392" y="7583135"/>
                </a:lnTo>
                <a:lnTo>
                  <a:pt x="0" y="7583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210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60" y="0"/>
                </a:lnTo>
                <a:lnTo>
                  <a:pt x="2372860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19234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59" y="0"/>
                </a:lnTo>
                <a:lnTo>
                  <a:pt x="2372859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00874" y="4155446"/>
            <a:ext cx="5558426" cy="33851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0" indent="0" lvl="0">
              <a:lnSpc>
                <a:spcPts val="387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{{s05_text_1}}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2000" y="4155446"/>
            <a:ext cx="5558426" cy="33851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{{s05_text_2}}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72000" y="1300465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{{s05_title}}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4" id="4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65779" y="3723584"/>
            <a:ext cx="10556441" cy="4572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{{s06_text_1}}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72078" y="1396698"/>
            <a:ext cx="10143844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{{s06_title}}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700728" y="4430605"/>
            <a:ext cx="4706412" cy="5856395"/>
          </a:xfrm>
          <a:custGeom>
            <a:avLst/>
            <a:gdLst/>
            <a:ahLst/>
            <a:cxnLst/>
            <a:rect r="r" b="b" t="t" l="l"/>
            <a:pathLst>
              <a:path h="5856395" w="4706412">
                <a:moveTo>
                  <a:pt x="0" y="0"/>
                </a:moveTo>
                <a:lnTo>
                  <a:pt x="4706412" y="0"/>
                </a:lnTo>
                <a:lnTo>
                  <a:pt x="4706412" y="5856395"/>
                </a:lnTo>
                <a:lnTo>
                  <a:pt x="0" y="58563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1119140" y="4430605"/>
            <a:ext cx="4706412" cy="5856395"/>
          </a:xfrm>
          <a:custGeom>
            <a:avLst/>
            <a:gdLst/>
            <a:ahLst/>
            <a:cxnLst/>
            <a:rect r="r" b="b" t="t" l="l"/>
            <a:pathLst>
              <a:path h="5856395" w="4706412">
                <a:moveTo>
                  <a:pt x="4706412" y="0"/>
                </a:moveTo>
                <a:lnTo>
                  <a:pt x="0" y="0"/>
                </a:lnTo>
                <a:lnTo>
                  <a:pt x="0" y="5856395"/>
                </a:lnTo>
                <a:lnTo>
                  <a:pt x="4706412" y="5856395"/>
                </a:lnTo>
                <a:lnTo>
                  <a:pt x="470641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2105" y="3662983"/>
            <a:ext cx="6770448" cy="6610419"/>
          </a:xfrm>
          <a:custGeom>
            <a:avLst/>
            <a:gdLst/>
            <a:ahLst/>
            <a:cxnLst/>
            <a:rect r="r" b="b" t="t" l="l"/>
            <a:pathLst>
              <a:path h="6610419" w="6770448">
                <a:moveTo>
                  <a:pt x="0" y="0"/>
                </a:moveTo>
                <a:lnTo>
                  <a:pt x="6770448" y="0"/>
                </a:lnTo>
                <a:lnTo>
                  <a:pt x="6770448" y="6610419"/>
                </a:lnTo>
                <a:lnTo>
                  <a:pt x="0" y="66104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210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60" y="0"/>
                </a:lnTo>
                <a:lnTo>
                  <a:pt x="2372860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19234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59" y="0"/>
                </a:lnTo>
                <a:lnTo>
                  <a:pt x="2372859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86928" y="705160"/>
            <a:ext cx="4352066" cy="1123624"/>
          </a:xfrm>
          <a:custGeom>
            <a:avLst/>
            <a:gdLst/>
            <a:ahLst/>
            <a:cxnLst/>
            <a:rect r="r" b="b" t="t" l="l"/>
            <a:pathLst>
              <a:path h="1123624" w="4352066">
                <a:moveTo>
                  <a:pt x="0" y="0"/>
                </a:moveTo>
                <a:lnTo>
                  <a:pt x="4352065" y="0"/>
                </a:lnTo>
                <a:lnTo>
                  <a:pt x="4352065" y="1123624"/>
                </a:lnTo>
                <a:lnTo>
                  <a:pt x="0" y="11236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83730" y="2526496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{{s07_title}}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83730" y="4693454"/>
            <a:ext cx="10030874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{{s07_text_1}}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387317">
            <a:off x="14891402" y="7965407"/>
            <a:ext cx="2476780" cy="1157332"/>
          </a:xfrm>
          <a:custGeom>
            <a:avLst/>
            <a:gdLst/>
            <a:ahLst/>
            <a:cxnLst/>
            <a:rect r="r" b="b" t="t" l="l"/>
            <a:pathLst>
              <a:path h="1157332" w="2476780">
                <a:moveTo>
                  <a:pt x="0" y="0"/>
                </a:moveTo>
                <a:lnTo>
                  <a:pt x="2476781" y="0"/>
                </a:lnTo>
                <a:lnTo>
                  <a:pt x="2476781" y="1157332"/>
                </a:lnTo>
                <a:lnTo>
                  <a:pt x="0" y="11573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5244" y="3853494"/>
            <a:ext cx="3744056" cy="5404806"/>
          </a:xfrm>
          <a:custGeom>
            <a:avLst/>
            <a:gdLst/>
            <a:ahLst/>
            <a:cxnLst/>
            <a:rect r="r" b="b" t="t" l="l"/>
            <a:pathLst>
              <a:path h="5404806" w="3744056">
                <a:moveTo>
                  <a:pt x="0" y="0"/>
                </a:moveTo>
                <a:lnTo>
                  <a:pt x="3744056" y="0"/>
                </a:lnTo>
                <a:lnTo>
                  <a:pt x="3744056" y="5404806"/>
                </a:lnTo>
                <a:lnTo>
                  <a:pt x="0" y="5404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5" id="5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72000" y="1644349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{{s08_title}}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70200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{{s08_text_1}}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555897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{{s08_text_2}}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6978" y="2703865"/>
            <a:ext cx="3543392" cy="7583135"/>
          </a:xfrm>
          <a:custGeom>
            <a:avLst/>
            <a:gdLst/>
            <a:ahLst/>
            <a:cxnLst/>
            <a:rect r="r" b="b" t="t" l="l"/>
            <a:pathLst>
              <a:path h="7583135" w="3543392">
                <a:moveTo>
                  <a:pt x="0" y="0"/>
                </a:moveTo>
                <a:lnTo>
                  <a:pt x="3543392" y="0"/>
                </a:lnTo>
                <a:lnTo>
                  <a:pt x="3543392" y="7583135"/>
                </a:lnTo>
                <a:lnTo>
                  <a:pt x="0" y="7583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210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60" y="0"/>
                </a:lnTo>
                <a:lnTo>
                  <a:pt x="2372860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19234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59" y="0"/>
                </a:lnTo>
                <a:lnTo>
                  <a:pt x="2372859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00874" y="4155446"/>
            <a:ext cx="5558426" cy="33851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0" indent="0" lvl="0">
              <a:lnSpc>
                <a:spcPts val="387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{{s09_text_1}}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2000" y="4155446"/>
            <a:ext cx="5558426" cy="33851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{{s09_text_2}}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72000" y="1300465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{{s09_title}}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4" id="4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65779" y="3723584"/>
            <a:ext cx="10556441" cy="4572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{{s10_text_1}}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72078" y="1396698"/>
            <a:ext cx="10143844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{{s10_title}}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700728" y="4430605"/>
            <a:ext cx="4706412" cy="5856395"/>
          </a:xfrm>
          <a:custGeom>
            <a:avLst/>
            <a:gdLst/>
            <a:ahLst/>
            <a:cxnLst/>
            <a:rect r="r" b="b" t="t" l="l"/>
            <a:pathLst>
              <a:path h="5856395" w="4706412">
                <a:moveTo>
                  <a:pt x="0" y="0"/>
                </a:moveTo>
                <a:lnTo>
                  <a:pt x="4706412" y="0"/>
                </a:lnTo>
                <a:lnTo>
                  <a:pt x="4706412" y="5856395"/>
                </a:lnTo>
                <a:lnTo>
                  <a:pt x="0" y="58563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1119140" y="4430605"/>
            <a:ext cx="4706412" cy="5856395"/>
          </a:xfrm>
          <a:custGeom>
            <a:avLst/>
            <a:gdLst/>
            <a:ahLst/>
            <a:cxnLst/>
            <a:rect r="r" b="b" t="t" l="l"/>
            <a:pathLst>
              <a:path h="5856395" w="4706412">
                <a:moveTo>
                  <a:pt x="4706412" y="0"/>
                </a:moveTo>
                <a:lnTo>
                  <a:pt x="0" y="0"/>
                </a:lnTo>
                <a:lnTo>
                  <a:pt x="0" y="5856395"/>
                </a:lnTo>
                <a:lnTo>
                  <a:pt x="4706412" y="5856395"/>
                </a:lnTo>
                <a:lnTo>
                  <a:pt x="470641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2105" y="3662983"/>
            <a:ext cx="6770448" cy="6610419"/>
          </a:xfrm>
          <a:custGeom>
            <a:avLst/>
            <a:gdLst/>
            <a:ahLst/>
            <a:cxnLst/>
            <a:rect r="r" b="b" t="t" l="l"/>
            <a:pathLst>
              <a:path h="6610419" w="6770448">
                <a:moveTo>
                  <a:pt x="0" y="0"/>
                </a:moveTo>
                <a:lnTo>
                  <a:pt x="6770448" y="0"/>
                </a:lnTo>
                <a:lnTo>
                  <a:pt x="6770448" y="6610419"/>
                </a:lnTo>
                <a:lnTo>
                  <a:pt x="0" y="66104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210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60" y="0"/>
                </a:lnTo>
                <a:lnTo>
                  <a:pt x="2372860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19234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59" y="0"/>
                </a:lnTo>
                <a:lnTo>
                  <a:pt x="2372859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86928" y="705160"/>
            <a:ext cx="4352066" cy="1123624"/>
          </a:xfrm>
          <a:custGeom>
            <a:avLst/>
            <a:gdLst/>
            <a:ahLst/>
            <a:cxnLst/>
            <a:rect r="r" b="b" t="t" l="l"/>
            <a:pathLst>
              <a:path h="1123624" w="4352066">
                <a:moveTo>
                  <a:pt x="0" y="0"/>
                </a:moveTo>
                <a:lnTo>
                  <a:pt x="4352065" y="0"/>
                </a:lnTo>
                <a:lnTo>
                  <a:pt x="4352065" y="1123624"/>
                </a:lnTo>
                <a:lnTo>
                  <a:pt x="0" y="11236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83730" y="2526496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{{s11_title}}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83730" y="4693454"/>
            <a:ext cx="10030874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{{s11_text_1}}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387317">
            <a:off x="14891402" y="7965407"/>
            <a:ext cx="2476780" cy="1157332"/>
          </a:xfrm>
          <a:custGeom>
            <a:avLst/>
            <a:gdLst/>
            <a:ahLst/>
            <a:cxnLst/>
            <a:rect r="r" b="b" t="t" l="l"/>
            <a:pathLst>
              <a:path h="1157332" w="2476780">
                <a:moveTo>
                  <a:pt x="0" y="0"/>
                </a:moveTo>
                <a:lnTo>
                  <a:pt x="2476781" y="0"/>
                </a:lnTo>
                <a:lnTo>
                  <a:pt x="2476781" y="1157332"/>
                </a:lnTo>
                <a:lnTo>
                  <a:pt x="0" y="11573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5244" y="3853494"/>
            <a:ext cx="3744056" cy="5404806"/>
          </a:xfrm>
          <a:custGeom>
            <a:avLst/>
            <a:gdLst/>
            <a:ahLst/>
            <a:cxnLst/>
            <a:rect r="r" b="b" t="t" l="l"/>
            <a:pathLst>
              <a:path h="5404806" w="3744056">
                <a:moveTo>
                  <a:pt x="0" y="0"/>
                </a:moveTo>
                <a:lnTo>
                  <a:pt x="3744056" y="0"/>
                </a:lnTo>
                <a:lnTo>
                  <a:pt x="3744056" y="5404806"/>
                </a:lnTo>
                <a:lnTo>
                  <a:pt x="0" y="5404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5" id="5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72000" y="1644349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{{s12_title}}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70200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{{s12_text_1}}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555897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{{s12_text_2}}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6978" y="2703865"/>
            <a:ext cx="3543392" cy="7583135"/>
          </a:xfrm>
          <a:custGeom>
            <a:avLst/>
            <a:gdLst/>
            <a:ahLst/>
            <a:cxnLst/>
            <a:rect r="r" b="b" t="t" l="l"/>
            <a:pathLst>
              <a:path h="7583135" w="3543392">
                <a:moveTo>
                  <a:pt x="0" y="0"/>
                </a:moveTo>
                <a:lnTo>
                  <a:pt x="3543392" y="0"/>
                </a:lnTo>
                <a:lnTo>
                  <a:pt x="3543392" y="7583135"/>
                </a:lnTo>
                <a:lnTo>
                  <a:pt x="0" y="75831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210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60" y="0"/>
                </a:lnTo>
                <a:lnTo>
                  <a:pt x="2372860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19234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59" y="0"/>
                </a:lnTo>
                <a:lnTo>
                  <a:pt x="2372859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00874" y="4155446"/>
            <a:ext cx="5558426" cy="33851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0" indent="0" lvl="0">
              <a:lnSpc>
                <a:spcPts val="387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{{s13_text_1}}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2000" y="4155446"/>
            <a:ext cx="5558426" cy="33851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{{s13_text_2}}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72000" y="1300465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{{s13_title}}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4" id="4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65779" y="3723584"/>
            <a:ext cx="10556441" cy="4572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{{s14_text_1}}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72078" y="1396698"/>
            <a:ext cx="10143844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{{s14_title}}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700728" y="4430605"/>
            <a:ext cx="4706412" cy="5856395"/>
          </a:xfrm>
          <a:custGeom>
            <a:avLst/>
            <a:gdLst/>
            <a:ahLst/>
            <a:cxnLst/>
            <a:rect r="r" b="b" t="t" l="l"/>
            <a:pathLst>
              <a:path h="5856395" w="4706412">
                <a:moveTo>
                  <a:pt x="0" y="0"/>
                </a:moveTo>
                <a:lnTo>
                  <a:pt x="4706412" y="0"/>
                </a:lnTo>
                <a:lnTo>
                  <a:pt x="4706412" y="5856395"/>
                </a:lnTo>
                <a:lnTo>
                  <a:pt x="0" y="58563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1119140" y="4430605"/>
            <a:ext cx="4706412" cy="5856395"/>
          </a:xfrm>
          <a:custGeom>
            <a:avLst/>
            <a:gdLst/>
            <a:ahLst/>
            <a:cxnLst/>
            <a:rect r="r" b="b" t="t" l="l"/>
            <a:pathLst>
              <a:path h="5856395" w="4706412">
                <a:moveTo>
                  <a:pt x="4706412" y="0"/>
                </a:moveTo>
                <a:lnTo>
                  <a:pt x="0" y="0"/>
                </a:lnTo>
                <a:lnTo>
                  <a:pt x="0" y="5856395"/>
                </a:lnTo>
                <a:lnTo>
                  <a:pt x="4706412" y="5856395"/>
                </a:lnTo>
                <a:lnTo>
                  <a:pt x="470641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02270" y="3585300"/>
            <a:ext cx="5385730" cy="6701700"/>
          </a:xfrm>
          <a:custGeom>
            <a:avLst/>
            <a:gdLst/>
            <a:ahLst/>
            <a:cxnLst/>
            <a:rect r="r" b="b" t="t" l="l"/>
            <a:pathLst>
              <a:path h="6701700" w="5385730">
                <a:moveTo>
                  <a:pt x="0" y="0"/>
                </a:moveTo>
                <a:lnTo>
                  <a:pt x="5385730" y="0"/>
                </a:lnTo>
                <a:lnTo>
                  <a:pt x="5385730" y="6701700"/>
                </a:lnTo>
                <a:lnTo>
                  <a:pt x="0" y="670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5" id="5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072078" y="1330024"/>
            <a:ext cx="10143844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{{s15_title}}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54099"/>
            <a:ext cx="10030874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{{s15_text_1}}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27860" y="6515100"/>
            <a:ext cx="10030874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{{s15_text_2}}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5244" y="3853494"/>
            <a:ext cx="3744056" cy="5404806"/>
          </a:xfrm>
          <a:custGeom>
            <a:avLst/>
            <a:gdLst/>
            <a:ahLst/>
            <a:cxnLst/>
            <a:rect r="r" b="b" t="t" l="l"/>
            <a:pathLst>
              <a:path h="5404806" w="3744056">
                <a:moveTo>
                  <a:pt x="0" y="0"/>
                </a:moveTo>
                <a:lnTo>
                  <a:pt x="3744056" y="0"/>
                </a:lnTo>
                <a:lnTo>
                  <a:pt x="3744056" y="5404806"/>
                </a:lnTo>
                <a:lnTo>
                  <a:pt x="0" y="5404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5" id="5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72000" y="1644349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{{s16_title}}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70200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{{s16_text_1}}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555897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{{s16_text_2}}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02270" y="3585300"/>
            <a:ext cx="5385730" cy="6701700"/>
          </a:xfrm>
          <a:custGeom>
            <a:avLst/>
            <a:gdLst/>
            <a:ahLst/>
            <a:cxnLst/>
            <a:rect r="r" b="b" t="t" l="l"/>
            <a:pathLst>
              <a:path h="6701700" w="5385730">
                <a:moveTo>
                  <a:pt x="0" y="0"/>
                </a:moveTo>
                <a:lnTo>
                  <a:pt x="5385730" y="0"/>
                </a:lnTo>
                <a:lnTo>
                  <a:pt x="5385730" y="6701700"/>
                </a:lnTo>
                <a:lnTo>
                  <a:pt x="0" y="670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5" id="5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072078" y="1330024"/>
            <a:ext cx="10143844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{{s17_title}}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54099"/>
            <a:ext cx="10030874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{{s17_text_1}}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27860" y="6515100"/>
            <a:ext cx="10030874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{{s17_text_2}}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5244" y="3853494"/>
            <a:ext cx="3744056" cy="5404806"/>
          </a:xfrm>
          <a:custGeom>
            <a:avLst/>
            <a:gdLst/>
            <a:ahLst/>
            <a:cxnLst/>
            <a:rect r="r" b="b" t="t" l="l"/>
            <a:pathLst>
              <a:path h="5404806" w="3744056">
                <a:moveTo>
                  <a:pt x="0" y="0"/>
                </a:moveTo>
                <a:lnTo>
                  <a:pt x="3744056" y="0"/>
                </a:lnTo>
                <a:lnTo>
                  <a:pt x="3744056" y="5404806"/>
                </a:lnTo>
                <a:lnTo>
                  <a:pt x="0" y="5404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5" id="5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72000" y="1644349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{{s18_title}}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70200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{{s18_text_1}}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555897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{{s18_text_2}}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5244" y="3853494"/>
            <a:ext cx="3744056" cy="5404806"/>
          </a:xfrm>
          <a:custGeom>
            <a:avLst/>
            <a:gdLst/>
            <a:ahLst/>
            <a:cxnLst/>
            <a:rect r="r" b="b" t="t" l="l"/>
            <a:pathLst>
              <a:path h="5404806" w="3744056">
                <a:moveTo>
                  <a:pt x="0" y="0"/>
                </a:moveTo>
                <a:lnTo>
                  <a:pt x="3744056" y="0"/>
                </a:lnTo>
                <a:lnTo>
                  <a:pt x="3744056" y="5404806"/>
                </a:lnTo>
                <a:lnTo>
                  <a:pt x="0" y="5404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419090" y="-1202674"/>
            <a:ext cx="21126180" cy="4656773"/>
            <a:chOff x="0" y="0"/>
            <a:chExt cx="28168240" cy="6209031"/>
          </a:xfrm>
        </p:grpSpPr>
        <p:sp>
          <p:nvSpPr>
            <p:cNvPr name="Freeform 5" id="5"/>
            <p:cNvSpPr/>
            <p:nvPr/>
          </p:nvSpPr>
          <p:spPr>
            <a:xfrm flipH="true" flipV="false" rot="873787">
              <a:off x="548514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5288637" y="0"/>
                  </a:moveTo>
                  <a:lnTo>
                    <a:pt x="0" y="0"/>
                  </a:lnTo>
                  <a:lnTo>
                    <a:pt x="0" y="5038629"/>
                  </a:lnTo>
                  <a:lnTo>
                    <a:pt x="5288637" y="5038629"/>
                  </a:lnTo>
                  <a:lnTo>
                    <a:pt x="5288637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876000">
              <a:off x="22329948" y="585201"/>
              <a:ext cx="5288637" cy="5038629"/>
            </a:xfrm>
            <a:custGeom>
              <a:avLst/>
              <a:gdLst/>
              <a:ahLst/>
              <a:cxnLst/>
              <a:rect r="r" b="b" t="t" l="l"/>
              <a:pathLst>
                <a:path h="5038629" w="5288637">
                  <a:moveTo>
                    <a:pt x="0" y="0"/>
                  </a:moveTo>
                  <a:lnTo>
                    <a:pt x="5288637" y="0"/>
                  </a:lnTo>
                  <a:lnTo>
                    <a:pt x="5288637" y="5038629"/>
                  </a:lnTo>
                  <a:lnTo>
                    <a:pt x="0" y="503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72000" y="1644349"/>
            <a:ext cx="9144000" cy="1809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700"/>
              </a:lnSpc>
            </a:pPr>
            <a:r>
              <a:rPr lang="en-US" sz="72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{{adabiyotlar}}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70200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28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{{adabiyotlar_ro_yxati}}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555897"/>
            <a:ext cx="11355056" cy="22860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420361" y="2994803"/>
            <a:ext cx="7787783" cy="7292197"/>
          </a:xfrm>
          <a:custGeom>
            <a:avLst/>
            <a:gdLst/>
            <a:ahLst/>
            <a:cxnLst/>
            <a:rect r="r" b="b" t="t" l="l"/>
            <a:pathLst>
              <a:path h="7292197" w="7787783">
                <a:moveTo>
                  <a:pt x="7787783" y="0"/>
                </a:moveTo>
                <a:lnTo>
                  <a:pt x="0" y="0"/>
                </a:lnTo>
                <a:lnTo>
                  <a:pt x="0" y="7292197"/>
                </a:lnTo>
                <a:lnTo>
                  <a:pt x="7787783" y="7292197"/>
                </a:lnTo>
                <a:lnTo>
                  <a:pt x="778778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210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60" y="0"/>
                </a:lnTo>
                <a:lnTo>
                  <a:pt x="2372860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19234" y="323586"/>
            <a:ext cx="2372859" cy="2372859"/>
          </a:xfrm>
          <a:custGeom>
            <a:avLst/>
            <a:gdLst/>
            <a:ahLst/>
            <a:cxnLst/>
            <a:rect r="r" b="b" t="t" l="l"/>
            <a:pathLst>
              <a:path h="2372859" w="2372859">
                <a:moveTo>
                  <a:pt x="0" y="0"/>
                </a:moveTo>
                <a:lnTo>
                  <a:pt x="2372859" y="0"/>
                </a:lnTo>
                <a:lnTo>
                  <a:pt x="2372859" y="2372859"/>
                </a:lnTo>
                <a:lnTo>
                  <a:pt x="0" y="2372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88298" y="5824491"/>
            <a:ext cx="2142004" cy="4462509"/>
          </a:xfrm>
          <a:custGeom>
            <a:avLst/>
            <a:gdLst/>
            <a:ahLst/>
            <a:cxnLst/>
            <a:rect r="r" b="b" t="t" l="l"/>
            <a:pathLst>
              <a:path h="4462509" w="2142004">
                <a:moveTo>
                  <a:pt x="0" y="0"/>
                </a:moveTo>
                <a:lnTo>
                  <a:pt x="2142004" y="0"/>
                </a:lnTo>
                <a:lnTo>
                  <a:pt x="2142004" y="4462509"/>
                </a:lnTo>
                <a:lnTo>
                  <a:pt x="0" y="44625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17872" y="8030933"/>
            <a:ext cx="2960754" cy="1227367"/>
          </a:xfrm>
          <a:custGeom>
            <a:avLst/>
            <a:gdLst/>
            <a:ahLst/>
            <a:cxnLst/>
            <a:rect r="r" b="b" t="t" l="l"/>
            <a:pathLst>
              <a:path h="1227367" w="2960754">
                <a:moveTo>
                  <a:pt x="0" y="0"/>
                </a:moveTo>
                <a:lnTo>
                  <a:pt x="2960754" y="0"/>
                </a:lnTo>
                <a:lnTo>
                  <a:pt x="2960754" y="1227367"/>
                </a:lnTo>
                <a:lnTo>
                  <a:pt x="0" y="12273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87317">
            <a:off x="4848242" y="1164261"/>
            <a:ext cx="2476780" cy="1157332"/>
          </a:xfrm>
          <a:custGeom>
            <a:avLst/>
            <a:gdLst/>
            <a:ahLst/>
            <a:cxnLst/>
            <a:rect r="r" b="b" t="t" l="l"/>
            <a:pathLst>
              <a:path h="1157332" w="2476780">
                <a:moveTo>
                  <a:pt x="0" y="0"/>
                </a:moveTo>
                <a:lnTo>
                  <a:pt x="2476781" y="0"/>
                </a:lnTo>
                <a:lnTo>
                  <a:pt x="2476781" y="1157332"/>
                </a:lnTo>
                <a:lnTo>
                  <a:pt x="0" y="115733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22756" y="4325707"/>
            <a:ext cx="10336544" cy="20252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5174"/>
              </a:lnSpc>
            </a:pPr>
            <a:r>
              <a:rPr lang="en-US" sz="10000">
                <a:solidFill>
                  <a:srgbClr val="000000"/>
                </a:solidFill>
                <a:latin typeface="Maiden Orange"/>
                <a:ea typeface="Maiden Orange"/>
                <a:cs typeface="Maiden Orange"/>
                <a:sym typeface="Maiden Orange"/>
              </a:rPr>
              <a:t>{{yakun}}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20509" y="6070108"/>
            <a:ext cx="5697363" cy="57079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763"/>
              </a:lnSpc>
            </a:pPr>
            <a:r>
              <a:rPr lang="en-US" sz="3402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{{muallif}}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DAHXZB53diI</dc:identifier>
  <dcterms:modified xsi:type="dcterms:W3CDTF">2011-08-01T06:04:30Z</dcterms:modified>
  <cp:revision>1</cp:revision>
  <dc:title>Black and White Illustrated Science Project Presentation</dc:title>
</cp:coreProperties>
</file>