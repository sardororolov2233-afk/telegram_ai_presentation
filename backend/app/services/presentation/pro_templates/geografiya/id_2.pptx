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arget="ppt/presentation.xml" Type="http://schemas.openxmlformats.org/officeDocument/2006/relationships/officeDocument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SubjectSlide1"/>
    <p:sldId id="257" r:id="rIdSubjectSlide2"/>
    <p:sldId id="258" r:id="rIdSubjectSlide3"/>
    <p:sldId id="259" r:id="rIdSubjectSlide4"/>
    <p:sldId id="260" r:id="rIdSubjectSlide5"/>
    <p:sldId id="261" r:id="rIdSubjectSlide6"/>
    <p:sldId id="262" r:id="rIdSubjectSlide7"/>
    <p:sldId id="263" r:id="rIdSubjectSlide8"/>
    <p:sldId id="264" r:id="rIdSubjectSlide9"/>
    <p:sldId id="265" r:id="rIdSubjectSlide10"/>
    <p:sldId id="266" r:id="rIdSubjectSlide11"/>
    <p:sldId id="267" r:id="rIdSubjectSlide12"/>
    <p:sldId id="268" r:id="rIdSubjectSlide13"/>
    <p:sldId id="269" r:id="rIdSubjectSlide14"/>
    <p:sldId id="270" r:id="rIdSubjectSlide15"/>
    <p:sldId id="271" r:id="rIdSubjectSlide16"/>
    <p:sldId id="272" r:id="rIdSubjectSlide17"/>
    <p:sldId id="273" r:id="rIdSubjectSlide18"/>
    <p:sldId id="274" r:id="rIdSubjectSlide19"/>
    <p:sldId id="275" r:id="rIdSubjectSlide20"/>
  </p:sldIdLst>
  <p:sldSz cx="18288000" cy="10287000"/>
  <p:notesSz cx="6858000" cy="9144000"/>
  <p:embeddedFontLst>
    <p:embeddedFont>
      <p:font typeface="March Rough" charset="1" panose="02000500000000000000"/>
      <p:regular r:id="rId16"/>
    </p:embeddedFont>
    <p:embeddedFont>
      <p:font typeface="Koulen" charset="1" panose="020005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arget="slideMasters/slideMaster1.xml" Type="http://schemas.openxmlformats.org/officeDocument/2006/relationships/slideMaster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SubjectSlide1" Type="http://schemas.openxmlformats.org/officeDocument/2006/relationships/slide" Target="slides/slide1.xml"/><Relationship Id="rIdSubjectSlide2" Type="http://schemas.openxmlformats.org/officeDocument/2006/relationships/slide" Target="slides/slide2.xml"/><Relationship Id="rIdSubjectSlide3" Type="http://schemas.openxmlformats.org/officeDocument/2006/relationships/slide" Target="slides/slide3.xml"/><Relationship Id="rIdSubjectSlide4" Type="http://schemas.openxmlformats.org/officeDocument/2006/relationships/slide" Target="slides/slide4.xml"/><Relationship Id="rIdSubjectSlide5" Type="http://schemas.openxmlformats.org/officeDocument/2006/relationships/slide" Target="slides/slide5.xml"/><Relationship Id="rIdSubjectSlide6" Type="http://schemas.openxmlformats.org/officeDocument/2006/relationships/slide" Target="slides/slide6.xml"/><Relationship Id="rIdSubjectSlide7" Type="http://schemas.openxmlformats.org/officeDocument/2006/relationships/slide" Target="slides/slide7.xml"/><Relationship Id="rIdSubjectSlide8" Type="http://schemas.openxmlformats.org/officeDocument/2006/relationships/slide" Target="slides/slide8.xml"/><Relationship Id="rIdSubjectSlide9" Type="http://schemas.openxmlformats.org/officeDocument/2006/relationships/slide" Target="slides/slide9.xml"/><Relationship Id="rIdSubjectSlide10" Type="http://schemas.openxmlformats.org/officeDocument/2006/relationships/slide" Target="slides/slide10.xml"/><Relationship Id="rIdSubjectSlide11" Type="http://schemas.openxmlformats.org/officeDocument/2006/relationships/slide" Target="slides/slide11.xml"/><Relationship Id="rIdSubjectSlide12" Type="http://schemas.openxmlformats.org/officeDocument/2006/relationships/slide" Target="slides/slide12.xml"/><Relationship Id="rIdSubjectSlide13" Type="http://schemas.openxmlformats.org/officeDocument/2006/relationships/slide" Target="slides/slide13.xml"/><Relationship Id="rIdSubjectSlide14" Type="http://schemas.openxmlformats.org/officeDocument/2006/relationships/slide" Target="slides/slide14.xml"/><Relationship Id="rIdSubjectSlide15" Type="http://schemas.openxmlformats.org/officeDocument/2006/relationships/slide" Target="slides/slide15.xml"/><Relationship Id="rIdSubjectSlide16" Type="http://schemas.openxmlformats.org/officeDocument/2006/relationships/slide" Target="slides/slide16.xml"/><Relationship Id="rIdSubjectSlide17" Type="http://schemas.openxmlformats.org/officeDocument/2006/relationships/slide" Target="slides/slide17.xml"/><Relationship Id="rIdSubjectSlide18" Type="http://schemas.openxmlformats.org/officeDocument/2006/relationships/slide" Target="slides/slide18.xml"/><Relationship Id="rIdSubjectSlide19" Type="http://schemas.openxmlformats.org/officeDocument/2006/relationships/slide" Target="slides/slide19.xml"/><Relationship Id="rIdSubjectSlide20" Type="http://schemas.openxmlformats.org/officeDocument/2006/relationships/slide" Target="slides/slide20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6.png" Type="http://schemas.openxmlformats.org/officeDocument/2006/relationships/image"/><Relationship Id="rId7" Target="../media/image5.png" Type="http://schemas.openxmlformats.org/officeDocument/2006/relationships/image"/></Relationships>
</file>

<file path=ppt/slides/_rels/slide3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6.png" Type="http://schemas.openxmlformats.org/officeDocument/2006/relationships/image"/><Relationship Id="rId7" Target="../media/image5.png" Type="http://schemas.openxmlformats.org/officeDocument/2006/relationships/image"/></Relationships>
</file>

<file path=ppt/slides/_rels/slide4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6.png" Type="http://schemas.openxmlformats.org/officeDocument/2006/relationships/image"/><Relationship Id="rId7" Target="../media/image5.png" Type="http://schemas.openxmlformats.org/officeDocument/2006/relationships/image"/><Relationship Id="rId8" Target="../media/image7.jpeg" Type="http://schemas.openxmlformats.org/officeDocument/2006/relationships/image"/></Relationships>
</file>

<file path=ppt/slides/_rels/slide5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6.png" Type="http://schemas.openxmlformats.org/officeDocument/2006/relationships/image"/><Relationship Id="rId7" Target="../media/image5.png" Type="http://schemas.openxmlformats.org/officeDocument/2006/relationships/image"/><Relationship Id="rId8" Target="../media/image8.jpeg" Type="http://schemas.openxmlformats.org/officeDocument/2006/relationships/image"/></Relationships>
</file>

<file path=ppt/slides/_rels/slide6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6.png" Type="http://schemas.openxmlformats.org/officeDocument/2006/relationships/image"/><Relationship Id="rId7" Target="../media/image5.png" Type="http://schemas.openxmlformats.org/officeDocument/2006/relationships/image"/></Relationships>
</file>

<file path=ppt/slides/_rels/slide7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6.png" Type="http://schemas.openxmlformats.org/officeDocument/2006/relationships/image"/><Relationship Id="rId7" Target="../media/image5.png" Type="http://schemas.openxmlformats.org/officeDocument/2006/relationships/image"/></Relationships>
</file>

<file path=ppt/slides/_rels/slide8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6.png" Type="http://schemas.openxmlformats.org/officeDocument/2006/relationships/image"/><Relationship Id="rId7" Target="../media/image5.png" Type="http://schemas.openxmlformats.org/officeDocument/2006/relationships/image"/><Relationship Id="rId8" Target="../media/image7.jpeg" Type="http://schemas.openxmlformats.org/officeDocument/2006/relationships/image"/></Relationships>
</file>

<file path=ppt/slides/_rels/slide9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6.png" Type="http://schemas.openxmlformats.org/officeDocument/2006/relationships/image"/><Relationship Id="rId7" Target="../media/image5.png" Type="http://schemas.openxmlformats.org/officeDocument/2006/relationships/image"/><Relationship Id="rId8" Target="../media/image8.jpeg" Type="http://schemas.openxmlformats.org/officeDocument/2006/relationships/image"/></Relationships>
</file>

<file path=ppt/slides/_rels/slide10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6.png" Type="http://schemas.openxmlformats.org/officeDocument/2006/relationships/image"/><Relationship Id="rId7" Target="../media/image5.png" Type="http://schemas.openxmlformats.org/officeDocument/2006/relationships/image"/></Relationships>
</file>

<file path=ppt/slides/_rels/slide1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6.png" Type="http://schemas.openxmlformats.org/officeDocument/2006/relationships/image"/><Relationship Id="rId7" Target="../media/image5.png" Type="http://schemas.openxmlformats.org/officeDocument/2006/relationships/image"/></Relationships>
</file>

<file path=ppt/slides/_rels/slide12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6.png" Type="http://schemas.openxmlformats.org/officeDocument/2006/relationships/image"/><Relationship Id="rId7" Target="../media/image5.png" Type="http://schemas.openxmlformats.org/officeDocument/2006/relationships/image"/><Relationship Id="rId8" Target="../media/image7.jpeg" Type="http://schemas.openxmlformats.org/officeDocument/2006/relationships/image"/></Relationships>
</file>

<file path=ppt/slides/_rels/slide13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6.png" Type="http://schemas.openxmlformats.org/officeDocument/2006/relationships/image"/><Relationship Id="rId7" Target="../media/image5.png" Type="http://schemas.openxmlformats.org/officeDocument/2006/relationships/image"/><Relationship Id="rId8" Target="../media/image8.jpeg" Type="http://schemas.openxmlformats.org/officeDocument/2006/relationships/image"/></Relationships>
</file>

<file path=ppt/slides/_rels/slide14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6.png" Type="http://schemas.openxmlformats.org/officeDocument/2006/relationships/image"/><Relationship Id="rId7" Target="../media/image5.png" Type="http://schemas.openxmlformats.org/officeDocument/2006/relationships/image"/></Relationships>
</file>

<file path=ppt/slides/_rels/slide15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6.png" Type="http://schemas.openxmlformats.org/officeDocument/2006/relationships/image"/><Relationship Id="rId7" Target="../media/image5.png" Type="http://schemas.openxmlformats.org/officeDocument/2006/relationships/image"/></Relationships>
</file>

<file path=ppt/slides/_rels/slide16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6.png" Type="http://schemas.openxmlformats.org/officeDocument/2006/relationships/image"/><Relationship Id="rId7" Target="../media/image5.png" Type="http://schemas.openxmlformats.org/officeDocument/2006/relationships/image"/></Relationships>
</file>

<file path=ppt/slides/_rels/slide17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6.png" Type="http://schemas.openxmlformats.org/officeDocument/2006/relationships/image"/><Relationship Id="rId7" Target="../media/image5.png" Type="http://schemas.openxmlformats.org/officeDocument/2006/relationships/image"/></Relationships>
</file>

<file path=ppt/slides/_rels/slide18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6.png" Type="http://schemas.openxmlformats.org/officeDocument/2006/relationships/image"/><Relationship Id="rId7" Target="../media/image5.png" Type="http://schemas.openxmlformats.org/officeDocument/2006/relationships/image"/></Relationships>
</file>

<file path=ppt/slides/_rels/slide19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6.png" Type="http://schemas.openxmlformats.org/officeDocument/2006/relationships/image"/><Relationship Id="rId7" Target="../media/image5.png" Type="http://schemas.openxmlformats.org/officeDocument/2006/relationships/image"/></Relationships>
</file>

<file path=ppt/slides/_rels/slide20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727780">
            <a:off x="-2146333" y="8418902"/>
            <a:ext cx="15551912" cy="3401981"/>
          </a:xfrm>
          <a:custGeom>
            <a:avLst/>
            <a:gdLst/>
            <a:ahLst/>
            <a:cxnLst/>
            <a:rect r="r" b="b" t="t" l="l"/>
            <a:pathLst>
              <a:path h="3401981" w="15551912">
                <a:moveTo>
                  <a:pt x="0" y="0"/>
                </a:moveTo>
                <a:lnTo>
                  <a:pt x="15551912" y="0"/>
                </a:lnTo>
                <a:lnTo>
                  <a:pt x="15551912" y="3401981"/>
                </a:lnTo>
                <a:lnTo>
                  <a:pt x="0" y="34019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3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321543" y="-988146"/>
            <a:ext cx="16230600" cy="2466523"/>
          </a:xfrm>
          <a:custGeom>
            <a:avLst/>
            <a:gdLst/>
            <a:ahLst/>
            <a:cxnLst/>
            <a:rect r="r" b="b" t="t" l="l"/>
            <a:pathLst>
              <a:path h="2466523" w="16230600">
                <a:moveTo>
                  <a:pt x="0" y="0"/>
                </a:moveTo>
                <a:lnTo>
                  <a:pt x="16230600" y="0"/>
                </a:lnTo>
                <a:lnTo>
                  <a:pt x="16230600" y="2466522"/>
                </a:lnTo>
                <a:lnTo>
                  <a:pt x="0" y="24665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163180" y="7046240"/>
            <a:ext cx="4421482" cy="3575873"/>
          </a:xfrm>
          <a:custGeom>
            <a:avLst/>
            <a:gdLst/>
            <a:ahLst/>
            <a:cxnLst/>
            <a:rect r="r" b="b" t="t" l="l"/>
            <a:pathLst>
              <a:path h="3575873" w="4421482">
                <a:moveTo>
                  <a:pt x="4421482" y="0"/>
                </a:moveTo>
                <a:lnTo>
                  <a:pt x="0" y="0"/>
                </a:lnTo>
                <a:lnTo>
                  <a:pt x="0" y="3575873"/>
                </a:lnTo>
                <a:lnTo>
                  <a:pt x="4421482" y="3575873"/>
                </a:lnTo>
                <a:lnTo>
                  <a:pt x="4421482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6961">
            <a:off x="15448407" y="2937977"/>
            <a:ext cx="1608500" cy="1558235"/>
          </a:xfrm>
          <a:custGeom>
            <a:avLst/>
            <a:gdLst/>
            <a:ahLst/>
            <a:cxnLst/>
            <a:rect r="r" b="b" t="t" l="l"/>
            <a:pathLst>
              <a:path h="1558235" w="1608500">
                <a:moveTo>
                  <a:pt x="0" y="0"/>
                </a:moveTo>
                <a:lnTo>
                  <a:pt x="1608500" y="0"/>
                </a:lnTo>
                <a:lnTo>
                  <a:pt x="1608500" y="1558235"/>
                </a:lnTo>
                <a:lnTo>
                  <a:pt x="0" y="15582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321543" y="2806301"/>
            <a:ext cx="11819403" cy="29366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2210"/>
              </a:lnSpc>
            </a:pPr>
            <a:r>
              <a:rPr lang="en-US" sz="10000">
                <a:solidFill>
                  <a:srgbClr val="DCDBD5"/>
                </a:solidFill>
                <a:latin typeface="March Rough"/>
                <a:ea typeface="March Rough"/>
                <a:cs typeface="March Rough"/>
                <a:sym typeface="March Rough"/>
              </a:rPr>
              <a:t>{{topic}}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234299" y="4829835"/>
            <a:ext cx="11819403" cy="29366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2210"/>
              </a:lnSpc>
            </a:pPr>
            <a:r>
              <a:rPr lang="en-US" sz="3600">
                <a:solidFill>
                  <a:srgbClr val="DCDBD5"/>
                </a:solidFill>
                <a:latin typeface="March Rough"/>
                <a:ea typeface="March Rough"/>
                <a:cs typeface="March Rough"/>
                <a:sym typeface="March Rough"/>
              </a:rPr>
              <a:t>{{muallif}}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1097136">
            <a:off x="484188" y="855032"/>
            <a:ext cx="4079546" cy="3742984"/>
          </a:xfrm>
          <a:custGeom>
            <a:avLst/>
            <a:gdLst/>
            <a:ahLst/>
            <a:cxnLst/>
            <a:rect r="r" b="b" t="t" l="l"/>
            <a:pathLst>
              <a:path h="3742984" w="4079546">
                <a:moveTo>
                  <a:pt x="0" y="0"/>
                </a:moveTo>
                <a:lnTo>
                  <a:pt x="4079547" y="0"/>
                </a:lnTo>
                <a:lnTo>
                  <a:pt x="4079547" y="3742983"/>
                </a:lnTo>
                <a:lnTo>
                  <a:pt x="0" y="37429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727780">
            <a:off x="-2146333" y="8418902"/>
            <a:ext cx="15551912" cy="3401981"/>
          </a:xfrm>
          <a:custGeom>
            <a:avLst/>
            <a:gdLst/>
            <a:ahLst/>
            <a:cxnLst/>
            <a:rect r="r" b="b" t="t" l="l"/>
            <a:pathLst>
              <a:path h="3401981" w="15551912">
                <a:moveTo>
                  <a:pt x="0" y="0"/>
                </a:moveTo>
                <a:lnTo>
                  <a:pt x="15551912" y="0"/>
                </a:lnTo>
                <a:lnTo>
                  <a:pt x="15551912" y="3401981"/>
                </a:lnTo>
                <a:lnTo>
                  <a:pt x="0" y="34019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3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321543" y="-988146"/>
            <a:ext cx="16230600" cy="2466523"/>
          </a:xfrm>
          <a:custGeom>
            <a:avLst/>
            <a:gdLst/>
            <a:ahLst/>
            <a:cxnLst/>
            <a:rect r="r" b="b" t="t" l="l"/>
            <a:pathLst>
              <a:path h="2466523" w="16230600">
                <a:moveTo>
                  <a:pt x="0" y="0"/>
                </a:moveTo>
                <a:lnTo>
                  <a:pt x="16230600" y="0"/>
                </a:lnTo>
                <a:lnTo>
                  <a:pt x="16230600" y="2466522"/>
                </a:lnTo>
                <a:lnTo>
                  <a:pt x="0" y="24665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163180" y="7046240"/>
            <a:ext cx="4421482" cy="3575873"/>
          </a:xfrm>
          <a:custGeom>
            <a:avLst/>
            <a:gdLst/>
            <a:ahLst/>
            <a:cxnLst/>
            <a:rect r="r" b="b" t="t" l="l"/>
            <a:pathLst>
              <a:path h="3575873" w="4421482">
                <a:moveTo>
                  <a:pt x="4421482" y="0"/>
                </a:moveTo>
                <a:lnTo>
                  <a:pt x="0" y="0"/>
                </a:lnTo>
                <a:lnTo>
                  <a:pt x="0" y="3575873"/>
                </a:lnTo>
                <a:lnTo>
                  <a:pt x="4421482" y="3575873"/>
                </a:lnTo>
                <a:lnTo>
                  <a:pt x="4421482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097136">
            <a:off x="551997" y="961546"/>
            <a:ext cx="2679885" cy="2458794"/>
          </a:xfrm>
          <a:custGeom>
            <a:avLst/>
            <a:gdLst/>
            <a:ahLst/>
            <a:cxnLst/>
            <a:rect r="r" b="b" t="t" l="l"/>
            <a:pathLst>
              <a:path h="2458794" w="2679885">
                <a:moveTo>
                  <a:pt x="0" y="0"/>
                </a:moveTo>
                <a:lnTo>
                  <a:pt x="2679885" y="0"/>
                </a:lnTo>
                <a:lnTo>
                  <a:pt x="2679885" y="2458795"/>
                </a:lnTo>
                <a:lnTo>
                  <a:pt x="0" y="24587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778493" y="3198526"/>
            <a:ext cx="13229414" cy="5057408"/>
            <a:chOff x="0" y="0"/>
            <a:chExt cx="3484290" cy="13319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84290" cy="1331992"/>
            </a:xfrm>
            <a:custGeom>
              <a:avLst/>
              <a:gdLst/>
              <a:ahLst/>
              <a:cxnLst/>
              <a:rect r="r" b="b" t="t" l="l"/>
              <a:pathLst>
                <a:path h="1331992" w="3484290">
                  <a:moveTo>
                    <a:pt x="29845" y="0"/>
                  </a:moveTo>
                  <a:lnTo>
                    <a:pt x="3454445" y="0"/>
                  </a:lnTo>
                  <a:cubicBezTo>
                    <a:pt x="3470928" y="0"/>
                    <a:pt x="3484290" y="13362"/>
                    <a:pt x="3484290" y="29845"/>
                  </a:cubicBezTo>
                  <a:lnTo>
                    <a:pt x="3484290" y="1302147"/>
                  </a:lnTo>
                  <a:cubicBezTo>
                    <a:pt x="3484290" y="1310062"/>
                    <a:pt x="3481146" y="1317654"/>
                    <a:pt x="3475548" y="1323251"/>
                  </a:cubicBezTo>
                  <a:cubicBezTo>
                    <a:pt x="3469951" y="1328848"/>
                    <a:pt x="3462360" y="1331992"/>
                    <a:pt x="3454445" y="1331992"/>
                  </a:cubicBezTo>
                  <a:lnTo>
                    <a:pt x="29845" y="1331992"/>
                  </a:lnTo>
                  <a:cubicBezTo>
                    <a:pt x="21930" y="1331992"/>
                    <a:pt x="14339" y="1328848"/>
                    <a:pt x="8742" y="1323251"/>
                  </a:cubicBezTo>
                  <a:cubicBezTo>
                    <a:pt x="3144" y="1317654"/>
                    <a:pt x="0" y="1310062"/>
                    <a:pt x="0" y="1302147"/>
                  </a:cubicBezTo>
                  <a:lnTo>
                    <a:pt x="0" y="29845"/>
                  </a:lnTo>
                  <a:cubicBezTo>
                    <a:pt x="0" y="21930"/>
                    <a:pt x="3144" y="14339"/>
                    <a:pt x="8742" y="8742"/>
                  </a:cubicBezTo>
                  <a:cubicBezTo>
                    <a:pt x="14339" y="3144"/>
                    <a:pt x="21930" y="0"/>
                    <a:pt x="29845" y="0"/>
                  </a:cubicBezTo>
                  <a:close/>
                </a:path>
              </a:pathLst>
            </a:custGeom>
            <a:solidFill>
              <a:srgbClr val="DCDBD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484290" cy="1370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989630" y="1621251"/>
            <a:ext cx="9173550" cy="142547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0810"/>
              </a:lnSpc>
            </a:pPr>
            <a:r>
              <a:rPr lang="en-US" sz="7200">
                <a:solidFill>
                  <a:srgbClr val="DCDBD5"/>
                </a:solidFill>
                <a:latin typeface="March Rough"/>
                <a:ea typeface="March Rough"/>
                <a:cs typeface="March Rough"/>
                <a:sym typeface="March Rough"/>
              </a:rPr>
              <a:t>{{reja}}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-1086961">
            <a:off x="16364373" y="2412966"/>
            <a:ext cx="1621801" cy="1571120"/>
          </a:xfrm>
          <a:custGeom>
            <a:avLst/>
            <a:gdLst/>
            <a:ahLst/>
            <a:cxnLst/>
            <a:rect r="r" b="b" t="t" l="l"/>
            <a:pathLst>
              <a:path h="1571120" w="1621801">
                <a:moveTo>
                  <a:pt x="0" y="0"/>
                </a:moveTo>
                <a:lnTo>
                  <a:pt x="1621801" y="0"/>
                </a:lnTo>
                <a:lnTo>
                  <a:pt x="1621801" y="1571120"/>
                </a:lnTo>
                <a:lnTo>
                  <a:pt x="0" y="15711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037611" y="3958755"/>
            <a:ext cx="10711177" cy="34893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 spc="32">
                <a:solidFill>
                  <a:srgbClr val="000000"/>
                </a:solidFill>
                <a:latin typeface="Koulen"/>
                <a:ea typeface="Koulen"/>
                <a:cs typeface="Koulen"/>
                <a:sym typeface="Koulen"/>
              </a:rPr>
              <a:t>{{reja_1}}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 spc="32">
                <a:solidFill>
                  <a:srgbClr val="000000"/>
                </a:solidFill>
                <a:latin typeface="Koulen"/>
                <a:ea typeface="Koulen"/>
                <a:cs typeface="Koulen"/>
                <a:sym typeface="Koulen"/>
              </a:rPr>
              <a:t>{{reja_2}}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 spc="32">
                <a:solidFill>
                  <a:srgbClr val="000000"/>
                </a:solidFill>
                <a:latin typeface="Koulen"/>
                <a:ea typeface="Koulen"/>
                <a:cs typeface="Koulen"/>
                <a:sym typeface="Koulen"/>
              </a:rPr>
              <a:t>{{reja_3}}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 spc="32">
                <a:solidFill>
                  <a:srgbClr val="000000"/>
                </a:solidFill>
                <a:latin typeface="Koulen"/>
                <a:ea typeface="Koulen"/>
                <a:cs typeface="Koulen"/>
                <a:sym typeface="Koulen"/>
              </a:rPr>
              <a:t>{{reja_4}}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727780">
            <a:off x="-2146333" y="8418902"/>
            <a:ext cx="15551912" cy="3401981"/>
          </a:xfrm>
          <a:custGeom>
            <a:avLst/>
            <a:gdLst/>
            <a:ahLst/>
            <a:cxnLst/>
            <a:rect r="r" b="b" t="t" l="l"/>
            <a:pathLst>
              <a:path h="3401981" w="15551912">
                <a:moveTo>
                  <a:pt x="0" y="0"/>
                </a:moveTo>
                <a:lnTo>
                  <a:pt x="15551912" y="0"/>
                </a:lnTo>
                <a:lnTo>
                  <a:pt x="15551912" y="3401981"/>
                </a:lnTo>
                <a:lnTo>
                  <a:pt x="0" y="34019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3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321543" y="-988146"/>
            <a:ext cx="16230600" cy="2466523"/>
          </a:xfrm>
          <a:custGeom>
            <a:avLst/>
            <a:gdLst/>
            <a:ahLst/>
            <a:cxnLst/>
            <a:rect r="r" b="b" t="t" l="l"/>
            <a:pathLst>
              <a:path h="2466523" w="16230600">
                <a:moveTo>
                  <a:pt x="0" y="0"/>
                </a:moveTo>
                <a:lnTo>
                  <a:pt x="16230600" y="0"/>
                </a:lnTo>
                <a:lnTo>
                  <a:pt x="16230600" y="2466522"/>
                </a:lnTo>
                <a:lnTo>
                  <a:pt x="0" y="24665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163180" y="7046240"/>
            <a:ext cx="4421482" cy="3575873"/>
          </a:xfrm>
          <a:custGeom>
            <a:avLst/>
            <a:gdLst/>
            <a:ahLst/>
            <a:cxnLst/>
            <a:rect r="r" b="b" t="t" l="l"/>
            <a:pathLst>
              <a:path h="3575873" w="4421482">
                <a:moveTo>
                  <a:pt x="4421482" y="0"/>
                </a:moveTo>
                <a:lnTo>
                  <a:pt x="0" y="0"/>
                </a:lnTo>
                <a:lnTo>
                  <a:pt x="0" y="3575873"/>
                </a:lnTo>
                <a:lnTo>
                  <a:pt x="4421482" y="3575873"/>
                </a:lnTo>
                <a:lnTo>
                  <a:pt x="4421482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097136">
            <a:off x="551997" y="961546"/>
            <a:ext cx="2679885" cy="2458794"/>
          </a:xfrm>
          <a:custGeom>
            <a:avLst/>
            <a:gdLst/>
            <a:ahLst/>
            <a:cxnLst/>
            <a:rect r="r" b="b" t="t" l="l"/>
            <a:pathLst>
              <a:path h="2458794" w="2679885">
                <a:moveTo>
                  <a:pt x="0" y="0"/>
                </a:moveTo>
                <a:lnTo>
                  <a:pt x="2679885" y="0"/>
                </a:lnTo>
                <a:lnTo>
                  <a:pt x="2679885" y="2458795"/>
                </a:lnTo>
                <a:lnTo>
                  <a:pt x="0" y="24587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778493" y="3198526"/>
            <a:ext cx="13229414" cy="5057408"/>
            <a:chOff x="0" y="0"/>
            <a:chExt cx="3484290" cy="13319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84290" cy="1331992"/>
            </a:xfrm>
            <a:custGeom>
              <a:avLst/>
              <a:gdLst/>
              <a:ahLst/>
              <a:cxnLst/>
              <a:rect r="r" b="b" t="t" l="l"/>
              <a:pathLst>
                <a:path h="1331992" w="3484290">
                  <a:moveTo>
                    <a:pt x="29845" y="0"/>
                  </a:moveTo>
                  <a:lnTo>
                    <a:pt x="3454445" y="0"/>
                  </a:lnTo>
                  <a:cubicBezTo>
                    <a:pt x="3470928" y="0"/>
                    <a:pt x="3484290" y="13362"/>
                    <a:pt x="3484290" y="29845"/>
                  </a:cubicBezTo>
                  <a:lnTo>
                    <a:pt x="3484290" y="1302147"/>
                  </a:lnTo>
                  <a:cubicBezTo>
                    <a:pt x="3484290" y="1310062"/>
                    <a:pt x="3481146" y="1317654"/>
                    <a:pt x="3475548" y="1323251"/>
                  </a:cubicBezTo>
                  <a:cubicBezTo>
                    <a:pt x="3469951" y="1328848"/>
                    <a:pt x="3462360" y="1331992"/>
                    <a:pt x="3454445" y="1331992"/>
                  </a:cubicBezTo>
                  <a:lnTo>
                    <a:pt x="29845" y="1331992"/>
                  </a:lnTo>
                  <a:cubicBezTo>
                    <a:pt x="21930" y="1331992"/>
                    <a:pt x="14339" y="1328848"/>
                    <a:pt x="8742" y="1323251"/>
                  </a:cubicBezTo>
                  <a:cubicBezTo>
                    <a:pt x="3144" y="1317654"/>
                    <a:pt x="0" y="1310062"/>
                    <a:pt x="0" y="1302147"/>
                  </a:cubicBezTo>
                  <a:lnTo>
                    <a:pt x="0" y="29845"/>
                  </a:lnTo>
                  <a:cubicBezTo>
                    <a:pt x="0" y="21930"/>
                    <a:pt x="3144" y="14339"/>
                    <a:pt x="8742" y="8742"/>
                  </a:cubicBezTo>
                  <a:cubicBezTo>
                    <a:pt x="14339" y="3144"/>
                    <a:pt x="21930" y="0"/>
                    <a:pt x="29845" y="0"/>
                  </a:cubicBezTo>
                  <a:close/>
                </a:path>
              </a:pathLst>
            </a:custGeom>
            <a:solidFill>
              <a:srgbClr val="DCDBD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484290" cy="1370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989630" y="1621251"/>
            <a:ext cx="9173550" cy="142547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0810"/>
              </a:lnSpc>
            </a:pPr>
            <a:r>
              <a:rPr lang="en-US" sz="7200">
                <a:solidFill>
                  <a:srgbClr val="DCDBD5"/>
                </a:solidFill>
                <a:latin typeface="March Rough"/>
                <a:ea typeface="March Rough"/>
                <a:cs typeface="March Rough"/>
                <a:sym typeface="March Rough"/>
              </a:rPr>
              <a:t>{{s03_title}}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-1086961">
            <a:off x="16364373" y="2412966"/>
            <a:ext cx="1621801" cy="1571120"/>
          </a:xfrm>
          <a:custGeom>
            <a:avLst/>
            <a:gdLst/>
            <a:ahLst/>
            <a:cxnLst/>
            <a:rect r="r" b="b" t="t" l="l"/>
            <a:pathLst>
              <a:path h="1571120" w="1621801">
                <a:moveTo>
                  <a:pt x="0" y="0"/>
                </a:moveTo>
                <a:lnTo>
                  <a:pt x="1621801" y="0"/>
                </a:lnTo>
                <a:lnTo>
                  <a:pt x="1621801" y="1571120"/>
                </a:lnTo>
                <a:lnTo>
                  <a:pt x="0" y="15711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037611" y="3958755"/>
            <a:ext cx="10711177" cy="34893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 spc="32">
                <a:solidFill>
                  <a:srgbClr val="000000"/>
                </a:solidFill>
                <a:latin typeface="Koulen"/>
                <a:ea typeface="Koulen"/>
                <a:cs typeface="Koulen"/>
                <a:sym typeface="Koulen"/>
              </a:rPr>
              <a:t>{{s03_text_1}}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727780">
            <a:off x="-2146333" y="8418902"/>
            <a:ext cx="15551912" cy="3401981"/>
          </a:xfrm>
          <a:custGeom>
            <a:avLst/>
            <a:gdLst/>
            <a:ahLst/>
            <a:cxnLst/>
            <a:rect r="r" b="b" t="t" l="l"/>
            <a:pathLst>
              <a:path h="3401981" w="15551912">
                <a:moveTo>
                  <a:pt x="0" y="0"/>
                </a:moveTo>
                <a:lnTo>
                  <a:pt x="15551912" y="0"/>
                </a:lnTo>
                <a:lnTo>
                  <a:pt x="15551912" y="3401981"/>
                </a:lnTo>
                <a:lnTo>
                  <a:pt x="0" y="34019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3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321543" y="-988146"/>
            <a:ext cx="16230600" cy="2466523"/>
          </a:xfrm>
          <a:custGeom>
            <a:avLst/>
            <a:gdLst/>
            <a:ahLst/>
            <a:cxnLst/>
            <a:rect r="r" b="b" t="t" l="l"/>
            <a:pathLst>
              <a:path h="2466523" w="16230600">
                <a:moveTo>
                  <a:pt x="0" y="0"/>
                </a:moveTo>
                <a:lnTo>
                  <a:pt x="16230600" y="0"/>
                </a:lnTo>
                <a:lnTo>
                  <a:pt x="16230600" y="2466522"/>
                </a:lnTo>
                <a:lnTo>
                  <a:pt x="0" y="24665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163180" y="7046240"/>
            <a:ext cx="4421482" cy="3575873"/>
          </a:xfrm>
          <a:custGeom>
            <a:avLst/>
            <a:gdLst/>
            <a:ahLst/>
            <a:cxnLst/>
            <a:rect r="r" b="b" t="t" l="l"/>
            <a:pathLst>
              <a:path h="3575873" w="4421482">
                <a:moveTo>
                  <a:pt x="4421482" y="0"/>
                </a:moveTo>
                <a:lnTo>
                  <a:pt x="0" y="0"/>
                </a:lnTo>
                <a:lnTo>
                  <a:pt x="0" y="3575873"/>
                </a:lnTo>
                <a:lnTo>
                  <a:pt x="4421482" y="3575873"/>
                </a:lnTo>
                <a:lnTo>
                  <a:pt x="4421482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097136">
            <a:off x="551997" y="961546"/>
            <a:ext cx="2679885" cy="2458794"/>
          </a:xfrm>
          <a:custGeom>
            <a:avLst/>
            <a:gdLst/>
            <a:ahLst/>
            <a:cxnLst/>
            <a:rect r="r" b="b" t="t" l="l"/>
            <a:pathLst>
              <a:path h="2458794" w="2679885">
                <a:moveTo>
                  <a:pt x="0" y="0"/>
                </a:moveTo>
                <a:lnTo>
                  <a:pt x="2679885" y="0"/>
                </a:lnTo>
                <a:lnTo>
                  <a:pt x="2679885" y="2458795"/>
                </a:lnTo>
                <a:lnTo>
                  <a:pt x="0" y="24587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778493" y="3198526"/>
            <a:ext cx="13229414" cy="5057408"/>
            <a:chOff x="0" y="0"/>
            <a:chExt cx="3484290" cy="13319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84290" cy="1331992"/>
            </a:xfrm>
            <a:custGeom>
              <a:avLst/>
              <a:gdLst/>
              <a:ahLst/>
              <a:cxnLst/>
              <a:rect r="r" b="b" t="t" l="l"/>
              <a:pathLst>
                <a:path h="1331992" w="3484290">
                  <a:moveTo>
                    <a:pt x="29845" y="0"/>
                  </a:moveTo>
                  <a:lnTo>
                    <a:pt x="3454445" y="0"/>
                  </a:lnTo>
                  <a:cubicBezTo>
                    <a:pt x="3470928" y="0"/>
                    <a:pt x="3484290" y="13362"/>
                    <a:pt x="3484290" y="29845"/>
                  </a:cubicBezTo>
                  <a:lnTo>
                    <a:pt x="3484290" y="1302147"/>
                  </a:lnTo>
                  <a:cubicBezTo>
                    <a:pt x="3484290" y="1310062"/>
                    <a:pt x="3481146" y="1317654"/>
                    <a:pt x="3475548" y="1323251"/>
                  </a:cubicBezTo>
                  <a:cubicBezTo>
                    <a:pt x="3469951" y="1328848"/>
                    <a:pt x="3462360" y="1331992"/>
                    <a:pt x="3454445" y="1331992"/>
                  </a:cubicBezTo>
                  <a:lnTo>
                    <a:pt x="29845" y="1331992"/>
                  </a:lnTo>
                  <a:cubicBezTo>
                    <a:pt x="21930" y="1331992"/>
                    <a:pt x="14339" y="1328848"/>
                    <a:pt x="8742" y="1323251"/>
                  </a:cubicBezTo>
                  <a:cubicBezTo>
                    <a:pt x="3144" y="1317654"/>
                    <a:pt x="0" y="1310062"/>
                    <a:pt x="0" y="1302147"/>
                  </a:cubicBezTo>
                  <a:lnTo>
                    <a:pt x="0" y="29845"/>
                  </a:lnTo>
                  <a:cubicBezTo>
                    <a:pt x="0" y="21930"/>
                    <a:pt x="3144" y="14339"/>
                    <a:pt x="8742" y="8742"/>
                  </a:cubicBezTo>
                  <a:cubicBezTo>
                    <a:pt x="14339" y="3144"/>
                    <a:pt x="21930" y="0"/>
                    <a:pt x="29845" y="0"/>
                  </a:cubicBezTo>
                  <a:close/>
                </a:path>
              </a:pathLst>
            </a:custGeom>
            <a:solidFill>
              <a:srgbClr val="DCDBD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484290" cy="1370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1086961">
            <a:off x="16364373" y="2412966"/>
            <a:ext cx="1621801" cy="1571120"/>
          </a:xfrm>
          <a:custGeom>
            <a:avLst/>
            <a:gdLst/>
            <a:ahLst/>
            <a:cxnLst/>
            <a:rect r="r" b="b" t="t" l="l"/>
            <a:pathLst>
              <a:path h="1571120" w="1621801">
                <a:moveTo>
                  <a:pt x="0" y="0"/>
                </a:moveTo>
                <a:lnTo>
                  <a:pt x="1621801" y="0"/>
                </a:lnTo>
                <a:lnTo>
                  <a:pt x="1621801" y="1571120"/>
                </a:lnTo>
                <a:lnTo>
                  <a:pt x="0" y="15711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0303854" y="4011930"/>
            <a:ext cx="4842138" cy="3360251"/>
            <a:chOff x="0" y="0"/>
            <a:chExt cx="750174" cy="520591"/>
          </a:xfrm>
        </p:grpSpPr>
        <p:sp>
          <p:nvSpPr>
            <p:cNvPr name="{{image_1}}" id="12" descr="{{image_1}}"/>
            <p:cNvSpPr/>
            <p:nvPr/>
          </p:nvSpPr>
          <p:spPr>
            <a:xfrm flipH="false" flipV="false" rot="0">
              <a:off x="0" y="0"/>
              <a:ext cx="750174" cy="520591"/>
            </a:xfrm>
            <a:custGeom>
              <a:avLst/>
              <a:gdLst/>
              <a:ahLst/>
              <a:cxnLst/>
              <a:rect r="r" b="b" t="t" l="l"/>
              <a:pathLst>
                <a:path h="520591" w="750174">
                  <a:moveTo>
                    <a:pt x="36774" y="0"/>
                  </a:moveTo>
                  <a:lnTo>
                    <a:pt x="713400" y="0"/>
                  </a:lnTo>
                  <a:cubicBezTo>
                    <a:pt x="733710" y="0"/>
                    <a:pt x="750174" y="16464"/>
                    <a:pt x="750174" y="36774"/>
                  </a:cubicBezTo>
                  <a:lnTo>
                    <a:pt x="750174" y="483817"/>
                  </a:lnTo>
                  <a:cubicBezTo>
                    <a:pt x="750174" y="504127"/>
                    <a:pt x="733710" y="520591"/>
                    <a:pt x="713400" y="520591"/>
                  </a:cubicBezTo>
                  <a:lnTo>
                    <a:pt x="36774" y="520591"/>
                  </a:lnTo>
                  <a:cubicBezTo>
                    <a:pt x="16464" y="520591"/>
                    <a:pt x="0" y="504127"/>
                    <a:pt x="0" y="483817"/>
                  </a:cubicBezTo>
                  <a:lnTo>
                    <a:pt x="0" y="36774"/>
                  </a:lnTo>
                  <a:cubicBezTo>
                    <a:pt x="0" y="16464"/>
                    <a:pt x="16464" y="0"/>
                    <a:pt x="36774" y="0"/>
                  </a:cubicBezTo>
                  <a:close/>
                </a:path>
              </a:pathLst>
            </a:custGeom>
            <a:blipFill>
              <a:blip r:embed="rId8"/>
              <a:stretch>
                <a:fillRect l="-2177" t="0" r="-2177" b="0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4989630" y="1621251"/>
            <a:ext cx="9173550" cy="142547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0810"/>
              </a:lnSpc>
            </a:pPr>
            <a:r>
              <a:rPr lang="en-US" sz="7200">
                <a:solidFill>
                  <a:srgbClr val="DCDBD5"/>
                </a:solidFill>
                <a:latin typeface="March Rough"/>
                <a:ea typeface="March Rough"/>
                <a:cs typeface="March Rough"/>
                <a:sym typeface="March Rough"/>
              </a:rPr>
              <a:t>{{s04_title}}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549949" y="3882855"/>
            <a:ext cx="6143823" cy="34893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 spc="32">
                <a:solidFill>
                  <a:srgbClr val="000000"/>
                </a:solidFill>
                <a:latin typeface="Koulen"/>
                <a:ea typeface="Koulen"/>
                <a:cs typeface="Koulen"/>
                <a:sym typeface="Koulen"/>
              </a:rPr>
              <a:t>{{s04_text_1}}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727780">
            <a:off x="-2146333" y="8418902"/>
            <a:ext cx="15551912" cy="3401981"/>
          </a:xfrm>
          <a:custGeom>
            <a:avLst/>
            <a:gdLst/>
            <a:ahLst/>
            <a:cxnLst/>
            <a:rect r="r" b="b" t="t" l="l"/>
            <a:pathLst>
              <a:path h="3401981" w="15551912">
                <a:moveTo>
                  <a:pt x="0" y="0"/>
                </a:moveTo>
                <a:lnTo>
                  <a:pt x="15551912" y="0"/>
                </a:lnTo>
                <a:lnTo>
                  <a:pt x="15551912" y="3401981"/>
                </a:lnTo>
                <a:lnTo>
                  <a:pt x="0" y="34019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3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321543" y="-988146"/>
            <a:ext cx="16230600" cy="2466523"/>
          </a:xfrm>
          <a:custGeom>
            <a:avLst/>
            <a:gdLst/>
            <a:ahLst/>
            <a:cxnLst/>
            <a:rect r="r" b="b" t="t" l="l"/>
            <a:pathLst>
              <a:path h="2466523" w="16230600">
                <a:moveTo>
                  <a:pt x="0" y="0"/>
                </a:moveTo>
                <a:lnTo>
                  <a:pt x="16230600" y="0"/>
                </a:lnTo>
                <a:lnTo>
                  <a:pt x="16230600" y="2466522"/>
                </a:lnTo>
                <a:lnTo>
                  <a:pt x="0" y="24665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163180" y="7046240"/>
            <a:ext cx="4421482" cy="3575873"/>
          </a:xfrm>
          <a:custGeom>
            <a:avLst/>
            <a:gdLst/>
            <a:ahLst/>
            <a:cxnLst/>
            <a:rect r="r" b="b" t="t" l="l"/>
            <a:pathLst>
              <a:path h="3575873" w="4421482">
                <a:moveTo>
                  <a:pt x="4421482" y="0"/>
                </a:moveTo>
                <a:lnTo>
                  <a:pt x="0" y="0"/>
                </a:lnTo>
                <a:lnTo>
                  <a:pt x="0" y="3575873"/>
                </a:lnTo>
                <a:lnTo>
                  <a:pt x="4421482" y="3575873"/>
                </a:lnTo>
                <a:lnTo>
                  <a:pt x="4421482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097136">
            <a:off x="551997" y="961546"/>
            <a:ext cx="2679885" cy="2458794"/>
          </a:xfrm>
          <a:custGeom>
            <a:avLst/>
            <a:gdLst/>
            <a:ahLst/>
            <a:cxnLst/>
            <a:rect r="r" b="b" t="t" l="l"/>
            <a:pathLst>
              <a:path h="2458794" w="2679885">
                <a:moveTo>
                  <a:pt x="0" y="0"/>
                </a:moveTo>
                <a:lnTo>
                  <a:pt x="2679885" y="0"/>
                </a:lnTo>
                <a:lnTo>
                  <a:pt x="2679885" y="2458795"/>
                </a:lnTo>
                <a:lnTo>
                  <a:pt x="0" y="24587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778493" y="3198526"/>
            <a:ext cx="13229414" cy="5057408"/>
            <a:chOff x="0" y="0"/>
            <a:chExt cx="3484290" cy="13319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84290" cy="1331992"/>
            </a:xfrm>
            <a:custGeom>
              <a:avLst/>
              <a:gdLst/>
              <a:ahLst/>
              <a:cxnLst/>
              <a:rect r="r" b="b" t="t" l="l"/>
              <a:pathLst>
                <a:path h="1331992" w="3484290">
                  <a:moveTo>
                    <a:pt x="29845" y="0"/>
                  </a:moveTo>
                  <a:lnTo>
                    <a:pt x="3454445" y="0"/>
                  </a:lnTo>
                  <a:cubicBezTo>
                    <a:pt x="3470928" y="0"/>
                    <a:pt x="3484290" y="13362"/>
                    <a:pt x="3484290" y="29845"/>
                  </a:cubicBezTo>
                  <a:lnTo>
                    <a:pt x="3484290" y="1302147"/>
                  </a:lnTo>
                  <a:cubicBezTo>
                    <a:pt x="3484290" y="1310062"/>
                    <a:pt x="3481146" y="1317654"/>
                    <a:pt x="3475548" y="1323251"/>
                  </a:cubicBezTo>
                  <a:cubicBezTo>
                    <a:pt x="3469951" y="1328848"/>
                    <a:pt x="3462360" y="1331992"/>
                    <a:pt x="3454445" y="1331992"/>
                  </a:cubicBezTo>
                  <a:lnTo>
                    <a:pt x="29845" y="1331992"/>
                  </a:lnTo>
                  <a:cubicBezTo>
                    <a:pt x="21930" y="1331992"/>
                    <a:pt x="14339" y="1328848"/>
                    <a:pt x="8742" y="1323251"/>
                  </a:cubicBezTo>
                  <a:cubicBezTo>
                    <a:pt x="3144" y="1317654"/>
                    <a:pt x="0" y="1310062"/>
                    <a:pt x="0" y="1302147"/>
                  </a:cubicBezTo>
                  <a:lnTo>
                    <a:pt x="0" y="29845"/>
                  </a:lnTo>
                  <a:cubicBezTo>
                    <a:pt x="0" y="21930"/>
                    <a:pt x="3144" y="14339"/>
                    <a:pt x="8742" y="8742"/>
                  </a:cubicBezTo>
                  <a:cubicBezTo>
                    <a:pt x="14339" y="3144"/>
                    <a:pt x="21930" y="0"/>
                    <a:pt x="29845" y="0"/>
                  </a:cubicBezTo>
                  <a:close/>
                </a:path>
              </a:pathLst>
            </a:custGeom>
            <a:solidFill>
              <a:srgbClr val="DCDBD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484290" cy="1370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1086961">
            <a:off x="16364373" y="2412966"/>
            <a:ext cx="1621801" cy="1571120"/>
          </a:xfrm>
          <a:custGeom>
            <a:avLst/>
            <a:gdLst/>
            <a:ahLst/>
            <a:cxnLst/>
            <a:rect r="r" b="b" t="t" l="l"/>
            <a:pathLst>
              <a:path h="1571120" w="1621801">
                <a:moveTo>
                  <a:pt x="0" y="0"/>
                </a:moveTo>
                <a:lnTo>
                  <a:pt x="1621801" y="0"/>
                </a:lnTo>
                <a:lnTo>
                  <a:pt x="1621801" y="1571120"/>
                </a:lnTo>
                <a:lnTo>
                  <a:pt x="0" y="15711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3549949" y="4006380"/>
            <a:ext cx="4842138" cy="3360251"/>
            <a:chOff x="0" y="0"/>
            <a:chExt cx="750174" cy="520591"/>
          </a:xfrm>
        </p:grpSpPr>
        <p:sp>
          <p:nvSpPr>
            <p:cNvPr name="{{image_2}}" id="12" descr="{{image_2}}"/>
            <p:cNvSpPr/>
            <p:nvPr/>
          </p:nvSpPr>
          <p:spPr>
            <a:xfrm flipH="false" flipV="false" rot="0">
              <a:off x="0" y="0"/>
              <a:ext cx="750174" cy="520591"/>
            </a:xfrm>
            <a:custGeom>
              <a:avLst/>
              <a:gdLst/>
              <a:ahLst/>
              <a:cxnLst/>
              <a:rect r="r" b="b" t="t" l="l"/>
              <a:pathLst>
                <a:path h="520591" w="750174">
                  <a:moveTo>
                    <a:pt x="36774" y="0"/>
                  </a:moveTo>
                  <a:lnTo>
                    <a:pt x="713400" y="0"/>
                  </a:lnTo>
                  <a:cubicBezTo>
                    <a:pt x="733710" y="0"/>
                    <a:pt x="750174" y="16464"/>
                    <a:pt x="750174" y="36774"/>
                  </a:cubicBezTo>
                  <a:lnTo>
                    <a:pt x="750174" y="483817"/>
                  </a:lnTo>
                  <a:cubicBezTo>
                    <a:pt x="750174" y="504127"/>
                    <a:pt x="733710" y="520591"/>
                    <a:pt x="713400" y="520591"/>
                  </a:cubicBezTo>
                  <a:lnTo>
                    <a:pt x="36774" y="520591"/>
                  </a:lnTo>
                  <a:cubicBezTo>
                    <a:pt x="16464" y="520591"/>
                    <a:pt x="0" y="504127"/>
                    <a:pt x="0" y="483817"/>
                  </a:cubicBezTo>
                  <a:lnTo>
                    <a:pt x="0" y="36774"/>
                  </a:lnTo>
                  <a:cubicBezTo>
                    <a:pt x="0" y="16464"/>
                    <a:pt x="16464" y="0"/>
                    <a:pt x="36774" y="0"/>
                  </a:cubicBezTo>
                  <a:close/>
                </a:path>
              </a:pathLst>
            </a:custGeom>
            <a:blipFill>
              <a:blip r:embed="rId8"/>
              <a:stretch>
                <a:fillRect l="-2177" t="0" r="-2177" b="0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4989630" y="1621251"/>
            <a:ext cx="9173550" cy="142547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0810"/>
              </a:lnSpc>
            </a:pPr>
            <a:r>
              <a:rPr lang="en-US" sz="7200">
                <a:solidFill>
                  <a:srgbClr val="DCDBD5"/>
                </a:solidFill>
                <a:latin typeface="March Rough"/>
                <a:ea typeface="March Rough"/>
                <a:cs typeface="March Rough"/>
                <a:sym typeface="March Rough"/>
              </a:rPr>
              <a:t>{{s05_title}}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0" y="3958755"/>
            <a:ext cx="6143823" cy="34893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 spc="32">
                <a:solidFill>
                  <a:srgbClr val="000000"/>
                </a:solidFill>
                <a:latin typeface="Koulen"/>
                <a:ea typeface="Koulen"/>
                <a:cs typeface="Koulen"/>
                <a:sym typeface="Koulen"/>
              </a:rPr>
              <a:t>{{s05_text_1}}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727780">
            <a:off x="-2146333" y="8418902"/>
            <a:ext cx="15551912" cy="3401981"/>
          </a:xfrm>
          <a:custGeom>
            <a:avLst/>
            <a:gdLst/>
            <a:ahLst/>
            <a:cxnLst/>
            <a:rect r="r" b="b" t="t" l="l"/>
            <a:pathLst>
              <a:path h="3401981" w="15551912">
                <a:moveTo>
                  <a:pt x="0" y="0"/>
                </a:moveTo>
                <a:lnTo>
                  <a:pt x="15551912" y="0"/>
                </a:lnTo>
                <a:lnTo>
                  <a:pt x="15551912" y="3401981"/>
                </a:lnTo>
                <a:lnTo>
                  <a:pt x="0" y="34019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3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321543" y="-988146"/>
            <a:ext cx="16230600" cy="2466523"/>
          </a:xfrm>
          <a:custGeom>
            <a:avLst/>
            <a:gdLst/>
            <a:ahLst/>
            <a:cxnLst/>
            <a:rect r="r" b="b" t="t" l="l"/>
            <a:pathLst>
              <a:path h="2466523" w="16230600">
                <a:moveTo>
                  <a:pt x="0" y="0"/>
                </a:moveTo>
                <a:lnTo>
                  <a:pt x="16230600" y="0"/>
                </a:lnTo>
                <a:lnTo>
                  <a:pt x="16230600" y="2466522"/>
                </a:lnTo>
                <a:lnTo>
                  <a:pt x="0" y="24665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163180" y="7046240"/>
            <a:ext cx="4421482" cy="3575873"/>
          </a:xfrm>
          <a:custGeom>
            <a:avLst/>
            <a:gdLst/>
            <a:ahLst/>
            <a:cxnLst/>
            <a:rect r="r" b="b" t="t" l="l"/>
            <a:pathLst>
              <a:path h="3575873" w="4421482">
                <a:moveTo>
                  <a:pt x="4421482" y="0"/>
                </a:moveTo>
                <a:lnTo>
                  <a:pt x="0" y="0"/>
                </a:lnTo>
                <a:lnTo>
                  <a:pt x="0" y="3575873"/>
                </a:lnTo>
                <a:lnTo>
                  <a:pt x="4421482" y="3575873"/>
                </a:lnTo>
                <a:lnTo>
                  <a:pt x="4421482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097136">
            <a:off x="551997" y="961546"/>
            <a:ext cx="2679885" cy="2458794"/>
          </a:xfrm>
          <a:custGeom>
            <a:avLst/>
            <a:gdLst/>
            <a:ahLst/>
            <a:cxnLst/>
            <a:rect r="r" b="b" t="t" l="l"/>
            <a:pathLst>
              <a:path h="2458794" w="2679885">
                <a:moveTo>
                  <a:pt x="0" y="0"/>
                </a:moveTo>
                <a:lnTo>
                  <a:pt x="2679885" y="0"/>
                </a:lnTo>
                <a:lnTo>
                  <a:pt x="2679885" y="2458795"/>
                </a:lnTo>
                <a:lnTo>
                  <a:pt x="0" y="24587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902193" y="3198526"/>
            <a:ext cx="6365507" cy="5057408"/>
            <a:chOff x="0" y="0"/>
            <a:chExt cx="1676512" cy="13319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76512" cy="1331992"/>
            </a:xfrm>
            <a:custGeom>
              <a:avLst/>
              <a:gdLst/>
              <a:ahLst/>
              <a:cxnLst/>
              <a:rect r="r" b="b" t="t" l="l"/>
              <a:pathLst>
                <a:path h="1331992" w="1676512">
                  <a:moveTo>
                    <a:pt x="62028" y="0"/>
                  </a:moveTo>
                  <a:lnTo>
                    <a:pt x="1614484" y="0"/>
                  </a:lnTo>
                  <a:cubicBezTo>
                    <a:pt x="1648741" y="0"/>
                    <a:pt x="1676512" y="27771"/>
                    <a:pt x="1676512" y="62028"/>
                  </a:cubicBezTo>
                  <a:lnTo>
                    <a:pt x="1676512" y="1269965"/>
                  </a:lnTo>
                  <a:cubicBezTo>
                    <a:pt x="1676512" y="1304221"/>
                    <a:pt x="1648741" y="1331992"/>
                    <a:pt x="1614484" y="1331992"/>
                  </a:cubicBezTo>
                  <a:lnTo>
                    <a:pt x="62028" y="1331992"/>
                  </a:lnTo>
                  <a:cubicBezTo>
                    <a:pt x="27771" y="1331992"/>
                    <a:pt x="0" y="1304221"/>
                    <a:pt x="0" y="1269965"/>
                  </a:cubicBezTo>
                  <a:lnTo>
                    <a:pt x="0" y="62028"/>
                  </a:lnTo>
                  <a:cubicBezTo>
                    <a:pt x="0" y="27771"/>
                    <a:pt x="27771" y="0"/>
                    <a:pt x="62028" y="0"/>
                  </a:cubicBezTo>
                  <a:close/>
                </a:path>
              </a:pathLst>
            </a:custGeom>
            <a:solidFill>
              <a:srgbClr val="DCDBD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676512" cy="1370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1086961">
            <a:off x="16364373" y="2412966"/>
            <a:ext cx="1621801" cy="1571120"/>
          </a:xfrm>
          <a:custGeom>
            <a:avLst/>
            <a:gdLst/>
            <a:ahLst/>
            <a:cxnLst/>
            <a:rect r="r" b="b" t="t" l="l"/>
            <a:pathLst>
              <a:path h="1571120" w="1621801">
                <a:moveTo>
                  <a:pt x="0" y="0"/>
                </a:moveTo>
                <a:lnTo>
                  <a:pt x="1621801" y="0"/>
                </a:lnTo>
                <a:lnTo>
                  <a:pt x="1621801" y="1571120"/>
                </a:lnTo>
                <a:lnTo>
                  <a:pt x="0" y="15711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557225" y="1621251"/>
            <a:ext cx="9173550" cy="142547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0810"/>
              </a:lnSpc>
            </a:pPr>
            <a:r>
              <a:rPr lang="en-US" sz="7200">
                <a:solidFill>
                  <a:srgbClr val="DCDBD5"/>
                </a:solidFill>
                <a:latin typeface="March Rough"/>
                <a:ea typeface="March Rough"/>
                <a:cs typeface="March Rough"/>
                <a:sym typeface="March Rough"/>
              </a:rPr>
              <a:t>{{s06_title}}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360349" y="3739680"/>
            <a:ext cx="5449194" cy="39274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32">
                <a:solidFill>
                  <a:srgbClr val="000000"/>
                </a:solidFill>
                <a:latin typeface="Koulen"/>
                <a:ea typeface="Koulen"/>
                <a:cs typeface="Koulen"/>
                <a:sym typeface="Koulen"/>
              </a:rPr>
              <a:t>{{s06_text_1}}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576405" y="3122627"/>
            <a:ext cx="6365507" cy="5057408"/>
            <a:chOff x="0" y="0"/>
            <a:chExt cx="1676512" cy="13319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76512" cy="1331992"/>
            </a:xfrm>
            <a:custGeom>
              <a:avLst/>
              <a:gdLst/>
              <a:ahLst/>
              <a:cxnLst/>
              <a:rect r="r" b="b" t="t" l="l"/>
              <a:pathLst>
                <a:path h="1331992" w="1676512">
                  <a:moveTo>
                    <a:pt x="62028" y="0"/>
                  </a:moveTo>
                  <a:lnTo>
                    <a:pt x="1614484" y="0"/>
                  </a:lnTo>
                  <a:cubicBezTo>
                    <a:pt x="1648741" y="0"/>
                    <a:pt x="1676512" y="27771"/>
                    <a:pt x="1676512" y="62028"/>
                  </a:cubicBezTo>
                  <a:lnTo>
                    <a:pt x="1676512" y="1269965"/>
                  </a:lnTo>
                  <a:cubicBezTo>
                    <a:pt x="1676512" y="1304221"/>
                    <a:pt x="1648741" y="1331992"/>
                    <a:pt x="1614484" y="1331992"/>
                  </a:cubicBezTo>
                  <a:lnTo>
                    <a:pt x="62028" y="1331992"/>
                  </a:lnTo>
                  <a:cubicBezTo>
                    <a:pt x="27771" y="1331992"/>
                    <a:pt x="0" y="1304221"/>
                    <a:pt x="0" y="1269965"/>
                  </a:cubicBezTo>
                  <a:lnTo>
                    <a:pt x="0" y="62028"/>
                  </a:lnTo>
                  <a:cubicBezTo>
                    <a:pt x="0" y="27771"/>
                    <a:pt x="27771" y="0"/>
                    <a:pt x="62028" y="0"/>
                  </a:cubicBezTo>
                  <a:close/>
                </a:path>
              </a:pathLst>
            </a:custGeom>
            <a:solidFill>
              <a:srgbClr val="DCDBD5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676512" cy="1370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034562" y="3663780"/>
            <a:ext cx="5449194" cy="39274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32">
                <a:solidFill>
                  <a:srgbClr val="000000"/>
                </a:solidFill>
                <a:latin typeface="Koulen"/>
                <a:ea typeface="Koulen"/>
                <a:cs typeface="Koulen"/>
                <a:sym typeface="Koulen"/>
              </a:rPr>
              <a:t>{{s06_text_2}}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727780">
            <a:off x="-2146333" y="8418902"/>
            <a:ext cx="15551912" cy="3401981"/>
          </a:xfrm>
          <a:custGeom>
            <a:avLst/>
            <a:gdLst/>
            <a:ahLst/>
            <a:cxnLst/>
            <a:rect r="r" b="b" t="t" l="l"/>
            <a:pathLst>
              <a:path h="3401981" w="15551912">
                <a:moveTo>
                  <a:pt x="0" y="0"/>
                </a:moveTo>
                <a:lnTo>
                  <a:pt x="15551912" y="0"/>
                </a:lnTo>
                <a:lnTo>
                  <a:pt x="15551912" y="3401981"/>
                </a:lnTo>
                <a:lnTo>
                  <a:pt x="0" y="34019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3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321543" y="-988146"/>
            <a:ext cx="16230600" cy="2466523"/>
          </a:xfrm>
          <a:custGeom>
            <a:avLst/>
            <a:gdLst/>
            <a:ahLst/>
            <a:cxnLst/>
            <a:rect r="r" b="b" t="t" l="l"/>
            <a:pathLst>
              <a:path h="2466523" w="16230600">
                <a:moveTo>
                  <a:pt x="0" y="0"/>
                </a:moveTo>
                <a:lnTo>
                  <a:pt x="16230600" y="0"/>
                </a:lnTo>
                <a:lnTo>
                  <a:pt x="16230600" y="2466522"/>
                </a:lnTo>
                <a:lnTo>
                  <a:pt x="0" y="24665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163180" y="7046240"/>
            <a:ext cx="4421482" cy="3575873"/>
          </a:xfrm>
          <a:custGeom>
            <a:avLst/>
            <a:gdLst/>
            <a:ahLst/>
            <a:cxnLst/>
            <a:rect r="r" b="b" t="t" l="l"/>
            <a:pathLst>
              <a:path h="3575873" w="4421482">
                <a:moveTo>
                  <a:pt x="4421482" y="0"/>
                </a:moveTo>
                <a:lnTo>
                  <a:pt x="0" y="0"/>
                </a:lnTo>
                <a:lnTo>
                  <a:pt x="0" y="3575873"/>
                </a:lnTo>
                <a:lnTo>
                  <a:pt x="4421482" y="3575873"/>
                </a:lnTo>
                <a:lnTo>
                  <a:pt x="4421482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097136">
            <a:off x="551997" y="961546"/>
            <a:ext cx="2679885" cy="2458794"/>
          </a:xfrm>
          <a:custGeom>
            <a:avLst/>
            <a:gdLst/>
            <a:ahLst/>
            <a:cxnLst/>
            <a:rect r="r" b="b" t="t" l="l"/>
            <a:pathLst>
              <a:path h="2458794" w="2679885">
                <a:moveTo>
                  <a:pt x="0" y="0"/>
                </a:moveTo>
                <a:lnTo>
                  <a:pt x="2679885" y="0"/>
                </a:lnTo>
                <a:lnTo>
                  <a:pt x="2679885" y="2458795"/>
                </a:lnTo>
                <a:lnTo>
                  <a:pt x="0" y="24587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778493" y="3198526"/>
            <a:ext cx="13229414" cy="5057408"/>
            <a:chOff x="0" y="0"/>
            <a:chExt cx="3484290" cy="13319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84290" cy="1331992"/>
            </a:xfrm>
            <a:custGeom>
              <a:avLst/>
              <a:gdLst/>
              <a:ahLst/>
              <a:cxnLst/>
              <a:rect r="r" b="b" t="t" l="l"/>
              <a:pathLst>
                <a:path h="1331992" w="3484290">
                  <a:moveTo>
                    <a:pt x="29845" y="0"/>
                  </a:moveTo>
                  <a:lnTo>
                    <a:pt x="3454445" y="0"/>
                  </a:lnTo>
                  <a:cubicBezTo>
                    <a:pt x="3470928" y="0"/>
                    <a:pt x="3484290" y="13362"/>
                    <a:pt x="3484290" y="29845"/>
                  </a:cubicBezTo>
                  <a:lnTo>
                    <a:pt x="3484290" y="1302147"/>
                  </a:lnTo>
                  <a:cubicBezTo>
                    <a:pt x="3484290" y="1310062"/>
                    <a:pt x="3481146" y="1317654"/>
                    <a:pt x="3475548" y="1323251"/>
                  </a:cubicBezTo>
                  <a:cubicBezTo>
                    <a:pt x="3469951" y="1328848"/>
                    <a:pt x="3462360" y="1331992"/>
                    <a:pt x="3454445" y="1331992"/>
                  </a:cubicBezTo>
                  <a:lnTo>
                    <a:pt x="29845" y="1331992"/>
                  </a:lnTo>
                  <a:cubicBezTo>
                    <a:pt x="21930" y="1331992"/>
                    <a:pt x="14339" y="1328848"/>
                    <a:pt x="8742" y="1323251"/>
                  </a:cubicBezTo>
                  <a:cubicBezTo>
                    <a:pt x="3144" y="1317654"/>
                    <a:pt x="0" y="1310062"/>
                    <a:pt x="0" y="1302147"/>
                  </a:cubicBezTo>
                  <a:lnTo>
                    <a:pt x="0" y="29845"/>
                  </a:lnTo>
                  <a:cubicBezTo>
                    <a:pt x="0" y="21930"/>
                    <a:pt x="3144" y="14339"/>
                    <a:pt x="8742" y="8742"/>
                  </a:cubicBezTo>
                  <a:cubicBezTo>
                    <a:pt x="14339" y="3144"/>
                    <a:pt x="21930" y="0"/>
                    <a:pt x="29845" y="0"/>
                  </a:cubicBezTo>
                  <a:close/>
                </a:path>
              </a:pathLst>
            </a:custGeom>
            <a:solidFill>
              <a:srgbClr val="DCDBD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484290" cy="1370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989630" y="1621251"/>
            <a:ext cx="9173550" cy="142547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0810"/>
              </a:lnSpc>
            </a:pPr>
            <a:r>
              <a:rPr lang="en-US" sz="7200">
                <a:solidFill>
                  <a:srgbClr val="DCDBD5"/>
                </a:solidFill>
                <a:latin typeface="March Rough"/>
                <a:ea typeface="March Rough"/>
                <a:cs typeface="March Rough"/>
                <a:sym typeface="March Rough"/>
              </a:rPr>
              <a:t>{{s07_title}}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-1086961">
            <a:off x="16364373" y="2412966"/>
            <a:ext cx="1621801" cy="1571120"/>
          </a:xfrm>
          <a:custGeom>
            <a:avLst/>
            <a:gdLst/>
            <a:ahLst/>
            <a:cxnLst/>
            <a:rect r="r" b="b" t="t" l="l"/>
            <a:pathLst>
              <a:path h="1571120" w="1621801">
                <a:moveTo>
                  <a:pt x="0" y="0"/>
                </a:moveTo>
                <a:lnTo>
                  <a:pt x="1621801" y="0"/>
                </a:lnTo>
                <a:lnTo>
                  <a:pt x="1621801" y="1571120"/>
                </a:lnTo>
                <a:lnTo>
                  <a:pt x="0" y="15711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037611" y="3958755"/>
            <a:ext cx="10711177" cy="34893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 spc="32">
                <a:solidFill>
                  <a:srgbClr val="000000"/>
                </a:solidFill>
                <a:latin typeface="Koulen"/>
                <a:ea typeface="Koulen"/>
                <a:cs typeface="Koulen"/>
                <a:sym typeface="Koulen"/>
              </a:rPr>
              <a:t>{{s07_text_1}}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727780">
            <a:off x="-2146333" y="8418902"/>
            <a:ext cx="15551912" cy="3401981"/>
          </a:xfrm>
          <a:custGeom>
            <a:avLst/>
            <a:gdLst/>
            <a:ahLst/>
            <a:cxnLst/>
            <a:rect r="r" b="b" t="t" l="l"/>
            <a:pathLst>
              <a:path h="3401981" w="15551912">
                <a:moveTo>
                  <a:pt x="0" y="0"/>
                </a:moveTo>
                <a:lnTo>
                  <a:pt x="15551912" y="0"/>
                </a:lnTo>
                <a:lnTo>
                  <a:pt x="15551912" y="3401981"/>
                </a:lnTo>
                <a:lnTo>
                  <a:pt x="0" y="34019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3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321543" y="-988146"/>
            <a:ext cx="16230600" cy="2466523"/>
          </a:xfrm>
          <a:custGeom>
            <a:avLst/>
            <a:gdLst/>
            <a:ahLst/>
            <a:cxnLst/>
            <a:rect r="r" b="b" t="t" l="l"/>
            <a:pathLst>
              <a:path h="2466523" w="16230600">
                <a:moveTo>
                  <a:pt x="0" y="0"/>
                </a:moveTo>
                <a:lnTo>
                  <a:pt x="16230600" y="0"/>
                </a:lnTo>
                <a:lnTo>
                  <a:pt x="16230600" y="2466522"/>
                </a:lnTo>
                <a:lnTo>
                  <a:pt x="0" y="24665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163180" y="7046240"/>
            <a:ext cx="4421482" cy="3575873"/>
          </a:xfrm>
          <a:custGeom>
            <a:avLst/>
            <a:gdLst/>
            <a:ahLst/>
            <a:cxnLst/>
            <a:rect r="r" b="b" t="t" l="l"/>
            <a:pathLst>
              <a:path h="3575873" w="4421482">
                <a:moveTo>
                  <a:pt x="4421482" y="0"/>
                </a:moveTo>
                <a:lnTo>
                  <a:pt x="0" y="0"/>
                </a:lnTo>
                <a:lnTo>
                  <a:pt x="0" y="3575873"/>
                </a:lnTo>
                <a:lnTo>
                  <a:pt x="4421482" y="3575873"/>
                </a:lnTo>
                <a:lnTo>
                  <a:pt x="4421482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097136">
            <a:off x="551997" y="961546"/>
            <a:ext cx="2679885" cy="2458794"/>
          </a:xfrm>
          <a:custGeom>
            <a:avLst/>
            <a:gdLst/>
            <a:ahLst/>
            <a:cxnLst/>
            <a:rect r="r" b="b" t="t" l="l"/>
            <a:pathLst>
              <a:path h="2458794" w="2679885">
                <a:moveTo>
                  <a:pt x="0" y="0"/>
                </a:moveTo>
                <a:lnTo>
                  <a:pt x="2679885" y="0"/>
                </a:lnTo>
                <a:lnTo>
                  <a:pt x="2679885" y="2458795"/>
                </a:lnTo>
                <a:lnTo>
                  <a:pt x="0" y="24587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778493" y="3198526"/>
            <a:ext cx="13229414" cy="5057408"/>
            <a:chOff x="0" y="0"/>
            <a:chExt cx="3484290" cy="13319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84290" cy="1331992"/>
            </a:xfrm>
            <a:custGeom>
              <a:avLst/>
              <a:gdLst/>
              <a:ahLst/>
              <a:cxnLst/>
              <a:rect r="r" b="b" t="t" l="l"/>
              <a:pathLst>
                <a:path h="1331992" w="3484290">
                  <a:moveTo>
                    <a:pt x="29845" y="0"/>
                  </a:moveTo>
                  <a:lnTo>
                    <a:pt x="3454445" y="0"/>
                  </a:lnTo>
                  <a:cubicBezTo>
                    <a:pt x="3470928" y="0"/>
                    <a:pt x="3484290" y="13362"/>
                    <a:pt x="3484290" y="29845"/>
                  </a:cubicBezTo>
                  <a:lnTo>
                    <a:pt x="3484290" y="1302147"/>
                  </a:lnTo>
                  <a:cubicBezTo>
                    <a:pt x="3484290" y="1310062"/>
                    <a:pt x="3481146" y="1317654"/>
                    <a:pt x="3475548" y="1323251"/>
                  </a:cubicBezTo>
                  <a:cubicBezTo>
                    <a:pt x="3469951" y="1328848"/>
                    <a:pt x="3462360" y="1331992"/>
                    <a:pt x="3454445" y="1331992"/>
                  </a:cubicBezTo>
                  <a:lnTo>
                    <a:pt x="29845" y="1331992"/>
                  </a:lnTo>
                  <a:cubicBezTo>
                    <a:pt x="21930" y="1331992"/>
                    <a:pt x="14339" y="1328848"/>
                    <a:pt x="8742" y="1323251"/>
                  </a:cubicBezTo>
                  <a:cubicBezTo>
                    <a:pt x="3144" y="1317654"/>
                    <a:pt x="0" y="1310062"/>
                    <a:pt x="0" y="1302147"/>
                  </a:cubicBezTo>
                  <a:lnTo>
                    <a:pt x="0" y="29845"/>
                  </a:lnTo>
                  <a:cubicBezTo>
                    <a:pt x="0" y="21930"/>
                    <a:pt x="3144" y="14339"/>
                    <a:pt x="8742" y="8742"/>
                  </a:cubicBezTo>
                  <a:cubicBezTo>
                    <a:pt x="14339" y="3144"/>
                    <a:pt x="21930" y="0"/>
                    <a:pt x="29845" y="0"/>
                  </a:cubicBezTo>
                  <a:close/>
                </a:path>
              </a:pathLst>
            </a:custGeom>
            <a:solidFill>
              <a:srgbClr val="DCDBD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484290" cy="1370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1086961">
            <a:off x="16364373" y="2412966"/>
            <a:ext cx="1621801" cy="1571120"/>
          </a:xfrm>
          <a:custGeom>
            <a:avLst/>
            <a:gdLst/>
            <a:ahLst/>
            <a:cxnLst/>
            <a:rect r="r" b="b" t="t" l="l"/>
            <a:pathLst>
              <a:path h="1571120" w="1621801">
                <a:moveTo>
                  <a:pt x="0" y="0"/>
                </a:moveTo>
                <a:lnTo>
                  <a:pt x="1621801" y="0"/>
                </a:lnTo>
                <a:lnTo>
                  <a:pt x="1621801" y="1571120"/>
                </a:lnTo>
                <a:lnTo>
                  <a:pt x="0" y="15711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0303854" y="4011930"/>
            <a:ext cx="4842138" cy="3360251"/>
            <a:chOff x="0" y="0"/>
            <a:chExt cx="750174" cy="520591"/>
          </a:xfrm>
        </p:grpSpPr>
        <p:sp>
          <p:nvSpPr>
            <p:cNvPr name="{{image_1}}" id="12" descr="{{image_1}}"/>
            <p:cNvSpPr/>
            <p:nvPr/>
          </p:nvSpPr>
          <p:spPr>
            <a:xfrm flipH="false" flipV="false" rot="0">
              <a:off x="0" y="0"/>
              <a:ext cx="750174" cy="520591"/>
            </a:xfrm>
            <a:custGeom>
              <a:avLst/>
              <a:gdLst/>
              <a:ahLst/>
              <a:cxnLst/>
              <a:rect r="r" b="b" t="t" l="l"/>
              <a:pathLst>
                <a:path h="520591" w="750174">
                  <a:moveTo>
                    <a:pt x="36774" y="0"/>
                  </a:moveTo>
                  <a:lnTo>
                    <a:pt x="713400" y="0"/>
                  </a:lnTo>
                  <a:cubicBezTo>
                    <a:pt x="733710" y="0"/>
                    <a:pt x="750174" y="16464"/>
                    <a:pt x="750174" y="36774"/>
                  </a:cubicBezTo>
                  <a:lnTo>
                    <a:pt x="750174" y="483817"/>
                  </a:lnTo>
                  <a:cubicBezTo>
                    <a:pt x="750174" y="504127"/>
                    <a:pt x="733710" y="520591"/>
                    <a:pt x="713400" y="520591"/>
                  </a:cubicBezTo>
                  <a:lnTo>
                    <a:pt x="36774" y="520591"/>
                  </a:lnTo>
                  <a:cubicBezTo>
                    <a:pt x="16464" y="520591"/>
                    <a:pt x="0" y="504127"/>
                    <a:pt x="0" y="483817"/>
                  </a:cubicBezTo>
                  <a:lnTo>
                    <a:pt x="0" y="36774"/>
                  </a:lnTo>
                  <a:cubicBezTo>
                    <a:pt x="0" y="16464"/>
                    <a:pt x="16464" y="0"/>
                    <a:pt x="36774" y="0"/>
                  </a:cubicBezTo>
                  <a:close/>
                </a:path>
              </a:pathLst>
            </a:custGeom>
            <a:blipFill>
              <a:blip r:embed="rId8"/>
              <a:stretch>
                <a:fillRect l="-2177" t="0" r="-2177" b="0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4989630" y="1621251"/>
            <a:ext cx="9173550" cy="142547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0810"/>
              </a:lnSpc>
            </a:pPr>
            <a:r>
              <a:rPr lang="en-US" sz="7200">
                <a:solidFill>
                  <a:srgbClr val="DCDBD5"/>
                </a:solidFill>
                <a:latin typeface="March Rough"/>
                <a:ea typeface="March Rough"/>
                <a:cs typeface="March Rough"/>
                <a:sym typeface="March Rough"/>
              </a:rPr>
              <a:t>{{s08_title}}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549949" y="3882855"/>
            <a:ext cx="6143823" cy="34893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 spc="32">
                <a:solidFill>
                  <a:srgbClr val="000000"/>
                </a:solidFill>
                <a:latin typeface="Koulen"/>
                <a:ea typeface="Koulen"/>
                <a:cs typeface="Koulen"/>
                <a:sym typeface="Koulen"/>
              </a:rPr>
              <a:t>{{s08_text_1}}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727780">
            <a:off x="-2146333" y="8418902"/>
            <a:ext cx="15551912" cy="3401981"/>
          </a:xfrm>
          <a:custGeom>
            <a:avLst/>
            <a:gdLst/>
            <a:ahLst/>
            <a:cxnLst/>
            <a:rect r="r" b="b" t="t" l="l"/>
            <a:pathLst>
              <a:path h="3401981" w="15551912">
                <a:moveTo>
                  <a:pt x="0" y="0"/>
                </a:moveTo>
                <a:lnTo>
                  <a:pt x="15551912" y="0"/>
                </a:lnTo>
                <a:lnTo>
                  <a:pt x="15551912" y="3401981"/>
                </a:lnTo>
                <a:lnTo>
                  <a:pt x="0" y="34019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3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321543" y="-988146"/>
            <a:ext cx="16230600" cy="2466523"/>
          </a:xfrm>
          <a:custGeom>
            <a:avLst/>
            <a:gdLst/>
            <a:ahLst/>
            <a:cxnLst/>
            <a:rect r="r" b="b" t="t" l="l"/>
            <a:pathLst>
              <a:path h="2466523" w="16230600">
                <a:moveTo>
                  <a:pt x="0" y="0"/>
                </a:moveTo>
                <a:lnTo>
                  <a:pt x="16230600" y="0"/>
                </a:lnTo>
                <a:lnTo>
                  <a:pt x="16230600" y="2466522"/>
                </a:lnTo>
                <a:lnTo>
                  <a:pt x="0" y="24665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163180" y="7046240"/>
            <a:ext cx="4421482" cy="3575873"/>
          </a:xfrm>
          <a:custGeom>
            <a:avLst/>
            <a:gdLst/>
            <a:ahLst/>
            <a:cxnLst/>
            <a:rect r="r" b="b" t="t" l="l"/>
            <a:pathLst>
              <a:path h="3575873" w="4421482">
                <a:moveTo>
                  <a:pt x="4421482" y="0"/>
                </a:moveTo>
                <a:lnTo>
                  <a:pt x="0" y="0"/>
                </a:lnTo>
                <a:lnTo>
                  <a:pt x="0" y="3575873"/>
                </a:lnTo>
                <a:lnTo>
                  <a:pt x="4421482" y="3575873"/>
                </a:lnTo>
                <a:lnTo>
                  <a:pt x="4421482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097136">
            <a:off x="551997" y="961546"/>
            <a:ext cx="2679885" cy="2458794"/>
          </a:xfrm>
          <a:custGeom>
            <a:avLst/>
            <a:gdLst/>
            <a:ahLst/>
            <a:cxnLst/>
            <a:rect r="r" b="b" t="t" l="l"/>
            <a:pathLst>
              <a:path h="2458794" w="2679885">
                <a:moveTo>
                  <a:pt x="0" y="0"/>
                </a:moveTo>
                <a:lnTo>
                  <a:pt x="2679885" y="0"/>
                </a:lnTo>
                <a:lnTo>
                  <a:pt x="2679885" y="2458795"/>
                </a:lnTo>
                <a:lnTo>
                  <a:pt x="0" y="24587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778493" y="3198526"/>
            <a:ext cx="13229414" cy="5057408"/>
            <a:chOff x="0" y="0"/>
            <a:chExt cx="3484290" cy="13319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84290" cy="1331992"/>
            </a:xfrm>
            <a:custGeom>
              <a:avLst/>
              <a:gdLst/>
              <a:ahLst/>
              <a:cxnLst/>
              <a:rect r="r" b="b" t="t" l="l"/>
              <a:pathLst>
                <a:path h="1331992" w="3484290">
                  <a:moveTo>
                    <a:pt x="29845" y="0"/>
                  </a:moveTo>
                  <a:lnTo>
                    <a:pt x="3454445" y="0"/>
                  </a:lnTo>
                  <a:cubicBezTo>
                    <a:pt x="3470928" y="0"/>
                    <a:pt x="3484290" y="13362"/>
                    <a:pt x="3484290" y="29845"/>
                  </a:cubicBezTo>
                  <a:lnTo>
                    <a:pt x="3484290" y="1302147"/>
                  </a:lnTo>
                  <a:cubicBezTo>
                    <a:pt x="3484290" y="1310062"/>
                    <a:pt x="3481146" y="1317654"/>
                    <a:pt x="3475548" y="1323251"/>
                  </a:cubicBezTo>
                  <a:cubicBezTo>
                    <a:pt x="3469951" y="1328848"/>
                    <a:pt x="3462360" y="1331992"/>
                    <a:pt x="3454445" y="1331992"/>
                  </a:cubicBezTo>
                  <a:lnTo>
                    <a:pt x="29845" y="1331992"/>
                  </a:lnTo>
                  <a:cubicBezTo>
                    <a:pt x="21930" y="1331992"/>
                    <a:pt x="14339" y="1328848"/>
                    <a:pt x="8742" y="1323251"/>
                  </a:cubicBezTo>
                  <a:cubicBezTo>
                    <a:pt x="3144" y="1317654"/>
                    <a:pt x="0" y="1310062"/>
                    <a:pt x="0" y="1302147"/>
                  </a:cubicBezTo>
                  <a:lnTo>
                    <a:pt x="0" y="29845"/>
                  </a:lnTo>
                  <a:cubicBezTo>
                    <a:pt x="0" y="21930"/>
                    <a:pt x="3144" y="14339"/>
                    <a:pt x="8742" y="8742"/>
                  </a:cubicBezTo>
                  <a:cubicBezTo>
                    <a:pt x="14339" y="3144"/>
                    <a:pt x="21930" y="0"/>
                    <a:pt x="29845" y="0"/>
                  </a:cubicBezTo>
                  <a:close/>
                </a:path>
              </a:pathLst>
            </a:custGeom>
            <a:solidFill>
              <a:srgbClr val="DCDBD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484290" cy="1370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1086961">
            <a:off x="16364373" y="2412966"/>
            <a:ext cx="1621801" cy="1571120"/>
          </a:xfrm>
          <a:custGeom>
            <a:avLst/>
            <a:gdLst/>
            <a:ahLst/>
            <a:cxnLst/>
            <a:rect r="r" b="b" t="t" l="l"/>
            <a:pathLst>
              <a:path h="1571120" w="1621801">
                <a:moveTo>
                  <a:pt x="0" y="0"/>
                </a:moveTo>
                <a:lnTo>
                  <a:pt x="1621801" y="0"/>
                </a:lnTo>
                <a:lnTo>
                  <a:pt x="1621801" y="1571120"/>
                </a:lnTo>
                <a:lnTo>
                  <a:pt x="0" y="15711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3549949" y="4006380"/>
            <a:ext cx="4842138" cy="3360251"/>
            <a:chOff x="0" y="0"/>
            <a:chExt cx="750174" cy="520591"/>
          </a:xfrm>
        </p:grpSpPr>
        <p:sp>
          <p:nvSpPr>
            <p:cNvPr name="{{image_2}}" id="12" descr="{{image_2}}"/>
            <p:cNvSpPr/>
            <p:nvPr/>
          </p:nvSpPr>
          <p:spPr>
            <a:xfrm flipH="false" flipV="false" rot="0">
              <a:off x="0" y="0"/>
              <a:ext cx="750174" cy="520591"/>
            </a:xfrm>
            <a:custGeom>
              <a:avLst/>
              <a:gdLst/>
              <a:ahLst/>
              <a:cxnLst/>
              <a:rect r="r" b="b" t="t" l="l"/>
              <a:pathLst>
                <a:path h="520591" w="750174">
                  <a:moveTo>
                    <a:pt x="36774" y="0"/>
                  </a:moveTo>
                  <a:lnTo>
                    <a:pt x="713400" y="0"/>
                  </a:lnTo>
                  <a:cubicBezTo>
                    <a:pt x="733710" y="0"/>
                    <a:pt x="750174" y="16464"/>
                    <a:pt x="750174" y="36774"/>
                  </a:cubicBezTo>
                  <a:lnTo>
                    <a:pt x="750174" y="483817"/>
                  </a:lnTo>
                  <a:cubicBezTo>
                    <a:pt x="750174" y="504127"/>
                    <a:pt x="733710" y="520591"/>
                    <a:pt x="713400" y="520591"/>
                  </a:cubicBezTo>
                  <a:lnTo>
                    <a:pt x="36774" y="520591"/>
                  </a:lnTo>
                  <a:cubicBezTo>
                    <a:pt x="16464" y="520591"/>
                    <a:pt x="0" y="504127"/>
                    <a:pt x="0" y="483817"/>
                  </a:cubicBezTo>
                  <a:lnTo>
                    <a:pt x="0" y="36774"/>
                  </a:lnTo>
                  <a:cubicBezTo>
                    <a:pt x="0" y="16464"/>
                    <a:pt x="16464" y="0"/>
                    <a:pt x="36774" y="0"/>
                  </a:cubicBezTo>
                  <a:close/>
                </a:path>
              </a:pathLst>
            </a:custGeom>
            <a:blipFill>
              <a:blip r:embed="rId8"/>
              <a:stretch>
                <a:fillRect l="-2177" t="0" r="-2177" b="0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4989630" y="1621251"/>
            <a:ext cx="9173550" cy="142547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0810"/>
              </a:lnSpc>
            </a:pPr>
            <a:r>
              <a:rPr lang="en-US" sz="7200">
                <a:solidFill>
                  <a:srgbClr val="DCDBD5"/>
                </a:solidFill>
                <a:latin typeface="March Rough"/>
                <a:ea typeface="March Rough"/>
                <a:cs typeface="March Rough"/>
                <a:sym typeface="March Rough"/>
              </a:rPr>
              <a:t>{{s09_title}}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0" y="3958755"/>
            <a:ext cx="6143823" cy="34893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 spc="32">
                <a:solidFill>
                  <a:srgbClr val="000000"/>
                </a:solidFill>
                <a:latin typeface="Koulen"/>
                <a:ea typeface="Koulen"/>
                <a:cs typeface="Koulen"/>
                <a:sym typeface="Koulen"/>
              </a:rPr>
              <a:t>{{s09_text_1}}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727780">
            <a:off x="-2146333" y="8418902"/>
            <a:ext cx="15551912" cy="3401981"/>
          </a:xfrm>
          <a:custGeom>
            <a:avLst/>
            <a:gdLst/>
            <a:ahLst/>
            <a:cxnLst/>
            <a:rect r="r" b="b" t="t" l="l"/>
            <a:pathLst>
              <a:path h="3401981" w="15551912">
                <a:moveTo>
                  <a:pt x="0" y="0"/>
                </a:moveTo>
                <a:lnTo>
                  <a:pt x="15551912" y="0"/>
                </a:lnTo>
                <a:lnTo>
                  <a:pt x="15551912" y="3401981"/>
                </a:lnTo>
                <a:lnTo>
                  <a:pt x="0" y="34019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3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321543" y="-988146"/>
            <a:ext cx="16230600" cy="2466523"/>
          </a:xfrm>
          <a:custGeom>
            <a:avLst/>
            <a:gdLst/>
            <a:ahLst/>
            <a:cxnLst/>
            <a:rect r="r" b="b" t="t" l="l"/>
            <a:pathLst>
              <a:path h="2466523" w="16230600">
                <a:moveTo>
                  <a:pt x="0" y="0"/>
                </a:moveTo>
                <a:lnTo>
                  <a:pt x="16230600" y="0"/>
                </a:lnTo>
                <a:lnTo>
                  <a:pt x="16230600" y="2466522"/>
                </a:lnTo>
                <a:lnTo>
                  <a:pt x="0" y="24665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163180" y="7046240"/>
            <a:ext cx="4421482" cy="3575873"/>
          </a:xfrm>
          <a:custGeom>
            <a:avLst/>
            <a:gdLst/>
            <a:ahLst/>
            <a:cxnLst/>
            <a:rect r="r" b="b" t="t" l="l"/>
            <a:pathLst>
              <a:path h="3575873" w="4421482">
                <a:moveTo>
                  <a:pt x="4421482" y="0"/>
                </a:moveTo>
                <a:lnTo>
                  <a:pt x="0" y="0"/>
                </a:lnTo>
                <a:lnTo>
                  <a:pt x="0" y="3575873"/>
                </a:lnTo>
                <a:lnTo>
                  <a:pt x="4421482" y="3575873"/>
                </a:lnTo>
                <a:lnTo>
                  <a:pt x="4421482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097136">
            <a:off x="551997" y="961546"/>
            <a:ext cx="2679885" cy="2458794"/>
          </a:xfrm>
          <a:custGeom>
            <a:avLst/>
            <a:gdLst/>
            <a:ahLst/>
            <a:cxnLst/>
            <a:rect r="r" b="b" t="t" l="l"/>
            <a:pathLst>
              <a:path h="2458794" w="2679885">
                <a:moveTo>
                  <a:pt x="0" y="0"/>
                </a:moveTo>
                <a:lnTo>
                  <a:pt x="2679885" y="0"/>
                </a:lnTo>
                <a:lnTo>
                  <a:pt x="2679885" y="2458795"/>
                </a:lnTo>
                <a:lnTo>
                  <a:pt x="0" y="24587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902193" y="3198526"/>
            <a:ext cx="6365507" cy="5057408"/>
            <a:chOff x="0" y="0"/>
            <a:chExt cx="1676512" cy="13319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76512" cy="1331992"/>
            </a:xfrm>
            <a:custGeom>
              <a:avLst/>
              <a:gdLst/>
              <a:ahLst/>
              <a:cxnLst/>
              <a:rect r="r" b="b" t="t" l="l"/>
              <a:pathLst>
                <a:path h="1331992" w="1676512">
                  <a:moveTo>
                    <a:pt x="62028" y="0"/>
                  </a:moveTo>
                  <a:lnTo>
                    <a:pt x="1614484" y="0"/>
                  </a:lnTo>
                  <a:cubicBezTo>
                    <a:pt x="1648741" y="0"/>
                    <a:pt x="1676512" y="27771"/>
                    <a:pt x="1676512" y="62028"/>
                  </a:cubicBezTo>
                  <a:lnTo>
                    <a:pt x="1676512" y="1269965"/>
                  </a:lnTo>
                  <a:cubicBezTo>
                    <a:pt x="1676512" y="1304221"/>
                    <a:pt x="1648741" y="1331992"/>
                    <a:pt x="1614484" y="1331992"/>
                  </a:cubicBezTo>
                  <a:lnTo>
                    <a:pt x="62028" y="1331992"/>
                  </a:lnTo>
                  <a:cubicBezTo>
                    <a:pt x="27771" y="1331992"/>
                    <a:pt x="0" y="1304221"/>
                    <a:pt x="0" y="1269965"/>
                  </a:cubicBezTo>
                  <a:lnTo>
                    <a:pt x="0" y="62028"/>
                  </a:lnTo>
                  <a:cubicBezTo>
                    <a:pt x="0" y="27771"/>
                    <a:pt x="27771" y="0"/>
                    <a:pt x="62028" y="0"/>
                  </a:cubicBezTo>
                  <a:close/>
                </a:path>
              </a:pathLst>
            </a:custGeom>
            <a:solidFill>
              <a:srgbClr val="DCDBD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676512" cy="1370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1086961">
            <a:off x="16364373" y="2412966"/>
            <a:ext cx="1621801" cy="1571120"/>
          </a:xfrm>
          <a:custGeom>
            <a:avLst/>
            <a:gdLst/>
            <a:ahLst/>
            <a:cxnLst/>
            <a:rect r="r" b="b" t="t" l="l"/>
            <a:pathLst>
              <a:path h="1571120" w="1621801">
                <a:moveTo>
                  <a:pt x="0" y="0"/>
                </a:moveTo>
                <a:lnTo>
                  <a:pt x="1621801" y="0"/>
                </a:lnTo>
                <a:lnTo>
                  <a:pt x="1621801" y="1571120"/>
                </a:lnTo>
                <a:lnTo>
                  <a:pt x="0" y="15711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557225" y="1621251"/>
            <a:ext cx="9173550" cy="142547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0810"/>
              </a:lnSpc>
            </a:pPr>
            <a:r>
              <a:rPr lang="en-US" sz="7200">
                <a:solidFill>
                  <a:srgbClr val="DCDBD5"/>
                </a:solidFill>
                <a:latin typeface="March Rough"/>
                <a:ea typeface="March Rough"/>
                <a:cs typeface="March Rough"/>
                <a:sym typeface="March Rough"/>
              </a:rPr>
              <a:t>{{s10_title}}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360349" y="3739680"/>
            <a:ext cx="5449194" cy="39274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32">
                <a:solidFill>
                  <a:srgbClr val="000000"/>
                </a:solidFill>
                <a:latin typeface="Koulen"/>
                <a:ea typeface="Koulen"/>
                <a:cs typeface="Koulen"/>
                <a:sym typeface="Koulen"/>
              </a:rPr>
              <a:t>{{s10_text_1}}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576405" y="3122627"/>
            <a:ext cx="6365507" cy="5057408"/>
            <a:chOff x="0" y="0"/>
            <a:chExt cx="1676512" cy="13319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76512" cy="1331992"/>
            </a:xfrm>
            <a:custGeom>
              <a:avLst/>
              <a:gdLst/>
              <a:ahLst/>
              <a:cxnLst/>
              <a:rect r="r" b="b" t="t" l="l"/>
              <a:pathLst>
                <a:path h="1331992" w="1676512">
                  <a:moveTo>
                    <a:pt x="62028" y="0"/>
                  </a:moveTo>
                  <a:lnTo>
                    <a:pt x="1614484" y="0"/>
                  </a:lnTo>
                  <a:cubicBezTo>
                    <a:pt x="1648741" y="0"/>
                    <a:pt x="1676512" y="27771"/>
                    <a:pt x="1676512" y="62028"/>
                  </a:cubicBezTo>
                  <a:lnTo>
                    <a:pt x="1676512" y="1269965"/>
                  </a:lnTo>
                  <a:cubicBezTo>
                    <a:pt x="1676512" y="1304221"/>
                    <a:pt x="1648741" y="1331992"/>
                    <a:pt x="1614484" y="1331992"/>
                  </a:cubicBezTo>
                  <a:lnTo>
                    <a:pt x="62028" y="1331992"/>
                  </a:lnTo>
                  <a:cubicBezTo>
                    <a:pt x="27771" y="1331992"/>
                    <a:pt x="0" y="1304221"/>
                    <a:pt x="0" y="1269965"/>
                  </a:cubicBezTo>
                  <a:lnTo>
                    <a:pt x="0" y="62028"/>
                  </a:lnTo>
                  <a:cubicBezTo>
                    <a:pt x="0" y="27771"/>
                    <a:pt x="27771" y="0"/>
                    <a:pt x="62028" y="0"/>
                  </a:cubicBezTo>
                  <a:close/>
                </a:path>
              </a:pathLst>
            </a:custGeom>
            <a:solidFill>
              <a:srgbClr val="DCDBD5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676512" cy="1370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034562" y="3663780"/>
            <a:ext cx="5449194" cy="39274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32">
                <a:solidFill>
                  <a:srgbClr val="000000"/>
                </a:solidFill>
                <a:latin typeface="Koulen"/>
                <a:ea typeface="Koulen"/>
                <a:cs typeface="Koulen"/>
                <a:sym typeface="Koulen"/>
              </a:rPr>
              <a:t>{{s10_text_2}}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727780">
            <a:off x="-2146333" y="8418902"/>
            <a:ext cx="15551912" cy="3401981"/>
          </a:xfrm>
          <a:custGeom>
            <a:avLst/>
            <a:gdLst/>
            <a:ahLst/>
            <a:cxnLst/>
            <a:rect r="r" b="b" t="t" l="l"/>
            <a:pathLst>
              <a:path h="3401981" w="15551912">
                <a:moveTo>
                  <a:pt x="0" y="0"/>
                </a:moveTo>
                <a:lnTo>
                  <a:pt x="15551912" y="0"/>
                </a:lnTo>
                <a:lnTo>
                  <a:pt x="15551912" y="3401981"/>
                </a:lnTo>
                <a:lnTo>
                  <a:pt x="0" y="34019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3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321543" y="-988146"/>
            <a:ext cx="16230600" cy="2466523"/>
          </a:xfrm>
          <a:custGeom>
            <a:avLst/>
            <a:gdLst/>
            <a:ahLst/>
            <a:cxnLst/>
            <a:rect r="r" b="b" t="t" l="l"/>
            <a:pathLst>
              <a:path h="2466523" w="16230600">
                <a:moveTo>
                  <a:pt x="0" y="0"/>
                </a:moveTo>
                <a:lnTo>
                  <a:pt x="16230600" y="0"/>
                </a:lnTo>
                <a:lnTo>
                  <a:pt x="16230600" y="2466522"/>
                </a:lnTo>
                <a:lnTo>
                  <a:pt x="0" y="24665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163180" y="7046240"/>
            <a:ext cx="4421482" cy="3575873"/>
          </a:xfrm>
          <a:custGeom>
            <a:avLst/>
            <a:gdLst/>
            <a:ahLst/>
            <a:cxnLst/>
            <a:rect r="r" b="b" t="t" l="l"/>
            <a:pathLst>
              <a:path h="3575873" w="4421482">
                <a:moveTo>
                  <a:pt x="4421482" y="0"/>
                </a:moveTo>
                <a:lnTo>
                  <a:pt x="0" y="0"/>
                </a:lnTo>
                <a:lnTo>
                  <a:pt x="0" y="3575873"/>
                </a:lnTo>
                <a:lnTo>
                  <a:pt x="4421482" y="3575873"/>
                </a:lnTo>
                <a:lnTo>
                  <a:pt x="4421482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097136">
            <a:off x="551997" y="961546"/>
            <a:ext cx="2679885" cy="2458794"/>
          </a:xfrm>
          <a:custGeom>
            <a:avLst/>
            <a:gdLst/>
            <a:ahLst/>
            <a:cxnLst/>
            <a:rect r="r" b="b" t="t" l="l"/>
            <a:pathLst>
              <a:path h="2458794" w="2679885">
                <a:moveTo>
                  <a:pt x="0" y="0"/>
                </a:moveTo>
                <a:lnTo>
                  <a:pt x="2679885" y="0"/>
                </a:lnTo>
                <a:lnTo>
                  <a:pt x="2679885" y="2458795"/>
                </a:lnTo>
                <a:lnTo>
                  <a:pt x="0" y="24587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778493" y="3198526"/>
            <a:ext cx="13229414" cy="5057408"/>
            <a:chOff x="0" y="0"/>
            <a:chExt cx="3484290" cy="13319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84290" cy="1331992"/>
            </a:xfrm>
            <a:custGeom>
              <a:avLst/>
              <a:gdLst/>
              <a:ahLst/>
              <a:cxnLst/>
              <a:rect r="r" b="b" t="t" l="l"/>
              <a:pathLst>
                <a:path h="1331992" w="3484290">
                  <a:moveTo>
                    <a:pt x="29845" y="0"/>
                  </a:moveTo>
                  <a:lnTo>
                    <a:pt x="3454445" y="0"/>
                  </a:lnTo>
                  <a:cubicBezTo>
                    <a:pt x="3470928" y="0"/>
                    <a:pt x="3484290" y="13362"/>
                    <a:pt x="3484290" y="29845"/>
                  </a:cubicBezTo>
                  <a:lnTo>
                    <a:pt x="3484290" y="1302147"/>
                  </a:lnTo>
                  <a:cubicBezTo>
                    <a:pt x="3484290" y="1310062"/>
                    <a:pt x="3481146" y="1317654"/>
                    <a:pt x="3475548" y="1323251"/>
                  </a:cubicBezTo>
                  <a:cubicBezTo>
                    <a:pt x="3469951" y="1328848"/>
                    <a:pt x="3462360" y="1331992"/>
                    <a:pt x="3454445" y="1331992"/>
                  </a:cubicBezTo>
                  <a:lnTo>
                    <a:pt x="29845" y="1331992"/>
                  </a:lnTo>
                  <a:cubicBezTo>
                    <a:pt x="21930" y="1331992"/>
                    <a:pt x="14339" y="1328848"/>
                    <a:pt x="8742" y="1323251"/>
                  </a:cubicBezTo>
                  <a:cubicBezTo>
                    <a:pt x="3144" y="1317654"/>
                    <a:pt x="0" y="1310062"/>
                    <a:pt x="0" y="1302147"/>
                  </a:cubicBezTo>
                  <a:lnTo>
                    <a:pt x="0" y="29845"/>
                  </a:lnTo>
                  <a:cubicBezTo>
                    <a:pt x="0" y="21930"/>
                    <a:pt x="3144" y="14339"/>
                    <a:pt x="8742" y="8742"/>
                  </a:cubicBezTo>
                  <a:cubicBezTo>
                    <a:pt x="14339" y="3144"/>
                    <a:pt x="21930" y="0"/>
                    <a:pt x="29845" y="0"/>
                  </a:cubicBezTo>
                  <a:close/>
                </a:path>
              </a:pathLst>
            </a:custGeom>
            <a:solidFill>
              <a:srgbClr val="DCDBD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484290" cy="1370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989630" y="1621251"/>
            <a:ext cx="9173550" cy="142547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0810"/>
              </a:lnSpc>
            </a:pPr>
            <a:r>
              <a:rPr lang="en-US" sz="7200">
                <a:solidFill>
                  <a:srgbClr val="DCDBD5"/>
                </a:solidFill>
                <a:latin typeface="March Rough"/>
                <a:ea typeface="March Rough"/>
                <a:cs typeface="March Rough"/>
                <a:sym typeface="March Rough"/>
              </a:rPr>
              <a:t>{{s11_title}}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-1086961">
            <a:off x="16364373" y="2412966"/>
            <a:ext cx="1621801" cy="1571120"/>
          </a:xfrm>
          <a:custGeom>
            <a:avLst/>
            <a:gdLst/>
            <a:ahLst/>
            <a:cxnLst/>
            <a:rect r="r" b="b" t="t" l="l"/>
            <a:pathLst>
              <a:path h="1571120" w="1621801">
                <a:moveTo>
                  <a:pt x="0" y="0"/>
                </a:moveTo>
                <a:lnTo>
                  <a:pt x="1621801" y="0"/>
                </a:lnTo>
                <a:lnTo>
                  <a:pt x="1621801" y="1571120"/>
                </a:lnTo>
                <a:lnTo>
                  <a:pt x="0" y="15711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037611" y="3958755"/>
            <a:ext cx="10711177" cy="34893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 spc="32">
                <a:solidFill>
                  <a:srgbClr val="000000"/>
                </a:solidFill>
                <a:latin typeface="Koulen"/>
                <a:ea typeface="Koulen"/>
                <a:cs typeface="Koulen"/>
                <a:sym typeface="Koulen"/>
              </a:rPr>
              <a:t>{{s11_text_1}}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727780">
            <a:off x="-2146333" y="8418902"/>
            <a:ext cx="15551912" cy="3401981"/>
          </a:xfrm>
          <a:custGeom>
            <a:avLst/>
            <a:gdLst/>
            <a:ahLst/>
            <a:cxnLst/>
            <a:rect r="r" b="b" t="t" l="l"/>
            <a:pathLst>
              <a:path h="3401981" w="15551912">
                <a:moveTo>
                  <a:pt x="0" y="0"/>
                </a:moveTo>
                <a:lnTo>
                  <a:pt x="15551912" y="0"/>
                </a:lnTo>
                <a:lnTo>
                  <a:pt x="15551912" y="3401981"/>
                </a:lnTo>
                <a:lnTo>
                  <a:pt x="0" y="34019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3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321543" y="-988146"/>
            <a:ext cx="16230600" cy="2466523"/>
          </a:xfrm>
          <a:custGeom>
            <a:avLst/>
            <a:gdLst/>
            <a:ahLst/>
            <a:cxnLst/>
            <a:rect r="r" b="b" t="t" l="l"/>
            <a:pathLst>
              <a:path h="2466523" w="16230600">
                <a:moveTo>
                  <a:pt x="0" y="0"/>
                </a:moveTo>
                <a:lnTo>
                  <a:pt x="16230600" y="0"/>
                </a:lnTo>
                <a:lnTo>
                  <a:pt x="16230600" y="2466522"/>
                </a:lnTo>
                <a:lnTo>
                  <a:pt x="0" y="24665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163180" y="7046240"/>
            <a:ext cx="4421482" cy="3575873"/>
          </a:xfrm>
          <a:custGeom>
            <a:avLst/>
            <a:gdLst/>
            <a:ahLst/>
            <a:cxnLst/>
            <a:rect r="r" b="b" t="t" l="l"/>
            <a:pathLst>
              <a:path h="3575873" w="4421482">
                <a:moveTo>
                  <a:pt x="4421482" y="0"/>
                </a:moveTo>
                <a:lnTo>
                  <a:pt x="0" y="0"/>
                </a:lnTo>
                <a:lnTo>
                  <a:pt x="0" y="3575873"/>
                </a:lnTo>
                <a:lnTo>
                  <a:pt x="4421482" y="3575873"/>
                </a:lnTo>
                <a:lnTo>
                  <a:pt x="4421482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097136">
            <a:off x="551997" y="961546"/>
            <a:ext cx="2679885" cy="2458794"/>
          </a:xfrm>
          <a:custGeom>
            <a:avLst/>
            <a:gdLst/>
            <a:ahLst/>
            <a:cxnLst/>
            <a:rect r="r" b="b" t="t" l="l"/>
            <a:pathLst>
              <a:path h="2458794" w="2679885">
                <a:moveTo>
                  <a:pt x="0" y="0"/>
                </a:moveTo>
                <a:lnTo>
                  <a:pt x="2679885" y="0"/>
                </a:lnTo>
                <a:lnTo>
                  <a:pt x="2679885" y="2458795"/>
                </a:lnTo>
                <a:lnTo>
                  <a:pt x="0" y="24587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778493" y="3198526"/>
            <a:ext cx="13229414" cy="5057408"/>
            <a:chOff x="0" y="0"/>
            <a:chExt cx="3484290" cy="13319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84290" cy="1331992"/>
            </a:xfrm>
            <a:custGeom>
              <a:avLst/>
              <a:gdLst/>
              <a:ahLst/>
              <a:cxnLst/>
              <a:rect r="r" b="b" t="t" l="l"/>
              <a:pathLst>
                <a:path h="1331992" w="3484290">
                  <a:moveTo>
                    <a:pt x="29845" y="0"/>
                  </a:moveTo>
                  <a:lnTo>
                    <a:pt x="3454445" y="0"/>
                  </a:lnTo>
                  <a:cubicBezTo>
                    <a:pt x="3470928" y="0"/>
                    <a:pt x="3484290" y="13362"/>
                    <a:pt x="3484290" y="29845"/>
                  </a:cubicBezTo>
                  <a:lnTo>
                    <a:pt x="3484290" y="1302147"/>
                  </a:lnTo>
                  <a:cubicBezTo>
                    <a:pt x="3484290" y="1310062"/>
                    <a:pt x="3481146" y="1317654"/>
                    <a:pt x="3475548" y="1323251"/>
                  </a:cubicBezTo>
                  <a:cubicBezTo>
                    <a:pt x="3469951" y="1328848"/>
                    <a:pt x="3462360" y="1331992"/>
                    <a:pt x="3454445" y="1331992"/>
                  </a:cubicBezTo>
                  <a:lnTo>
                    <a:pt x="29845" y="1331992"/>
                  </a:lnTo>
                  <a:cubicBezTo>
                    <a:pt x="21930" y="1331992"/>
                    <a:pt x="14339" y="1328848"/>
                    <a:pt x="8742" y="1323251"/>
                  </a:cubicBezTo>
                  <a:cubicBezTo>
                    <a:pt x="3144" y="1317654"/>
                    <a:pt x="0" y="1310062"/>
                    <a:pt x="0" y="1302147"/>
                  </a:cubicBezTo>
                  <a:lnTo>
                    <a:pt x="0" y="29845"/>
                  </a:lnTo>
                  <a:cubicBezTo>
                    <a:pt x="0" y="21930"/>
                    <a:pt x="3144" y="14339"/>
                    <a:pt x="8742" y="8742"/>
                  </a:cubicBezTo>
                  <a:cubicBezTo>
                    <a:pt x="14339" y="3144"/>
                    <a:pt x="21930" y="0"/>
                    <a:pt x="29845" y="0"/>
                  </a:cubicBezTo>
                  <a:close/>
                </a:path>
              </a:pathLst>
            </a:custGeom>
            <a:solidFill>
              <a:srgbClr val="DCDBD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484290" cy="1370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1086961">
            <a:off x="16364373" y="2412966"/>
            <a:ext cx="1621801" cy="1571120"/>
          </a:xfrm>
          <a:custGeom>
            <a:avLst/>
            <a:gdLst/>
            <a:ahLst/>
            <a:cxnLst/>
            <a:rect r="r" b="b" t="t" l="l"/>
            <a:pathLst>
              <a:path h="1571120" w="1621801">
                <a:moveTo>
                  <a:pt x="0" y="0"/>
                </a:moveTo>
                <a:lnTo>
                  <a:pt x="1621801" y="0"/>
                </a:lnTo>
                <a:lnTo>
                  <a:pt x="1621801" y="1571120"/>
                </a:lnTo>
                <a:lnTo>
                  <a:pt x="0" y="15711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0303854" y="4011930"/>
            <a:ext cx="4842138" cy="3360251"/>
            <a:chOff x="0" y="0"/>
            <a:chExt cx="750174" cy="520591"/>
          </a:xfrm>
        </p:grpSpPr>
        <p:sp>
          <p:nvSpPr>
            <p:cNvPr name="{{image_1}}" id="12" descr="{{image_1}}"/>
            <p:cNvSpPr/>
            <p:nvPr/>
          </p:nvSpPr>
          <p:spPr>
            <a:xfrm flipH="false" flipV="false" rot="0">
              <a:off x="0" y="0"/>
              <a:ext cx="750174" cy="520591"/>
            </a:xfrm>
            <a:custGeom>
              <a:avLst/>
              <a:gdLst/>
              <a:ahLst/>
              <a:cxnLst/>
              <a:rect r="r" b="b" t="t" l="l"/>
              <a:pathLst>
                <a:path h="520591" w="750174">
                  <a:moveTo>
                    <a:pt x="36774" y="0"/>
                  </a:moveTo>
                  <a:lnTo>
                    <a:pt x="713400" y="0"/>
                  </a:lnTo>
                  <a:cubicBezTo>
                    <a:pt x="733710" y="0"/>
                    <a:pt x="750174" y="16464"/>
                    <a:pt x="750174" y="36774"/>
                  </a:cubicBezTo>
                  <a:lnTo>
                    <a:pt x="750174" y="483817"/>
                  </a:lnTo>
                  <a:cubicBezTo>
                    <a:pt x="750174" y="504127"/>
                    <a:pt x="733710" y="520591"/>
                    <a:pt x="713400" y="520591"/>
                  </a:cubicBezTo>
                  <a:lnTo>
                    <a:pt x="36774" y="520591"/>
                  </a:lnTo>
                  <a:cubicBezTo>
                    <a:pt x="16464" y="520591"/>
                    <a:pt x="0" y="504127"/>
                    <a:pt x="0" y="483817"/>
                  </a:cubicBezTo>
                  <a:lnTo>
                    <a:pt x="0" y="36774"/>
                  </a:lnTo>
                  <a:cubicBezTo>
                    <a:pt x="0" y="16464"/>
                    <a:pt x="16464" y="0"/>
                    <a:pt x="36774" y="0"/>
                  </a:cubicBezTo>
                  <a:close/>
                </a:path>
              </a:pathLst>
            </a:custGeom>
            <a:blipFill>
              <a:blip r:embed="rId8"/>
              <a:stretch>
                <a:fillRect l="-2177" t="0" r="-2177" b="0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4989630" y="1621251"/>
            <a:ext cx="9173550" cy="142547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0810"/>
              </a:lnSpc>
            </a:pPr>
            <a:r>
              <a:rPr lang="en-US" sz="7200">
                <a:solidFill>
                  <a:srgbClr val="DCDBD5"/>
                </a:solidFill>
                <a:latin typeface="March Rough"/>
                <a:ea typeface="March Rough"/>
                <a:cs typeface="March Rough"/>
                <a:sym typeface="March Rough"/>
              </a:rPr>
              <a:t>{{s12_title}}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549949" y="3882855"/>
            <a:ext cx="6143823" cy="34893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 spc="32">
                <a:solidFill>
                  <a:srgbClr val="000000"/>
                </a:solidFill>
                <a:latin typeface="Koulen"/>
                <a:ea typeface="Koulen"/>
                <a:cs typeface="Koulen"/>
                <a:sym typeface="Koulen"/>
              </a:rPr>
              <a:t>{{s12_text_1}}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727780">
            <a:off x="-2146333" y="8418902"/>
            <a:ext cx="15551912" cy="3401981"/>
          </a:xfrm>
          <a:custGeom>
            <a:avLst/>
            <a:gdLst/>
            <a:ahLst/>
            <a:cxnLst/>
            <a:rect r="r" b="b" t="t" l="l"/>
            <a:pathLst>
              <a:path h="3401981" w="15551912">
                <a:moveTo>
                  <a:pt x="0" y="0"/>
                </a:moveTo>
                <a:lnTo>
                  <a:pt x="15551912" y="0"/>
                </a:lnTo>
                <a:lnTo>
                  <a:pt x="15551912" y="3401981"/>
                </a:lnTo>
                <a:lnTo>
                  <a:pt x="0" y="34019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3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321543" y="-988146"/>
            <a:ext cx="16230600" cy="2466523"/>
          </a:xfrm>
          <a:custGeom>
            <a:avLst/>
            <a:gdLst/>
            <a:ahLst/>
            <a:cxnLst/>
            <a:rect r="r" b="b" t="t" l="l"/>
            <a:pathLst>
              <a:path h="2466523" w="16230600">
                <a:moveTo>
                  <a:pt x="0" y="0"/>
                </a:moveTo>
                <a:lnTo>
                  <a:pt x="16230600" y="0"/>
                </a:lnTo>
                <a:lnTo>
                  <a:pt x="16230600" y="2466522"/>
                </a:lnTo>
                <a:lnTo>
                  <a:pt x="0" y="24665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163180" y="7046240"/>
            <a:ext cx="4421482" cy="3575873"/>
          </a:xfrm>
          <a:custGeom>
            <a:avLst/>
            <a:gdLst/>
            <a:ahLst/>
            <a:cxnLst/>
            <a:rect r="r" b="b" t="t" l="l"/>
            <a:pathLst>
              <a:path h="3575873" w="4421482">
                <a:moveTo>
                  <a:pt x="4421482" y="0"/>
                </a:moveTo>
                <a:lnTo>
                  <a:pt x="0" y="0"/>
                </a:lnTo>
                <a:lnTo>
                  <a:pt x="0" y="3575873"/>
                </a:lnTo>
                <a:lnTo>
                  <a:pt x="4421482" y="3575873"/>
                </a:lnTo>
                <a:lnTo>
                  <a:pt x="4421482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097136">
            <a:off x="551997" y="961546"/>
            <a:ext cx="2679885" cy="2458794"/>
          </a:xfrm>
          <a:custGeom>
            <a:avLst/>
            <a:gdLst/>
            <a:ahLst/>
            <a:cxnLst/>
            <a:rect r="r" b="b" t="t" l="l"/>
            <a:pathLst>
              <a:path h="2458794" w="2679885">
                <a:moveTo>
                  <a:pt x="0" y="0"/>
                </a:moveTo>
                <a:lnTo>
                  <a:pt x="2679885" y="0"/>
                </a:lnTo>
                <a:lnTo>
                  <a:pt x="2679885" y="2458795"/>
                </a:lnTo>
                <a:lnTo>
                  <a:pt x="0" y="24587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778493" y="3198526"/>
            <a:ext cx="13229414" cy="5057408"/>
            <a:chOff x="0" y="0"/>
            <a:chExt cx="3484290" cy="13319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84290" cy="1331992"/>
            </a:xfrm>
            <a:custGeom>
              <a:avLst/>
              <a:gdLst/>
              <a:ahLst/>
              <a:cxnLst/>
              <a:rect r="r" b="b" t="t" l="l"/>
              <a:pathLst>
                <a:path h="1331992" w="3484290">
                  <a:moveTo>
                    <a:pt x="29845" y="0"/>
                  </a:moveTo>
                  <a:lnTo>
                    <a:pt x="3454445" y="0"/>
                  </a:lnTo>
                  <a:cubicBezTo>
                    <a:pt x="3470928" y="0"/>
                    <a:pt x="3484290" y="13362"/>
                    <a:pt x="3484290" y="29845"/>
                  </a:cubicBezTo>
                  <a:lnTo>
                    <a:pt x="3484290" y="1302147"/>
                  </a:lnTo>
                  <a:cubicBezTo>
                    <a:pt x="3484290" y="1310062"/>
                    <a:pt x="3481146" y="1317654"/>
                    <a:pt x="3475548" y="1323251"/>
                  </a:cubicBezTo>
                  <a:cubicBezTo>
                    <a:pt x="3469951" y="1328848"/>
                    <a:pt x="3462360" y="1331992"/>
                    <a:pt x="3454445" y="1331992"/>
                  </a:cubicBezTo>
                  <a:lnTo>
                    <a:pt x="29845" y="1331992"/>
                  </a:lnTo>
                  <a:cubicBezTo>
                    <a:pt x="21930" y="1331992"/>
                    <a:pt x="14339" y="1328848"/>
                    <a:pt x="8742" y="1323251"/>
                  </a:cubicBezTo>
                  <a:cubicBezTo>
                    <a:pt x="3144" y="1317654"/>
                    <a:pt x="0" y="1310062"/>
                    <a:pt x="0" y="1302147"/>
                  </a:cubicBezTo>
                  <a:lnTo>
                    <a:pt x="0" y="29845"/>
                  </a:lnTo>
                  <a:cubicBezTo>
                    <a:pt x="0" y="21930"/>
                    <a:pt x="3144" y="14339"/>
                    <a:pt x="8742" y="8742"/>
                  </a:cubicBezTo>
                  <a:cubicBezTo>
                    <a:pt x="14339" y="3144"/>
                    <a:pt x="21930" y="0"/>
                    <a:pt x="29845" y="0"/>
                  </a:cubicBezTo>
                  <a:close/>
                </a:path>
              </a:pathLst>
            </a:custGeom>
            <a:solidFill>
              <a:srgbClr val="DCDBD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484290" cy="1370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1086961">
            <a:off x="16364373" y="2412966"/>
            <a:ext cx="1621801" cy="1571120"/>
          </a:xfrm>
          <a:custGeom>
            <a:avLst/>
            <a:gdLst/>
            <a:ahLst/>
            <a:cxnLst/>
            <a:rect r="r" b="b" t="t" l="l"/>
            <a:pathLst>
              <a:path h="1571120" w="1621801">
                <a:moveTo>
                  <a:pt x="0" y="0"/>
                </a:moveTo>
                <a:lnTo>
                  <a:pt x="1621801" y="0"/>
                </a:lnTo>
                <a:lnTo>
                  <a:pt x="1621801" y="1571120"/>
                </a:lnTo>
                <a:lnTo>
                  <a:pt x="0" y="15711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3549949" y="4006380"/>
            <a:ext cx="4842138" cy="3360251"/>
            <a:chOff x="0" y="0"/>
            <a:chExt cx="750174" cy="520591"/>
          </a:xfrm>
        </p:grpSpPr>
        <p:sp>
          <p:nvSpPr>
            <p:cNvPr name="{{image_2}}" id="12" descr="{{image_2}}"/>
            <p:cNvSpPr/>
            <p:nvPr/>
          </p:nvSpPr>
          <p:spPr>
            <a:xfrm flipH="false" flipV="false" rot="0">
              <a:off x="0" y="0"/>
              <a:ext cx="750174" cy="520591"/>
            </a:xfrm>
            <a:custGeom>
              <a:avLst/>
              <a:gdLst/>
              <a:ahLst/>
              <a:cxnLst/>
              <a:rect r="r" b="b" t="t" l="l"/>
              <a:pathLst>
                <a:path h="520591" w="750174">
                  <a:moveTo>
                    <a:pt x="36774" y="0"/>
                  </a:moveTo>
                  <a:lnTo>
                    <a:pt x="713400" y="0"/>
                  </a:lnTo>
                  <a:cubicBezTo>
                    <a:pt x="733710" y="0"/>
                    <a:pt x="750174" y="16464"/>
                    <a:pt x="750174" y="36774"/>
                  </a:cubicBezTo>
                  <a:lnTo>
                    <a:pt x="750174" y="483817"/>
                  </a:lnTo>
                  <a:cubicBezTo>
                    <a:pt x="750174" y="504127"/>
                    <a:pt x="733710" y="520591"/>
                    <a:pt x="713400" y="520591"/>
                  </a:cubicBezTo>
                  <a:lnTo>
                    <a:pt x="36774" y="520591"/>
                  </a:lnTo>
                  <a:cubicBezTo>
                    <a:pt x="16464" y="520591"/>
                    <a:pt x="0" y="504127"/>
                    <a:pt x="0" y="483817"/>
                  </a:cubicBezTo>
                  <a:lnTo>
                    <a:pt x="0" y="36774"/>
                  </a:lnTo>
                  <a:cubicBezTo>
                    <a:pt x="0" y="16464"/>
                    <a:pt x="16464" y="0"/>
                    <a:pt x="36774" y="0"/>
                  </a:cubicBezTo>
                  <a:close/>
                </a:path>
              </a:pathLst>
            </a:custGeom>
            <a:blipFill>
              <a:blip r:embed="rId8"/>
              <a:stretch>
                <a:fillRect l="-2177" t="0" r="-2177" b="0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4989630" y="1621251"/>
            <a:ext cx="9173550" cy="142547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0810"/>
              </a:lnSpc>
            </a:pPr>
            <a:r>
              <a:rPr lang="en-US" sz="7200">
                <a:solidFill>
                  <a:srgbClr val="DCDBD5"/>
                </a:solidFill>
                <a:latin typeface="March Rough"/>
                <a:ea typeface="March Rough"/>
                <a:cs typeface="March Rough"/>
                <a:sym typeface="March Rough"/>
              </a:rPr>
              <a:t>{{s13_title}}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0" y="3958755"/>
            <a:ext cx="6143823" cy="34893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 spc="32">
                <a:solidFill>
                  <a:srgbClr val="000000"/>
                </a:solidFill>
                <a:latin typeface="Koulen"/>
                <a:ea typeface="Koulen"/>
                <a:cs typeface="Koulen"/>
                <a:sym typeface="Koulen"/>
              </a:rPr>
              <a:t>{{s13_text_1}}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727780">
            <a:off x="-2146333" y="8418902"/>
            <a:ext cx="15551912" cy="3401981"/>
          </a:xfrm>
          <a:custGeom>
            <a:avLst/>
            <a:gdLst/>
            <a:ahLst/>
            <a:cxnLst/>
            <a:rect r="r" b="b" t="t" l="l"/>
            <a:pathLst>
              <a:path h="3401981" w="15551912">
                <a:moveTo>
                  <a:pt x="0" y="0"/>
                </a:moveTo>
                <a:lnTo>
                  <a:pt x="15551912" y="0"/>
                </a:lnTo>
                <a:lnTo>
                  <a:pt x="15551912" y="3401981"/>
                </a:lnTo>
                <a:lnTo>
                  <a:pt x="0" y="34019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3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321543" y="-988146"/>
            <a:ext cx="16230600" cy="2466523"/>
          </a:xfrm>
          <a:custGeom>
            <a:avLst/>
            <a:gdLst/>
            <a:ahLst/>
            <a:cxnLst/>
            <a:rect r="r" b="b" t="t" l="l"/>
            <a:pathLst>
              <a:path h="2466523" w="16230600">
                <a:moveTo>
                  <a:pt x="0" y="0"/>
                </a:moveTo>
                <a:lnTo>
                  <a:pt x="16230600" y="0"/>
                </a:lnTo>
                <a:lnTo>
                  <a:pt x="16230600" y="2466522"/>
                </a:lnTo>
                <a:lnTo>
                  <a:pt x="0" y="24665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163180" y="7046240"/>
            <a:ext cx="4421482" cy="3575873"/>
          </a:xfrm>
          <a:custGeom>
            <a:avLst/>
            <a:gdLst/>
            <a:ahLst/>
            <a:cxnLst/>
            <a:rect r="r" b="b" t="t" l="l"/>
            <a:pathLst>
              <a:path h="3575873" w="4421482">
                <a:moveTo>
                  <a:pt x="4421482" y="0"/>
                </a:moveTo>
                <a:lnTo>
                  <a:pt x="0" y="0"/>
                </a:lnTo>
                <a:lnTo>
                  <a:pt x="0" y="3575873"/>
                </a:lnTo>
                <a:lnTo>
                  <a:pt x="4421482" y="3575873"/>
                </a:lnTo>
                <a:lnTo>
                  <a:pt x="4421482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097136">
            <a:off x="551997" y="961546"/>
            <a:ext cx="2679885" cy="2458794"/>
          </a:xfrm>
          <a:custGeom>
            <a:avLst/>
            <a:gdLst/>
            <a:ahLst/>
            <a:cxnLst/>
            <a:rect r="r" b="b" t="t" l="l"/>
            <a:pathLst>
              <a:path h="2458794" w="2679885">
                <a:moveTo>
                  <a:pt x="0" y="0"/>
                </a:moveTo>
                <a:lnTo>
                  <a:pt x="2679885" y="0"/>
                </a:lnTo>
                <a:lnTo>
                  <a:pt x="2679885" y="2458795"/>
                </a:lnTo>
                <a:lnTo>
                  <a:pt x="0" y="24587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902193" y="3198526"/>
            <a:ext cx="6365507" cy="5057408"/>
            <a:chOff x="0" y="0"/>
            <a:chExt cx="1676512" cy="13319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76512" cy="1331992"/>
            </a:xfrm>
            <a:custGeom>
              <a:avLst/>
              <a:gdLst/>
              <a:ahLst/>
              <a:cxnLst/>
              <a:rect r="r" b="b" t="t" l="l"/>
              <a:pathLst>
                <a:path h="1331992" w="1676512">
                  <a:moveTo>
                    <a:pt x="62028" y="0"/>
                  </a:moveTo>
                  <a:lnTo>
                    <a:pt x="1614484" y="0"/>
                  </a:lnTo>
                  <a:cubicBezTo>
                    <a:pt x="1648741" y="0"/>
                    <a:pt x="1676512" y="27771"/>
                    <a:pt x="1676512" y="62028"/>
                  </a:cubicBezTo>
                  <a:lnTo>
                    <a:pt x="1676512" y="1269965"/>
                  </a:lnTo>
                  <a:cubicBezTo>
                    <a:pt x="1676512" y="1304221"/>
                    <a:pt x="1648741" y="1331992"/>
                    <a:pt x="1614484" y="1331992"/>
                  </a:cubicBezTo>
                  <a:lnTo>
                    <a:pt x="62028" y="1331992"/>
                  </a:lnTo>
                  <a:cubicBezTo>
                    <a:pt x="27771" y="1331992"/>
                    <a:pt x="0" y="1304221"/>
                    <a:pt x="0" y="1269965"/>
                  </a:cubicBezTo>
                  <a:lnTo>
                    <a:pt x="0" y="62028"/>
                  </a:lnTo>
                  <a:cubicBezTo>
                    <a:pt x="0" y="27771"/>
                    <a:pt x="27771" y="0"/>
                    <a:pt x="62028" y="0"/>
                  </a:cubicBezTo>
                  <a:close/>
                </a:path>
              </a:pathLst>
            </a:custGeom>
            <a:solidFill>
              <a:srgbClr val="DCDBD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676512" cy="1370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1086961">
            <a:off x="16364373" y="2412966"/>
            <a:ext cx="1621801" cy="1571120"/>
          </a:xfrm>
          <a:custGeom>
            <a:avLst/>
            <a:gdLst/>
            <a:ahLst/>
            <a:cxnLst/>
            <a:rect r="r" b="b" t="t" l="l"/>
            <a:pathLst>
              <a:path h="1571120" w="1621801">
                <a:moveTo>
                  <a:pt x="0" y="0"/>
                </a:moveTo>
                <a:lnTo>
                  <a:pt x="1621801" y="0"/>
                </a:lnTo>
                <a:lnTo>
                  <a:pt x="1621801" y="1571120"/>
                </a:lnTo>
                <a:lnTo>
                  <a:pt x="0" y="15711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557225" y="1621251"/>
            <a:ext cx="9173550" cy="142547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0810"/>
              </a:lnSpc>
            </a:pPr>
            <a:r>
              <a:rPr lang="en-US" sz="7200">
                <a:solidFill>
                  <a:srgbClr val="DCDBD5"/>
                </a:solidFill>
                <a:latin typeface="March Rough"/>
                <a:ea typeface="March Rough"/>
                <a:cs typeface="March Rough"/>
                <a:sym typeface="March Rough"/>
              </a:rPr>
              <a:t>{{s14_title}}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360349" y="3739680"/>
            <a:ext cx="5449194" cy="39274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32">
                <a:solidFill>
                  <a:srgbClr val="000000"/>
                </a:solidFill>
                <a:latin typeface="Koulen"/>
                <a:ea typeface="Koulen"/>
                <a:cs typeface="Koulen"/>
                <a:sym typeface="Koulen"/>
              </a:rPr>
              <a:t>{{s14_text_1}}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576405" y="3122627"/>
            <a:ext cx="6365507" cy="5057408"/>
            <a:chOff x="0" y="0"/>
            <a:chExt cx="1676512" cy="13319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76512" cy="1331992"/>
            </a:xfrm>
            <a:custGeom>
              <a:avLst/>
              <a:gdLst/>
              <a:ahLst/>
              <a:cxnLst/>
              <a:rect r="r" b="b" t="t" l="l"/>
              <a:pathLst>
                <a:path h="1331992" w="1676512">
                  <a:moveTo>
                    <a:pt x="62028" y="0"/>
                  </a:moveTo>
                  <a:lnTo>
                    <a:pt x="1614484" y="0"/>
                  </a:lnTo>
                  <a:cubicBezTo>
                    <a:pt x="1648741" y="0"/>
                    <a:pt x="1676512" y="27771"/>
                    <a:pt x="1676512" y="62028"/>
                  </a:cubicBezTo>
                  <a:lnTo>
                    <a:pt x="1676512" y="1269965"/>
                  </a:lnTo>
                  <a:cubicBezTo>
                    <a:pt x="1676512" y="1304221"/>
                    <a:pt x="1648741" y="1331992"/>
                    <a:pt x="1614484" y="1331992"/>
                  </a:cubicBezTo>
                  <a:lnTo>
                    <a:pt x="62028" y="1331992"/>
                  </a:lnTo>
                  <a:cubicBezTo>
                    <a:pt x="27771" y="1331992"/>
                    <a:pt x="0" y="1304221"/>
                    <a:pt x="0" y="1269965"/>
                  </a:cubicBezTo>
                  <a:lnTo>
                    <a:pt x="0" y="62028"/>
                  </a:lnTo>
                  <a:cubicBezTo>
                    <a:pt x="0" y="27771"/>
                    <a:pt x="27771" y="0"/>
                    <a:pt x="62028" y="0"/>
                  </a:cubicBezTo>
                  <a:close/>
                </a:path>
              </a:pathLst>
            </a:custGeom>
            <a:solidFill>
              <a:srgbClr val="DCDBD5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676512" cy="1370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034562" y="3663780"/>
            <a:ext cx="5449194" cy="39274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32">
                <a:solidFill>
                  <a:srgbClr val="000000"/>
                </a:solidFill>
                <a:latin typeface="Koulen"/>
                <a:ea typeface="Koulen"/>
                <a:cs typeface="Koulen"/>
                <a:sym typeface="Koulen"/>
              </a:rPr>
              <a:t>{{s14_text_2}}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727780">
            <a:off x="-2146333" y="8418902"/>
            <a:ext cx="15551912" cy="3401981"/>
          </a:xfrm>
          <a:custGeom>
            <a:avLst/>
            <a:gdLst/>
            <a:ahLst/>
            <a:cxnLst/>
            <a:rect r="r" b="b" t="t" l="l"/>
            <a:pathLst>
              <a:path h="3401981" w="15551912">
                <a:moveTo>
                  <a:pt x="0" y="0"/>
                </a:moveTo>
                <a:lnTo>
                  <a:pt x="15551912" y="0"/>
                </a:lnTo>
                <a:lnTo>
                  <a:pt x="15551912" y="3401981"/>
                </a:lnTo>
                <a:lnTo>
                  <a:pt x="0" y="34019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3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321543" y="-988146"/>
            <a:ext cx="16230600" cy="2466523"/>
          </a:xfrm>
          <a:custGeom>
            <a:avLst/>
            <a:gdLst/>
            <a:ahLst/>
            <a:cxnLst/>
            <a:rect r="r" b="b" t="t" l="l"/>
            <a:pathLst>
              <a:path h="2466523" w="16230600">
                <a:moveTo>
                  <a:pt x="0" y="0"/>
                </a:moveTo>
                <a:lnTo>
                  <a:pt x="16230600" y="0"/>
                </a:lnTo>
                <a:lnTo>
                  <a:pt x="16230600" y="2466522"/>
                </a:lnTo>
                <a:lnTo>
                  <a:pt x="0" y="24665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163180" y="7046240"/>
            <a:ext cx="4421482" cy="3575873"/>
          </a:xfrm>
          <a:custGeom>
            <a:avLst/>
            <a:gdLst/>
            <a:ahLst/>
            <a:cxnLst/>
            <a:rect r="r" b="b" t="t" l="l"/>
            <a:pathLst>
              <a:path h="3575873" w="4421482">
                <a:moveTo>
                  <a:pt x="4421482" y="0"/>
                </a:moveTo>
                <a:lnTo>
                  <a:pt x="0" y="0"/>
                </a:lnTo>
                <a:lnTo>
                  <a:pt x="0" y="3575873"/>
                </a:lnTo>
                <a:lnTo>
                  <a:pt x="4421482" y="3575873"/>
                </a:lnTo>
                <a:lnTo>
                  <a:pt x="4421482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097136">
            <a:off x="551997" y="961546"/>
            <a:ext cx="2679885" cy="2458794"/>
          </a:xfrm>
          <a:custGeom>
            <a:avLst/>
            <a:gdLst/>
            <a:ahLst/>
            <a:cxnLst/>
            <a:rect r="r" b="b" t="t" l="l"/>
            <a:pathLst>
              <a:path h="2458794" w="2679885">
                <a:moveTo>
                  <a:pt x="0" y="0"/>
                </a:moveTo>
                <a:lnTo>
                  <a:pt x="2679885" y="0"/>
                </a:lnTo>
                <a:lnTo>
                  <a:pt x="2679885" y="2458795"/>
                </a:lnTo>
                <a:lnTo>
                  <a:pt x="0" y="24587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778493" y="3198526"/>
            <a:ext cx="13229414" cy="5057408"/>
            <a:chOff x="0" y="0"/>
            <a:chExt cx="3484290" cy="13319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84290" cy="1331992"/>
            </a:xfrm>
            <a:custGeom>
              <a:avLst/>
              <a:gdLst/>
              <a:ahLst/>
              <a:cxnLst/>
              <a:rect r="r" b="b" t="t" l="l"/>
              <a:pathLst>
                <a:path h="1331992" w="3484290">
                  <a:moveTo>
                    <a:pt x="29845" y="0"/>
                  </a:moveTo>
                  <a:lnTo>
                    <a:pt x="3454445" y="0"/>
                  </a:lnTo>
                  <a:cubicBezTo>
                    <a:pt x="3470928" y="0"/>
                    <a:pt x="3484290" y="13362"/>
                    <a:pt x="3484290" y="29845"/>
                  </a:cubicBezTo>
                  <a:lnTo>
                    <a:pt x="3484290" y="1302147"/>
                  </a:lnTo>
                  <a:cubicBezTo>
                    <a:pt x="3484290" y="1310062"/>
                    <a:pt x="3481146" y="1317654"/>
                    <a:pt x="3475548" y="1323251"/>
                  </a:cubicBezTo>
                  <a:cubicBezTo>
                    <a:pt x="3469951" y="1328848"/>
                    <a:pt x="3462360" y="1331992"/>
                    <a:pt x="3454445" y="1331992"/>
                  </a:cubicBezTo>
                  <a:lnTo>
                    <a:pt x="29845" y="1331992"/>
                  </a:lnTo>
                  <a:cubicBezTo>
                    <a:pt x="21930" y="1331992"/>
                    <a:pt x="14339" y="1328848"/>
                    <a:pt x="8742" y="1323251"/>
                  </a:cubicBezTo>
                  <a:cubicBezTo>
                    <a:pt x="3144" y="1317654"/>
                    <a:pt x="0" y="1310062"/>
                    <a:pt x="0" y="1302147"/>
                  </a:cubicBezTo>
                  <a:lnTo>
                    <a:pt x="0" y="29845"/>
                  </a:lnTo>
                  <a:cubicBezTo>
                    <a:pt x="0" y="21930"/>
                    <a:pt x="3144" y="14339"/>
                    <a:pt x="8742" y="8742"/>
                  </a:cubicBezTo>
                  <a:cubicBezTo>
                    <a:pt x="14339" y="3144"/>
                    <a:pt x="21930" y="0"/>
                    <a:pt x="29845" y="0"/>
                  </a:cubicBezTo>
                  <a:close/>
                </a:path>
              </a:pathLst>
            </a:custGeom>
            <a:solidFill>
              <a:srgbClr val="DCDBD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484290" cy="1370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989630" y="1621251"/>
            <a:ext cx="9173550" cy="142547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0810"/>
              </a:lnSpc>
            </a:pPr>
            <a:r>
              <a:rPr lang="en-US" sz="7200">
                <a:solidFill>
                  <a:srgbClr val="DCDBD5"/>
                </a:solidFill>
                <a:latin typeface="March Rough"/>
                <a:ea typeface="March Rough"/>
                <a:cs typeface="March Rough"/>
                <a:sym typeface="March Rough"/>
              </a:rPr>
              <a:t>{{s15_title}}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-1086961">
            <a:off x="16364373" y="2412966"/>
            <a:ext cx="1621801" cy="1571120"/>
          </a:xfrm>
          <a:custGeom>
            <a:avLst/>
            <a:gdLst/>
            <a:ahLst/>
            <a:cxnLst/>
            <a:rect r="r" b="b" t="t" l="l"/>
            <a:pathLst>
              <a:path h="1571120" w="1621801">
                <a:moveTo>
                  <a:pt x="0" y="0"/>
                </a:moveTo>
                <a:lnTo>
                  <a:pt x="1621801" y="0"/>
                </a:lnTo>
                <a:lnTo>
                  <a:pt x="1621801" y="1571120"/>
                </a:lnTo>
                <a:lnTo>
                  <a:pt x="0" y="15711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037611" y="3958755"/>
            <a:ext cx="10711177" cy="34893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 spc="32">
                <a:solidFill>
                  <a:srgbClr val="000000"/>
                </a:solidFill>
                <a:latin typeface="Koulen"/>
                <a:ea typeface="Koulen"/>
                <a:cs typeface="Koulen"/>
                <a:sym typeface="Koulen"/>
              </a:rPr>
              <a:t>{{s15_text_1}}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727780">
            <a:off x="-2146333" y="8418902"/>
            <a:ext cx="15551912" cy="3401981"/>
          </a:xfrm>
          <a:custGeom>
            <a:avLst/>
            <a:gdLst/>
            <a:ahLst/>
            <a:cxnLst/>
            <a:rect r="r" b="b" t="t" l="l"/>
            <a:pathLst>
              <a:path h="3401981" w="15551912">
                <a:moveTo>
                  <a:pt x="0" y="0"/>
                </a:moveTo>
                <a:lnTo>
                  <a:pt x="15551912" y="0"/>
                </a:lnTo>
                <a:lnTo>
                  <a:pt x="15551912" y="3401981"/>
                </a:lnTo>
                <a:lnTo>
                  <a:pt x="0" y="34019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3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321543" y="-988146"/>
            <a:ext cx="16230600" cy="2466523"/>
          </a:xfrm>
          <a:custGeom>
            <a:avLst/>
            <a:gdLst/>
            <a:ahLst/>
            <a:cxnLst/>
            <a:rect r="r" b="b" t="t" l="l"/>
            <a:pathLst>
              <a:path h="2466523" w="16230600">
                <a:moveTo>
                  <a:pt x="0" y="0"/>
                </a:moveTo>
                <a:lnTo>
                  <a:pt x="16230600" y="0"/>
                </a:lnTo>
                <a:lnTo>
                  <a:pt x="16230600" y="2466522"/>
                </a:lnTo>
                <a:lnTo>
                  <a:pt x="0" y="24665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163180" y="7046240"/>
            <a:ext cx="4421482" cy="3575873"/>
          </a:xfrm>
          <a:custGeom>
            <a:avLst/>
            <a:gdLst/>
            <a:ahLst/>
            <a:cxnLst/>
            <a:rect r="r" b="b" t="t" l="l"/>
            <a:pathLst>
              <a:path h="3575873" w="4421482">
                <a:moveTo>
                  <a:pt x="4421482" y="0"/>
                </a:moveTo>
                <a:lnTo>
                  <a:pt x="0" y="0"/>
                </a:lnTo>
                <a:lnTo>
                  <a:pt x="0" y="3575873"/>
                </a:lnTo>
                <a:lnTo>
                  <a:pt x="4421482" y="3575873"/>
                </a:lnTo>
                <a:lnTo>
                  <a:pt x="4421482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097136">
            <a:off x="551997" y="961546"/>
            <a:ext cx="2679885" cy="2458794"/>
          </a:xfrm>
          <a:custGeom>
            <a:avLst/>
            <a:gdLst/>
            <a:ahLst/>
            <a:cxnLst/>
            <a:rect r="r" b="b" t="t" l="l"/>
            <a:pathLst>
              <a:path h="2458794" w="2679885">
                <a:moveTo>
                  <a:pt x="0" y="0"/>
                </a:moveTo>
                <a:lnTo>
                  <a:pt x="2679885" y="0"/>
                </a:lnTo>
                <a:lnTo>
                  <a:pt x="2679885" y="2458795"/>
                </a:lnTo>
                <a:lnTo>
                  <a:pt x="0" y="24587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902193" y="3198526"/>
            <a:ext cx="6365507" cy="5057408"/>
            <a:chOff x="0" y="0"/>
            <a:chExt cx="1676512" cy="13319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76512" cy="1331992"/>
            </a:xfrm>
            <a:custGeom>
              <a:avLst/>
              <a:gdLst/>
              <a:ahLst/>
              <a:cxnLst/>
              <a:rect r="r" b="b" t="t" l="l"/>
              <a:pathLst>
                <a:path h="1331992" w="1676512">
                  <a:moveTo>
                    <a:pt x="62028" y="0"/>
                  </a:moveTo>
                  <a:lnTo>
                    <a:pt x="1614484" y="0"/>
                  </a:lnTo>
                  <a:cubicBezTo>
                    <a:pt x="1648741" y="0"/>
                    <a:pt x="1676512" y="27771"/>
                    <a:pt x="1676512" y="62028"/>
                  </a:cubicBezTo>
                  <a:lnTo>
                    <a:pt x="1676512" y="1269965"/>
                  </a:lnTo>
                  <a:cubicBezTo>
                    <a:pt x="1676512" y="1304221"/>
                    <a:pt x="1648741" y="1331992"/>
                    <a:pt x="1614484" y="1331992"/>
                  </a:cubicBezTo>
                  <a:lnTo>
                    <a:pt x="62028" y="1331992"/>
                  </a:lnTo>
                  <a:cubicBezTo>
                    <a:pt x="27771" y="1331992"/>
                    <a:pt x="0" y="1304221"/>
                    <a:pt x="0" y="1269965"/>
                  </a:cubicBezTo>
                  <a:lnTo>
                    <a:pt x="0" y="62028"/>
                  </a:lnTo>
                  <a:cubicBezTo>
                    <a:pt x="0" y="27771"/>
                    <a:pt x="27771" y="0"/>
                    <a:pt x="62028" y="0"/>
                  </a:cubicBezTo>
                  <a:close/>
                </a:path>
              </a:pathLst>
            </a:custGeom>
            <a:solidFill>
              <a:srgbClr val="DCDBD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676512" cy="1370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1086961">
            <a:off x="16364373" y="2412966"/>
            <a:ext cx="1621801" cy="1571120"/>
          </a:xfrm>
          <a:custGeom>
            <a:avLst/>
            <a:gdLst/>
            <a:ahLst/>
            <a:cxnLst/>
            <a:rect r="r" b="b" t="t" l="l"/>
            <a:pathLst>
              <a:path h="1571120" w="1621801">
                <a:moveTo>
                  <a:pt x="0" y="0"/>
                </a:moveTo>
                <a:lnTo>
                  <a:pt x="1621801" y="0"/>
                </a:lnTo>
                <a:lnTo>
                  <a:pt x="1621801" y="1571120"/>
                </a:lnTo>
                <a:lnTo>
                  <a:pt x="0" y="15711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557225" y="1621251"/>
            <a:ext cx="9173550" cy="142547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0810"/>
              </a:lnSpc>
            </a:pPr>
            <a:r>
              <a:rPr lang="en-US" sz="7200">
                <a:solidFill>
                  <a:srgbClr val="DCDBD5"/>
                </a:solidFill>
                <a:latin typeface="March Rough"/>
                <a:ea typeface="March Rough"/>
                <a:cs typeface="March Rough"/>
                <a:sym typeface="March Rough"/>
              </a:rPr>
              <a:t>{{s16_title}}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360349" y="3739680"/>
            <a:ext cx="5449194" cy="39274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32">
                <a:solidFill>
                  <a:srgbClr val="000000"/>
                </a:solidFill>
                <a:latin typeface="Koulen"/>
                <a:ea typeface="Koulen"/>
                <a:cs typeface="Koulen"/>
                <a:sym typeface="Koulen"/>
              </a:rPr>
              <a:t>{{s16_text_1}}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576405" y="3122627"/>
            <a:ext cx="6365507" cy="5057408"/>
            <a:chOff x="0" y="0"/>
            <a:chExt cx="1676512" cy="13319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76512" cy="1331992"/>
            </a:xfrm>
            <a:custGeom>
              <a:avLst/>
              <a:gdLst/>
              <a:ahLst/>
              <a:cxnLst/>
              <a:rect r="r" b="b" t="t" l="l"/>
              <a:pathLst>
                <a:path h="1331992" w="1676512">
                  <a:moveTo>
                    <a:pt x="62028" y="0"/>
                  </a:moveTo>
                  <a:lnTo>
                    <a:pt x="1614484" y="0"/>
                  </a:lnTo>
                  <a:cubicBezTo>
                    <a:pt x="1648741" y="0"/>
                    <a:pt x="1676512" y="27771"/>
                    <a:pt x="1676512" y="62028"/>
                  </a:cubicBezTo>
                  <a:lnTo>
                    <a:pt x="1676512" y="1269965"/>
                  </a:lnTo>
                  <a:cubicBezTo>
                    <a:pt x="1676512" y="1304221"/>
                    <a:pt x="1648741" y="1331992"/>
                    <a:pt x="1614484" y="1331992"/>
                  </a:cubicBezTo>
                  <a:lnTo>
                    <a:pt x="62028" y="1331992"/>
                  </a:lnTo>
                  <a:cubicBezTo>
                    <a:pt x="27771" y="1331992"/>
                    <a:pt x="0" y="1304221"/>
                    <a:pt x="0" y="1269965"/>
                  </a:cubicBezTo>
                  <a:lnTo>
                    <a:pt x="0" y="62028"/>
                  </a:lnTo>
                  <a:cubicBezTo>
                    <a:pt x="0" y="27771"/>
                    <a:pt x="27771" y="0"/>
                    <a:pt x="62028" y="0"/>
                  </a:cubicBezTo>
                  <a:close/>
                </a:path>
              </a:pathLst>
            </a:custGeom>
            <a:solidFill>
              <a:srgbClr val="DCDBD5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676512" cy="1370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034562" y="3663780"/>
            <a:ext cx="5449194" cy="39274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32">
                <a:solidFill>
                  <a:srgbClr val="000000"/>
                </a:solidFill>
                <a:latin typeface="Koulen"/>
                <a:ea typeface="Koulen"/>
                <a:cs typeface="Koulen"/>
                <a:sym typeface="Koulen"/>
              </a:rPr>
              <a:t>{{s16_text_2}}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727780">
            <a:off x="-2146333" y="8418902"/>
            <a:ext cx="15551912" cy="3401981"/>
          </a:xfrm>
          <a:custGeom>
            <a:avLst/>
            <a:gdLst/>
            <a:ahLst/>
            <a:cxnLst/>
            <a:rect r="r" b="b" t="t" l="l"/>
            <a:pathLst>
              <a:path h="3401981" w="15551912">
                <a:moveTo>
                  <a:pt x="0" y="0"/>
                </a:moveTo>
                <a:lnTo>
                  <a:pt x="15551912" y="0"/>
                </a:lnTo>
                <a:lnTo>
                  <a:pt x="15551912" y="3401981"/>
                </a:lnTo>
                <a:lnTo>
                  <a:pt x="0" y="34019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3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321543" y="-988146"/>
            <a:ext cx="16230600" cy="2466523"/>
          </a:xfrm>
          <a:custGeom>
            <a:avLst/>
            <a:gdLst/>
            <a:ahLst/>
            <a:cxnLst/>
            <a:rect r="r" b="b" t="t" l="l"/>
            <a:pathLst>
              <a:path h="2466523" w="16230600">
                <a:moveTo>
                  <a:pt x="0" y="0"/>
                </a:moveTo>
                <a:lnTo>
                  <a:pt x="16230600" y="0"/>
                </a:lnTo>
                <a:lnTo>
                  <a:pt x="16230600" y="2466522"/>
                </a:lnTo>
                <a:lnTo>
                  <a:pt x="0" y="24665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163180" y="7046240"/>
            <a:ext cx="4421482" cy="3575873"/>
          </a:xfrm>
          <a:custGeom>
            <a:avLst/>
            <a:gdLst/>
            <a:ahLst/>
            <a:cxnLst/>
            <a:rect r="r" b="b" t="t" l="l"/>
            <a:pathLst>
              <a:path h="3575873" w="4421482">
                <a:moveTo>
                  <a:pt x="4421482" y="0"/>
                </a:moveTo>
                <a:lnTo>
                  <a:pt x="0" y="0"/>
                </a:lnTo>
                <a:lnTo>
                  <a:pt x="0" y="3575873"/>
                </a:lnTo>
                <a:lnTo>
                  <a:pt x="4421482" y="3575873"/>
                </a:lnTo>
                <a:lnTo>
                  <a:pt x="4421482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097136">
            <a:off x="551997" y="961546"/>
            <a:ext cx="2679885" cy="2458794"/>
          </a:xfrm>
          <a:custGeom>
            <a:avLst/>
            <a:gdLst/>
            <a:ahLst/>
            <a:cxnLst/>
            <a:rect r="r" b="b" t="t" l="l"/>
            <a:pathLst>
              <a:path h="2458794" w="2679885">
                <a:moveTo>
                  <a:pt x="0" y="0"/>
                </a:moveTo>
                <a:lnTo>
                  <a:pt x="2679885" y="0"/>
                </a:lnTo>
                <a:lnTo>
                  <a:pt x="2679885" y="2458795"/>
                </a:lnTo>
                <a:lnTo>
                  <a:pt x="0" y="24587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778493" y="3198526"/>
            <a:ext cx="13229414" cy="5057408"/>
            <a:chOff x="0" y="0"/>
            <a:chExt cx="3484290" cy="13319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84290" cy="1331992"/>
            </a:xfrm>
            <a:custGeom>
              <a:avLst/>
              <a:gdLst/>
              <a:ahLst/>
              <a:cxnLst/>
              <a:rect r="r" b="b" t="t" l="l"/>
              <a:pathLst>
                <a:path h="1331992" w="3484290">
                  <a:moveTo>
                    <a:pt x="29845" y="0"/>
                  </a:moveTo>
                  <a:lnTo>
                    <a:pt x="3454445" y="0"/>
                  </a:lnTo>
                  <a:cubicBezTo>
                    <a:pt x="3470928" y="0"/>
                    <a:pt x="3484290" y="13362"/>
                    <a:pt x="3484290" y="29845"/>
                  </a:cubicBezTo>
                  <a:lnTo>
                    <a:pt x="3484290" y="1302147"/>
                  </a:lnTo>
                  <a:cubicBezTo>
                    <a:pt x="3484290" y="1310062"/>
                    <a:pt x="3481146" y="1317654"/>
                    <a:pt x="3475548" y="1323251"/>
                  </a:cubicBezTo>
                  <a:cubicBezTo>
                    <a:pt x="3469951" y="1328848"/>
                    <a:pt x="3462360" y="1331992"/>
                    <a:pt x="3454445" y="1331992"/>
                  </a:cubicBezTo>
                  <a:lnTo>
                    <a:pt x="29845" y="1331992"/>
                  </a:lnTo>
                  <a:cubicBezTo>
                    <a:pt x="21930" y="1331992"/>
                    <a:pt x="14339" y="1328848"/>
                    <a:pt x="8742" y="1323251"/>
                  </a:cubicBezTo>
                  <a:cubicBezTo>
                    <a:pt x="3144" y="1317654"/>
                    <a:pt x="0" y="1310062"/>
                    <a:pt x="0" y="1302147"/>
                  </a:cubicBezTo>
                  <a:lnTo>
                    <a:pt x="0" y="29845"/>
                  </a:lnTo>
                  <a:cubicBezTo>
                    <a:pt x="0" y="21930"/>
                    <a:pt x="3144" y="14339"/>
                    <a:pt x="8742" y="8742"/>
                  </a:cubicBezTo>
                  <a:cubicBezTo>
                    <a:pt x="14339" y="3144"/>
                    <a:pt x="21930" y="0"/>
                    <a:pt x="29845" y="0"/>
                  </a:cubicBezTo>
                  <a:close/>
                </a:path>
              </a:pathLst>
            </a:custGeom>
            <a:solidFill>
              <a:srgbClr val="DCDBD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484290" cy="1370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989630" y="1621251"/>
            <a:ext cx="9173550" cy="142547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0810"/>
              </a:lnSpc>
            </a:pPr>
            <a:r>
              <a:rPr lang="en-US" sz="7200">
                <a:solidFill>
                  <a:srgbClr val="DCDBD5"/>
                </a:solidFill>
                <a:latin typeface="March Rough"/>
                <a:ea typeface="March Rough"/>
                <a:cs typeface="March Rough"/>
                <a:sym typeface="March Rough"/>
              </a:rPr>
              <a:t>{{s17_title}}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-1086961">
            <a:off x="16364373" y="2412966"/>
            <a:ext cx="1621801" cy="1571120"/>
          </a:xfrm>
          <a:custGeom>
            <a:avLst/>
            <a:gdLst/>
            <a:ahLst/>
            <a:cxnLst/>
            <a:rect r="r" b="b" t="t" l="l"/>
            <a:pathLst>
              <a:path h="1571120" w="1621801">
                <a:moveTo>
                  <a:pt x="0" y="0"/>
                </a:moveTo>
                <a:lnTo>
                  <a:pt x="1621801" y="0"/>
                </a:lnTo>
                <a:lnTo>
                  <a:pt x="1621801" y="1571120"/>
                </a:lnTo>
                <a:lnTo>
                  <a:pt x="0" y="15711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037611" y="3958755"/>
            <a:ext cx="10711177" cy="34893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 spc="32">
                <a:solidFill>
                  <a:srgbClr val="000000"/>
                </a:solidFill>
                <a:latin typeface="Koulen"/>
                <a:ea typeface="Koulen"/>
                <a:cs typeface="Koulen"/>
                <a:sym typeface="Koulen"/>
              </a:rPr>
              <a:t>{{s17_text_1}}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727780">
            <a:off x="-2146333" y="8418902"/>
            <a:ext cx="15551912" cy="3401981"/>
          </a:xfrm>
          <a:custGeom>
            <a:avLst/>
            <a:gdLst/>
            <a:ahLst/>
            <a:cxnLst/>
            <a:rect r="r" b="b" t="t" l="l"/>
            <a:pathLst>
              <a:path h="3401981" w="15551912">
                <a:moveTo>
                  <a:pt x="0" y="0"/>
                </a:moveTo>
                <a:lnTo>
                  <a:pt x="15551912" y="0"/>
                </a:lnTo>
                <a:lnTo>
                  <a:pt x="15551912" y="3401981"/>
                </a:lnTo>
                <a:lnTo>
                  <a:pt x="0" y="34019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3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321543" y="-988146"/>
            <a:ext cx="16230600" cy="2466523"/>
          </a:xfrm>
          <a:custGeom>
            <a:avLst/>
            <a:gdLst/>
            <a:ahLst/>
            <a:cxnLst/>
            <a:rect r="r" b="b" t="t" l="l"/>
            <a:pathLst>
              <a:path h="2466523" w="16230600">
                <a:moveTo>
                  <a:pt x="0" y="0"/>
                </a:moveTo>
                <a:lnTo>
                  <a:pt x="16230600" y="0"/>
                </a:lnTo>
                <a:lnTo>
                  <a:pt x="16230600" y="2466522"/>
                </a:lnTo>
                <a:lnTo>
                  <a:pt x="0" y="24665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163180" y="7046240"/>
            <a:ext cx="4421482" cy="3575873"/>
          </a:xfrm>
          <a:custGeom>
            <a:avLst/>
            <a:gdLst/>
            <a:ahLst/>
            <a:cxnLst/>
            <a:rect r="r" b="b" t="t" l="l"/>
            <a:pathLst>
              <a:path h="3575873" w="4421482">
                <a:moveTo>
                  <a:pt x="4421482" y="0"/>
                </a:moveTo>
                <a:lnTo>
                  <a:pt x="0" y="0"/>
                </a:lnTo>
                <a:lnTo>
                  <a:pt x="0" y="3575873"/>
                </a:lnTo>
                <a:lnTo>
                  <a:pt x="4421482" y="3575873"/>
                </a:lnTo>
                <a:lnTo>
                  <a:pt x="4421482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097136">
            <a:off x="551997" y="961546"/>
            <a:ext cx="2679885" cy="2458794"/>
          </a:xfrm>
          <a:custGeom>
            <a:avLst/>
            <a:gdLst/>
            <a:ahLst/>
            <a:cxnLst/>
            <a:rect r="r" b="b" t="t" l="l"/>
            <a:pathLst>
              <a:path h="2458794" w="2679885">
                <a:moveTo>
                  <a:pt x="0" y="0"/>
                </a:moveTo>
                <a:lnTo>
                  <a:pt x="2679885" y="0"/>
                </a:lnTo>
                <a:lnTo>
                  <a:pt x="2679885" y="2458795"/>
                </a:lnTo>
                <a:lnTo>
                  <a:pt x="0" y="24587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902193" y="3198526"/>
            <a:ext cx="6365507" cy="5057408"/>
            <a:chOff x="0" y="0"/>
            <a:chExt cx="1676512" cy="13319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76512" cy="1331992"/>
            </a:xfrm>
            <a:custGeom>
              <a:avLst/>
              <a:gdLst/>
              <a:ahLst/>
              <a:cxnLst/>
              <a:rect r="r" b="b" t="t" l="l"/>
              <a:pathLst>
                <a:path h="1331992" w="1676512">
                  <a:moveTo>
                    <a:pt x="62028" y="0"/>
                  </a:moveTo>
                  <a:lnTo>
                    <a:pt x="1614484" y="0"/>
                  </a:lnTo>
                  <a:cubicBezTo>
                    <a:pt x="1648741" y="0"/>
                    <a:pt x="1676512" y="27771"/>
                    <a:pt x="1676512" y="62028"/>
                  </a:cubicBezTo>
                  <a:lnTo>
                    <a:pt x="1676512" y="1269965"/>
                  </a:lnTo>
                  <a:cubicBezTo>
                    <a:pt x="1676512" y="1304221"/>
                    <a:pt x="1648741" y="1331992"/>
                    <a:pt x="1614484" y="1331992"/>
                  </a:cubicBezTo>
                  <a:lnTo>
                    <a:pt x="62028" y="1331992"/>
                  </a:lnTo>
                  <a:cubicBezTo>
                    <a:pt x="27771" y="1331992"/>
                    <a:pt x="0" y="1304221"/>
                    <a:pt x="0" y="1269965"/>
                  </a:cubicBezTo>
                  <a:lnTo>
                    <a:pt x="0" y="62028"/>
                  </a:lnTo>
                  <a:cubicBezTo>
                    <a:pt x="0" y="27771"/>
                    <a:pt x="27771" y="0"/>
                    <a:pt x="62028" y="0"/>
                  </a:cubicBezTo>
                  <a:close/>
                </a:path>
              </a:pathLst>
            </a:custGeom>
            <a:solidFill>
              <a:srgbClr val="DCDBD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676512" cy="1370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1086961">
            <a:off x="16364373" y="2412966"/>
            <a:ext cx="1621801" cy="1571120"/>
          </a:xfrm>
          <a:custGeom>
            <a:avLst/>
            <a:gdLst/>
            <a:ahLst/>
            <a:cxnLst/>
            <a:rect r="r" b="b" t="t" l="l"/>
            <a:pathLst>
              <a:path h="1571120" w="1621801">
                <a:moveTo>
                  <a:pt x="0" y="0"/>
                </a:moveTo>
                <a:lnTo>
                  <a:pt x="1621801" y="0"/>
                </a:lnTo>
                <a:lnTo>
                  <a:pt x="1621801" y="1571120"/>
                </a:lnTo>
                <a:lnTo>
                  <a:pt x="0" y="15711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557225" y="1621251"/>
            <a:ext cx="9173550" cy="142547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0810"/>
              </a:lnSpc>
            </a:pPr>
            <a:r>
              <a:rPr lang="en-US" sz="7200">
                <a:solidFill>
                  <a:srgbClr val="DCDBD5"/>
                </a:solidFill>
                <a:latin typeface="March Rough"/>
                <a:ea typeface="March Rough"/>
                <a:cs typeface="March Rough"/>
                <a:sym typeface="March Rough"/>
              </a:rPr>
              <a:t>{{s18_title}}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360349" y="3739680"/>
            <a:ext cx="5449194" cy="39274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32">
                <a:solidFill>
                  <a:srgbClr val="000000"/>
                </a:solidFill>
                <a:latin typeface="Koulen"/>
                <a:ea typeface="Koulen"/>
                <a:cs typeface="Koulen"/>
                <a:sym typeface="Koulen"/>
              </a:rPr>
              <a:t>{{s18_text_1}}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576405" y="3122627"/>
            <a:ext cx="6365507" cy="5057408"/>
            <a:chOff x="0" y="0"/>
            <a:chExt cx="1676512" cy="13319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76512" cy="1331992"/>
            </a:xfrm>
            <a:custGeom>
              <a:avLst/>
              <a:gdLst/>
              <a:ahLst/>
              <a:cxnLst/>
              <a:rect r="r" b="b" t="t" l="l"/>
              <a:pathLst>
                <a:path h="1331992" w="1676512">
                  <a:moveTo>
                    <a:pt x="62028" y="0"/>
                  </a:moveTo>
                  <a:lnTo>
                    <a:pt x="1614484" y="0"/>
                  </a:lnTo>
                  <a:cubicBezTo>
                    <a:pt x="1648741" y="0"/>
                    <a:pt x="1676512" y="27771"/>
                    <a:pt x="1676512" y="62028"/>
                  </a:cubicBezTo>
                  <a:lnTo>
                    <a:pt x="1676512" y="1269965"/>
                  </a:lnTo>
                  <a:cubicBezTo>
                    <a:pt x="1676512" y="1304221"/>
                    <a:pt x="1648741" y="1331992"/>
                    <a:pt x="1614484" y="1331992"/>
                  </a:cubicBezTo>
                  <a:lnTo>
                    <a:pt x="62028" y="1331992"/>
                  </a:lnTo>
                  <a:cubicBezTo>
                    <a:pt x="27771" y="1331992"/>
                    <a:pt x="0" y="1304221"/>
                    <a:pt x="0" y="1269965"/>
                  </a:cubicBezTo>
                  <a:lnTo>
                    <a:pt x="0" y="62028"/>
                  </a:lnTo>
                  <a:cubicBezTo>
                    <a:pt x="0" y="27771"/>
                    <a:pt x="27771" y="0"/>
                    <a:pt x="62028" y="0"/>
                  </a:cubicBezTo>
                  <a:close/>
                </a:path>
              </a:pathLst>
            </a:custGeom>
            <a:solidFill>
              <a:srgbClr val="DCDBD5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676512" cy="1370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034562" y="3663780"/>
            <a:ext cx="5449194" cy="39274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32">
                <a:solidFill>
                  <a:srgbClr val="000000"/>
                </a:solidFill>
                <a:latin typeface="Koulen"/>
                <a:ea typeface="Koulen"/>
                <a:cs typeface="Koulen"/>
                <a:sym typeface="Koulen"/>
              </a:rPr>
              <a:t>{{s18_text_2}}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727780">
            <a:off x="-2146333" y="8418902"/>
            <a:ext cx="15551912" cy="3401981"/>
          </a:xfrm>
          <a:custGeom>
            <a:avLst/>
            <a:gdLst/>
            <a:ahLst/>
            <a:cxnLst/>
            <a:rect r="r" b="b" t="t" l="l"/>
            <a:pathLst>
              <a:path h="3401981" w="15551912">
                <a:moveTo>
                  <a:pt x="0" y="0"/>
                </a:moveTo>
                <a:lnTo>
                  <a:pt x="15551912" y="0"/>
                </a:lnTo>
                <a:lnTo>
                  <a:pt x="15551912" y="3401981"/>
                </a:lnTo>
                <a:lnTo>
                  <a:pt x="0" y="34019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3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321543" y="-988146"/>
            <a:ext cx="16230600" cy="2466523"/>
          </a:xfrm>
          <a:custGeom>
            <a:avLst/>
            <a:gdLst/>
            <a:ahLst/>
            <a:cxnLst/>
            <a:rect r="r" b="b" t="t" l="l"/>
            <a:pathLst>
              <a:path h="2466523" w="16230600">
                <a:moveTo>
                  <a:pt x="0" y="0"/>
                </a:moveTo>
                <a:lnTo>
                  <a:pt x="16230600" y="0"/>
                </a:lnTo>
                <a:lnTo>
                  <a:pt x="16230600" y="2466522"/>
                </a:lnTo>
                <a:lnTo>
                  <a:pt x="0" y="24665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163180" y="7046240"/>
            <a:ext cx="4421482" cy="3575873"/>
          </a:xfrm>
          <a:custGeom>
            <a:avLst/>
            <a:gdLst/>
            <a:ahLst/>
            <a:cxnLst/>
            <a:rect r="r" b="b" t="t" l="l"/>
            <a:pathLst>
              <a:path h="3575873" w="4421482">
                <a:moveTo>
                  <a:pt x="4421482" y="0"/>
                </a:moveTo>
                <a:lnTo>
                  <a:pt x="0" y="0"/>
                </a:lnTo>
                <a:lnTo>
                  <a:pt x="0" y="3575873"/>
                </a:lnTo>
                <a:lnTo>
                  <a:pt x="4421482" y="3575873"/>
                </a:lnTo>
                <a:lnTo>
                  <a:pt x="4421482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097136">
            <a:off x="551997" y="961546"/>
            <a:ext cx="2679885" cy="2458794"/>
          </a:xfrm>
          <a:custGeom>
            <a:avLst/>
            <a:gdLst/>
            <a:ahLst/>
            <a:cxnLst/>
            <a:rect r="r" b="b" t="t" l="l"/>
            <a:pathLst>
              <a:path h="2458794" w="2679885">
                <a:moveTo>
                  <a:pt x="0" y="0"/>
                </a:moveTo>
                <a:lnTo>
                  <a:pt x="2679885" y="0"/>
                </a:lnTo>
                <a:lnTo>
                  <a:pt x="2679885" y="2458795"/>
                </a:lnTo>
                <a:lnTo>
                  <a:pt x="0" y="24587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778493" y="3198526"/>
            <a:ext cx="13229414" cy="5057408"/>
            <a:chOff x="0" y="0"/>
            <a:chExt cx="3484290" cy="13319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84290" cy="1331992"/>
            </a:xfrm>
            <a:custGeom>
              <a:avLst/>
              <a:gdLst/>
              <a:ahLst/>
              <a:cxnLst/>
              <a:rect r="r" b="b" t="t" l="l"/>
              <a:pathLst>
                <a:path h="1331992" w="3484290">
                  <a:moveTo>
                    <a:pt x="29845" y="0"/>
                  </a:moveTo>
                  <a:lnTo>
                    <a:pt x="3454445" y="0"/>
                  </a:lnTo>
                  <a:cubicBezTo>
                    <a:pt x="3470928" y="0"/>
                    <a:pt x="3484290" y="13362"/>
                    <a:pt x="3484290" y="29845"/>
                  </a:cubicBezTo>
                  <a:lnTo>
                    <a:pt x="3484290" y="1302147"/>
                  </a:lnTo>
                  <a:cubicBezTo>
                    <a:pt x="3484290" y="1310062"/>
                    <a:pt x="3481146" y="1317654"/>
                    <a:pt x="3475548" y="1323251"/>
                  </a:cubicBezTo>
                  <a:cubicBezTo>
                    <a:pt x="3469951" y="1328848"/>
                    <a:pt x="3462360" y="1331992"/>
                    <a:pt x="3454445" y="1331992"/>
                  </a:cubicBezTo>
                  <a:lnTo>
                    <a:pt x="29845" y="1331992"/>
                  </a:lnTo>
                  <a:cubicBezTo>
                    <a:pt x="21930" y="1331992"/>
                    <a:pt x="14339" y="1328848"/>
                    <a:pt x="8742" y="1323251"/>
                  </a:cubicBezTo>
                  <a:cubicBezTo>
                    <a:pt x="3144" y="1317654"/>
                    <a:pt x="0" y="1310062"/>
                    <a:pt x="0" y="1302147"/>
                  </a:cubicBezTo>
                  <a:lnTo>
                    <a:pt x="0" y="29845"/>
                  </a:lnTo>
                  <a:cubicBezTo>
                    <a:pt x="0" y="21930"/>
                    <a:pt x="3144" y="14339"/>
                    <a:pt x="8742" y="8742"/>
                  </a:cubicBezTo>
                  <a:cubicBezTo>
                    <a:pt x="14339" y="3144"/>
                    <a:pt x="21930" y="0"/>
                    <a:pt x="29845" y="0"/>
                  </a:cubicBezTo>
                  <a:close/>
                </a:path>
              </a:pathLst>
            </a:custGeom>
            <a:solidFill>
              <a:srgbClr val="DCDBD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484290" cy="1370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989630" y="1621251"/>
            <a:ext cx="9173550" cy="142547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0810"/>
              </a:lnSpc>
            </a:pPr>
            <a:r>
              <a:rPr lang="en-US" sz="7200">
                <a:solidFill>
                  <a:srgbClr val="DCDBD5"/>
                </a:solidFill>
                <a:latin typeface="March Rough"/>
                <a:ea typeface="March Rough"/>
                <a:cs typeface="March Rough"/>
                <a:sym typeface="March Rough"/>
              </a:rPr>
              <a:t>{{adabiyotlar}}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-1086961">
            <a:off x="16364373" y="2412966"/>
            <a:ext cx="1621801" cy="1571120"/>
          </a:xfrm>
          <a:custGeom>
            <a:avLst/>
            <a:gdLst/>
            <a:ahLst/>
            <a:cxnLst/>
            <a:rect r="r" b="b" t="t" l="l"/>
            <a:pathLst>
              <a:path h="1571120" w="1621801">
                <a:moveTo>
                  <a:pt x="0" y="0"/>
                </a:moveTo>
                <a:lnTo>
                  <a:pt x="1621801" y="0"/>
                </a:lnTo>
                <a:lnTo>
                  <a:pt x="1621801" y="1571120"/>
                </a:lnTo>
                <a:lnTo>
                  <a:pt x="0" y="15711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037611" y="3958755"/>
            <a:ext cx="10711177" cy="34893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 spc="32">
                <a:solidFill>
                  <a:srgbClr val="000000"/>
                </a:solidFill>
                <a:latin typeface="Koulen"/>
                <a:ea typeface="Koulen"/>
                <a:cs typeface="Koulen"/>
                <a:sym typeface="Koulen"/>
              </a:rPr>
              <a:t>{{adabiyotlar_ro_yxati}}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727780">
            <a:off x="-2146333" y="8418902"/>
            <a:ext cx="15551912" cy="3401981"/>
          </a:xfrm>
          <a:custGeom>
            <a:avLst/>
            <a:gdLst/>
            <a:ahLst/>
            <a:cxnLst/>
            <a:rect r="r" b="b" t="t" l="l"/>
            <a:pathLst>
              <a:path h="3401981" w="15551912">
                <a:moveTo>
                  <a:pt x="0" y="0"/>
                </a:moveTo>
                <a:lnTo>
                  <a:pt x="15551912" y="0"/>
                </a:lnTo>
                <a:lnTo>
                  <a:pt x="15551912" y="3401981"/>
                </a:lnTo>
                <a:lnTo>
                  <a:pt x="0" y="34019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3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321543" y="-988146"/>
            <a:ext cx="16230600" cy="2466523"/>
          </a:xfrm>
          <a:custGeom>
            <a:avLst/>
            <a:gdLst/>
            <a:ahLst/>
            <a:cxnLst/>
            <a:rect r="r" b="b" t="t" l="l"/>
            <a:pathLst>
              <a:path h="2466523" w="16230600">
                <a:moveTo>
                  <a:pt x="0" y="0"/>
                </a:moveTo>
                <a:lnTo>
                  <a:pt x="16230600" y="0"/>
                </a:lnTo>
                <a:lnTo>
                  <a:pt x="16230600" y="2466522"/>
                </a:lnTo>
                <a:lnTo>
                  <a:pt x="0" y="24665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163180" y="7046240"/>
            <a:ext cx="4421482" cy="3575873"/>
          </a:xfrm>
          <a:custGeom>
            <a:avLst/>
            <a:gdLst/>
            <a:ahLst/>
            <a:cxnLst/>
            <a:rect r="r" b="b" t="t" l="l"/>
            <a:pathLst>
              <a:path h="3575873" w="4421482">
                <a:moveTo>
                  <a:pt x="4421482" y="0"/>
                </a:moveTo>
                <a:lnTo>
                  <a:pt x="0" y="0"/>
                </a:lnTo>
                <a:lnTo>
                  <a:pt x="0" y="3575873"/>
                </a:lnTo>
                <a:lnTo>
                  <a:pt x="4421482" y="3575873"/>
                </a:lnTo>
                <a:lnTo>
                  <a:pt x="4421482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6961">
            <a:off x="15448407" y="2937977"/>
            <a:ext cx="1608500" cy="1558235"/>
          </a:xfrm>
          <a:custGeom>
            <a:avLst/>
            <a:gdLst/>
            <a:ahLst/>
            <a:cxnLst/>
            <a:rect r="r" b="b" t="t" l="l"/>
            <a:pathLst>
              <a:path h="1558235" w="1608500">
                <a:moveTo>
                  <a:pt x="0" y="0"/>
                </a:moveTo>
                <a:lnTo>
                  <a:pt x="1608500" y="0"/>
                </a:lnTo>
                <a:lnTo>
                  <a:pt x="1608500" y="1558235"/>
                </a:lnTo>
                <a:lnTo>
                  <a:pt x="0" y="15582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129230" y="3824168"/>
            <a:ext cx="10029541" cy="44317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6287"/>
              </a:lnSpc>
            </a:pPr>
            <a:r>
              <a:rPr lang="en-US" sz="10000">
                <a:solidFill>
                  <a:srgbClr val="DCDBD5"/>
                </a:solidFill>
                <a:latin typeface="March Rough"/>
                <a:ea typeface="March Rough"/>
                <a:cs typeface="March Rough"/>
                <a:sym typeface="March Rough"/>
              </a:rPr>
              <a:t>{{yakun}}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1097136">
            <a:off x="484188" y="855032"/>
            <a:ext cx="4079546" cy="3742984"/>
          </a:xfrm>
          <a:custGeom>
            <a:avLst/>
            <a:gdLst/>
            <a:ahLst/>
            <a:cxnLst/>
            <a:rect r="r" b="b" t="t" l="l"/>
            <a:pathLst>
              <a:path h="3742984" w="4079546">
                <a:moveTo>
                  <a:pt x="0" y="0"/>
                </a:moveTo>
                <a:lnTo>
                  <a:pt x="4079547" y="0"/>
                </a:lnTo>
                <a:lnTo>
                  <a:pt x="4079547" y="3742983"/>
                </a:lnTo>
                <a:lnTo>
                  <a:pt x="0" y="37429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DAHXZN9_lww</dc:identifier>
  <dcterms:modified xsi:type="dcterms:W3CDTF">2011-08-01T06:04:30Z</dcterms:modified>
  <cp:revision>1</cp:revision>
  <dc:title>Vintage Brown Antique Geography Group Project Presentation</dc:title>
</cp:coreProperties>
</file>