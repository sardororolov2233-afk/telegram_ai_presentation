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grandir Grand Bold" charset="1" panose="00000807000000000000"/>
      <p:regular r:id="rId18"/>
    </p:embeddedFont>
    <p:embeddedFont>
      <p:font typeface="Inter Bold" charset="1" panose="020B0802030000000004"/>
      <p:regular r:id="rId19"/>
    </p:embeddedFont>
    <p:embeddedFont>
      <p:font typeface="Arial Unicode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888" r="0" b="-2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18604">
            <a:off x="4188185" y="-2443123"/>
            <a:ext cx="10220321" cy="15173245"/>
          </a:xfrm>
          <a:custGeom>
            <a:avLst/>
            <a:gdLst/>
            <a:ahLst/>
            <a:cxnLst/>
            <a:rect r="r" b="b" t="t" l="l"/>
            <a:pathLst>
              <a:path h="15173245" w="10220321">
                <a:moveTo>
                  <a:pt x="0" y="0"/>
                </a:moveTo>
                <a:lnTo>
                  <a:pt x="10220321" y="0"/>
                </a:lnTo>
                <a:lnTo>
                  <a:pt x="10220321" y="15173246"/>
                </a:lnTo>
                <a:lnTo>
                  <a:pt x="0" y="15173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932238" y="-1224323"/>
            <a:ext cx="6814986" cy="12735647"/>
          </a:xfrm>
          <a:custGeom>
            <a:avLst/>
            <a:gdLst/>
            <a:ahLst/>
            <a:cxnLst/>
            <a:rect r="r" b="b" t="t" l="l"/>
            <a:pathLst>
              <a:path h="12735647" w="6814986">
                <a:moveTo>
                  <a:pt x="0" y="0"/>
                </a:moveTo>
                <a:lnTo>
                  <a:pt x="6814986" y="0"/>
                </a:lnTo>
                <a:lnTo>
                  <a:pt x="6814986" y="12735646"/>
                </a:lnTo>
                <a:lnTo>
                  <a:pt x="0" y="12735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36" t="0" r="-2495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2662">
            <a:off x="12486323" y="5186301"/>
            <a:ext cx="4734966" cy="4214120"/>
          </a:xfrm>
          <a:custGeom>
            <a:avLst/>
            <a:gdLst/>
            <a:ahLst/>
            <a:cxnLst/>
            <a:rect r="r" b="b" t="t" l="l"/>
            <a:pathLst>
              <a:path h="4214120" w="4734966">
                <a:moveTo>
                  <a:pt x="0" y="0"/>
                </a:moveTo>
                <a:lnTo>
                  <a:pt x="4734966" y="0"/>
                </a:lnTo>
                <a:lnTo>
                  <a:pt x="4734966" y="4214120"/>
                </a:lnTo>
                <a:lnTo>
                  <a:pt x="0" y="4214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1128">
            <a:off x="2019408" y="1151187"/>
            <a:ext cx="2818638" cy="4114800"/>
          </a:xfrm>
          <a:custGeom>
            <a:avLst/>
            <a:gdLst/>
            <a:ahLst/>
            <a:cxnLst/>
            <a:rect r="r" b="b" t="t" l="l"/>
            <a:pathLst>
              <a:path h="4114800" w="2818638">
                <a:moveTo>
                  <a:pt x="0" y="0"/>
                </a:moveTo>
                <a:lnTo>
                  <a:pt x="2818638" y="0"/>
                </a:lnTo>
                <a:lnTo>
                  <a:pt x="2818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34194" y="2416181"/>
            <a:ext cx="11419611" cy="42565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5019"/>
              </a:lnSpc>
              <a:spcBef>
                <a:spcPct val="0"/>
              </a:spcBef>
            </a:pPr>
            <a:r>
              <a:rPr lang="en-US" b="true" sz="100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{{topic}}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4842415">
            <a:off x="-311566" y="3924980"/>
            <a:ext cx="5632984" cy="8630767"/>
          </a:xfrm>
          <a:custGeom>
            <a:avLst/>
            <a:gdLst/>
            <a:ahLst/>
            <a:cxnLst/>
            <a:rect r="r" b="b" t="t" l="l"/>
            <a:pathLst>
              <a:path h="8630767" w="5632984">
                <a:moveTo>
                  <a:pt x="0" y="0"/>
                </a:moveTo>
                <a:lnTo>
                  <a:pt x="5632984" y="0"/>
                </a:lnTo>
                <a:lnTo>
                  <a:pt x="5632984" y="8630767"/>
                </a:lnTo>
                <a:lnTo>
                  <a:pt x="0" y="863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48379" y="6787077"/>
            <a:ext cx="6299932" cy="9268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90"/>
              </a:lnSpc>
              <a:spcBef>
                <a:spcPct val="0"/>
              </a:spcBef>
            </a:pPr>
            <a:r>
              <a:rPr lang="en-US" b="true" sz="36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{{muallif}}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778491">
            <a:off x="12539119" y="-2445481"/>
            <a:ext cx="5632984" cy="8630767"/>
          </a:xfrm>
          <a:custGeom>
            <a:avLst/>
            <a:gdLst/>
            <a:ahLst/>
            <a:cxnLst/>
            <a:rect r="r" b="b" t="t" l="l"/>
            <a:pathLst>
              <a:path h="8630767" w="5632984">
                <a:moveTo>
                  <a:pt x="0" y="0"/>
                </a:moveTo>
                <a:lnTo>
                  <a:pt x="5632983" y="0"/>
                </a:lnTo>
                <a:lnTo>
                  <a:pt x="5632983" y="8630767"/>
                </a:lnTo>
                <a:lnTo>
                  <a:pt x="0" y="863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4525" y="1413043"/>
            <a:ext cx="9258950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{{reja}}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8375" y="2990072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{{reja_1}}</a:t>
            </a:r>
          </a:p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{{reja_2}}</a:t>
            </a:r>
          </a:p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{{reja_3}}</a:t>
            </a:r>
          </a:p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{{reja_4}}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125258" y="7606893"/>
            <a:ext cx="2898732" cy="1581126"/>
          </a:xfrm>
          <a:custGeom>
            <a:avLst/>
            <a:gdLst/>
            <a:ahLst/>
            <a:cxnLst/>
            <a:rect r="r" b="b" t="t" l="l"/>
            <a:pathLst>
              <a:path h="1581126" w="2898732">
                <a:moveTo>
                  <a:pt x="0" y="0"/>
                </a:moveTo>
                <a:lnTo>
                  <a:pt x="2898732" y="0"/>
                </a:lnTo>
                <a:lnTo>
                  <a:pt x="2898732" y="1581126"/>
                </a:lnTo>
                <a:lnTo>
                  <a:pt x="0" y="1581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4695030" y="7362279"/>
            <a:ext cx="2468570" cy="2197027"/>
          </a:xfrm>
          <a:custGeom>
            <a:avLst/>
            <a:gdLst/>
            <a:ahLst/>
            <a:cxnLst/>
            <a:rect r="r" b="b" t="t" l="l"/>
            <a:pathLst>
              <a:path h="2197027" w="2468570">
                <a:moveTo>
                  <a:pt x="0" y="0"/>
                </a:moveTo>
                <a:lnTo>
                  <a:pt x="2468570" y="0"/>
                </a:lnTo>
                <a:lnTo>
                  <a:pt x="2468570" y="2197028"/>
                </a:lnTo>
                <a:lnTo>
                  <a:pt x="0" y="2197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38375" y="5191125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17222" y="3167173"/>
            <a:ext cx="4956656" cy="4580508"/>
            <a:chOff x="0" y="0"/>
            <a:chExt cx="985160" cy="910399"/>
          </a:xfrm>
        </p:grpSpPr>
        <p:sp>
          <p:nvSpPr>
            <p:cNvPr name="{{image_1}}" id="5" descr="{{image_1}}"/>
            <p:cNvSpPr/>
            <p:nvPr/>
          </p:nvSpPr>
          <p:spPr>
            <a:xfrm flipH="false" flipV="false" rot="0">
              <a:off x="0" y="0"/>
              <a:ext cx="985160" cy="910399"/>
            </a:xfrm>
            <a:custGeom>
              <a:avLst/>
              <a:gdLst/>
              <a:ahLst/>
              <a:cxnLst/>
              <a:rect r="r" b="b" t="t" l="l"/>
              <a:pathLst>
                <a:path h="910399" w="985160">
                  <a:moveTo>
                    <a:pt x="0" y="0"/>
                  </a:moveTo>
                  <a:lnTo>
                    <a:pt x="985160" y="0"/>
                  </a:lnTo>
                  <a:lnTo>
                    <a:pt x="985160" y="910399"/>
                  </a:lnTo>
                  <a:lnTo>
                    <a:pt x="0" y="910399"/>
                  </a:lnTo>
                  <a:close/>
                </a:path>
              </a:pathLst>
            </a:custGeom>
            <a:blipFill>
              <a:blip r:embed="rId4"/>
              <a:stretch>
                <a:fillRect l="-19482" t="0" r="-1948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673266">
            <a:off x="1158839" y="796523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69"/>
                </a:lnTo>
                <a:lnTo>
                  <a:pt x="0" y="12886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73878" y="7089963"/>
            <a:ext cx="1683458" cy="2457603"/>
          </a:xfrm>
          <a:custGeom>
            <a:avLst/>
            <a:gdLst/>
            <a:ahLst/>
            <a:cxnLst/>
            <a:rect r="r" b="b" t="t" l="l"/>
            <a:pathLst>
              <a:path h="2457603" w="1683458">
                <a:moveTo>
                  <a:pt x="0" y="0"/>
                </a:moveTo>
                <a:lnTo>
                  <a:pt x="1683458" y="0"/>
                </a:lnTo>
                <a:lnTo>
                  <a:pt x="1683458" y="2457603"/>
                </a:lnTo>
                <a:lnTo>
                  <a:pt x="0" y="2457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15373" y="1518437"/>
            <a:ext cx="5657255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{{s03_title}}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0119" y="3214798"/>
            <a:ext cx="7406509" cy="48063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73266">
            <a:off x="1131503" y="796523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69"/>
                </a:lnTo>
                <a:lnTo>
                  <a:pt x="0" y="128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62828" y="2893741"/>
            <a:ext cx="5986600" cy="5420270"/>
            <a:chOff x="0" y="0"/>
            <a:chExt cx="812800" cy="735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35909"/>
            </a:xfrm>
            <a:custGeom>
              <a:avLst/>
              <a:gdLst/>
              <a:ahLst/>
              <a:cxnLst/>
              <a:rect r="r" b="b" t="t" l="l"/>
              <a:pathLst>
                <a:path h="7359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35909"/>
                  </a:lnTo>
                  <a:lnTo>
                    <a:pt x="0" y="735909"/>
                  </a:lnTo>
                  <a:close/>
                </a:path>
              </a:pathLst>
            </a:custGeom>
            <a:blipFill>
              <a:blip r:embed="rId5"/>
              <a:stretch>
                <a:fillRect l="-11072" t="0" r="-1107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2662">
            <a:off x="15324902" y="7767362"/>
            <a:ext cx="2177264" cy="1937765"/>
          </a:xfrm>
          <a:custGeom>
            <a:avLst/>
            <a:gdLst/>
            <a:ahLst/>
            <a:cxnLst/>
            <a:rect r="r" b="b" t="t" l="l"/>
            <a:pathLst>
              <a:path h="1937765" w="2177264">
                <a:moveTo>
                  <a:pt x="0" y="0"/>
                </a:moveTo>
                <a:lnTo>
                  <a:pt x="2177264" y="0"/>
                </a:lnTo>
                <a:lnTo>
                  <a:pt x="2177264" y="1937765"/>
                </a:lnTo>
                <a:lnTo>
                  <a:pt x="0" y="193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99983"/>
            <a:ext cx="1617592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{{s04_title}}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2216" y="2941366"/>
            <a:ext cx="7301442" cy="48063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917660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9" y="0"/>
                </a:lnTo>
                <a:lnTo>
                  <a:pt x="8655919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7344" y="1568329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{{s05_title}}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4647" y="2730015"/>
            <a:ext cx="3015746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5249" y="2714277"/>
            <a:ext cx="3954015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2983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{{s05_text_1}}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84431" y="2730015"/>
            <a:ext cx="3493713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929" y="7874355"/>
            <a:ext cx="16122656" cy="1977127"/>
            <a:chOff x="0" y="0"/>
            <a:chExt cx="21496874" cy="2636170"/>
          </a:xfrm>
        </p:grpSpPr>
        <p:sp>
          <p:nvSpPr>
            <p:cNvPr name="Freeform 10" id="10"/>
            <p:cNvSpPr/>
            <p:nvPr/>
          </p:nvSpPr>
          <p:spPr>
            <a:xfrm flipH="false" flipV="false" rot="-673266">
              <a:off x="137070" y="458972"/>
              <a:ext cx="3150080" cy="1718226"/>
            </a:xfrm>
            <a:custGeom>
              <a:avLst/>
              <a:gdLst/>
              <a:ahLst/>
              <a:cxnLst/>
              <a:rect r="r" b="b" t="t" l="l"/>
              <a:pathLst>
                <a:path h="1718226" w="3150080">
                  <a:moveTo>
                    <a:pt x="0" y="0"/>
                  </a:moveTo>
                  <a:lnTo>
                    <a:pt x="3150081" y="0"/>
                  </a:lnTo>
                  <a:lnTo>
                    <a:pt x="3150081" y="1718226"/>
                  </a:lnTo>
                  <a:lnTo>
                    <a:pt x="0" y="1718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62662">
              <a:off x="18570550" y="26242"/>
              <a:ext cx="2903019" cy="2583687"/>
            </a:xfrm>
            <a:custGeom>
              <a:avLst/>
              <a:gdLst/>
              <a:ahLst/>
              <a:cxnLst/>
              <a:rect r="r" b="b" t="t" l="l"/>
              <a:pathLst>
                <a:path h="2583687" w="2903019">
                  <a:moveTo>
                    <a:pt x="0" y="0"/>
                  </a:moveTo>
                  <a:lnTo>
                    <a:pt x="2903019" y="0"/>
                  </a:lnTo>
                  <a:lnTo>
                    <a:pt x="2903019" y="2583686"/>
                  </a:lnTo>
                  <a:lnTo>
                    <a:pt x="0" y="2583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18018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{{s05_text_2}}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3052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{{s05_text_3}}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4525" y="1413043"/>
            <a:ext cx="9258950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{{s06_title}}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8375" y="2990072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{{s06_text_1}}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125258" y="7606893"/>
            <a:ext cx="2898732" cy="1581126"/>
          </a:xfrm>
          <a:custGeom>
            <a:avLst/>
            <a:gdLst/>
            <a:ahLst/>
            <a:cxnLst/>
            <a:rect r="r" b="b" t="t" l="l"/>
            <a:pathLst>
              <a:path h="1581126" w="2898732">
                <a:moveTo>
                  <a:pt x="0" y="0"/>
                </a:moveTo>
                <a:lnTo>
                  <a:pt x="2898732" y="0"/>
                </a:lnTo>
                <a:lnTo>
                  <a:pt x="2898732" y="1581126"/>
                </a:lnTo>
                <a:lnTo>
                  <a:pt x="0" y="1581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4695030" y="7362279"/>
            <a:ext cx="2468570" cy="2197027"/>
          </a:xfrm>
          <a:custGeom>
            <a:avLst/>
            <a:gdLst/>
            <a:ahLst/>
            <a:cxnLst/>
            <a:rect r="r" b="b" t="t" l="l"/>
            <a:pathLst>
              <a:path h="2197027" w="2468570">
                <a:moveTo>
                  <a:pt x="0" y="0"/>
                </a:moveTo>
                <a:lnTo>
                  <a:pt x="2468570" y="0"/>
                </a:lnTo>
                <a:lnTo>
                  <a:pt x="2468570" y="2197028"/>
                </a:lnTo>
                <a:lnTo>
                  <a:pt x="0" y="2197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38375" y="5191125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76181" y="1664321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{{s07_title}}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3160" y="3764280"/>
            <a:ext cx="11295898" cy="320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{{s07_text_1}}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021917" y="653004"/>
            <a:ext cx="4022485" cy="2194083"/>
          </a:xfrm>
          <a:custGeom>
            <a:avLst/>
            <a:gdLst/>
            <a:ahLst/>
            <a:cxnLst/>
            <a:rect r="r" b="b" t="t" l="l"/>
            <a:pathLst>
              <a:path h="2194083" w="4022485">
                <a:moveTo>
                  <a:pt x="0" y="0"/>
                </a:moveTo>
                <a:lnTo>
                  <a:pt x="4022485" y="0"/>
                </a:lnTo>
                <a:lnTo>
                  <a:pt x="4022485" y="2194083"/>
                </a:lnTo>
                <a:lnTo>
                  <a:pt x="0" y="219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3305277" y="5968208"/>
            <a:ext cx="3896661" cy="3468028"/>
          </a:xfrm>
          <a:custGeom>
            <a:avLst/>
            <a:gdLst/>
            <a:ahLst/>
            <a:cxnLst/>
            <a:rect r="r" b="b" t="t" l="l"/>
            <a:pathLst>
              <a:path h="3468028" w="3896661">
                <a:moveTo>
                  <a:pt x="0" y="0"/>
                </a:moveTo>
                <a:lnTo>
                  <a:pt x="3896661" y="0"/>
                </a:lnTo>
                <a:lnTo>
                  <a:pt x="3896661" y="3468028"/>
                </a:lnTo>
                <a:lnTo>
                  <a:pt x="0" y="3468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08649" y="3364230"/>
            <a:ext cx="11270702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{{s08_text_1}}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673266">
            <a:off x="543141" y="975800"/>
            <a:ext cx="3601642" cy="1964532"/>
          </a:xfrm>
          <a:custGeom>
            <a:avLst/>
            <a:gdLst/>
            <a:ahLst/>
            <a:cxnLst/>
            <a:rect r="r" b="b" t="t" l="l"/>
            <a:pathLst>
              <a:path h="1964532" w="3601642">
                <a:moveTo>
                  <a:pt x="0" y="0"/>
                </a:moveTo>
                <a:lnTo>
                  <a:pt x="3601641" y="0"/>
                </a:lnTo>
                <a:lnTo>
                  <a:pt x="3601641" y="1964532"/>
                </a:lnTo>
                <a:lnTo>
                  <a:pt x="0" y="1964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2662">
            <a:off x="14048385" y="6998354"/>
            <a:ext cx="3092996" cy="2752766"/>
          </a:xfrm>
          <a:custGeom>
            <a:avLst/>
            <a:gdLst/>
            <a:ahLst/>
            <a:cxnLst/>
            <a:rect r="r" b="b" t="t" l="l"/>
            <a:pathLst>
              <a:path h="2752766" w="3092996">
                <a:moveTo>
                  <a:pt x="0" y="0"/>
                </a:moveTo>
                <a:lnTo>
                  <a:pt x="3092995" y="0"/>
                </a:lnTo>
                <a:lnTo>
                  <a:pt x="3092995" y="2752766"/>
                </a:lnTo>
                <a:lnTo>
                  <a:pt x="0" y="27527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6181" y="1261888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{{s08_title}}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3980">
            <a:off x="1087156" y="797762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70"/>
                </a:lnTo>
                <a:lnTo>
                  <a:pt x="0" y="128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7363" y="1507778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{{s09_title}}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2662">
            <a:off x="14859372" y="7291924"/>
            <a:ext cx="2353697" cy="2094791"/>
          </a:xfrm>
          <a:custGeom>
            <a:avLst/>
            <a:gdLst/>
            <a:ahLst/>
            <a:cxnLst/>
            <a:rect r="r" b="b" t="t" l="l"/>
            <a:pathLst>
              <a:path h="2094791" w="2353697">
                <a:moveTo>
                  <a:pt x="0" y="0"/>
                </a:moveTo>
                <a:lnTo>
                  <a:pt x="2353697" y="0"/>
                </a:lnTo>
                <a:lnTo>
                  <a:pt x="2353697" y="2094790"/>
                </a:lnTo>
                <a:lnTo>
                  <a:pt x="0" y="2094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0960" y="2732049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5116" y="2539391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3774" y="3664483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{{s09_text_1}}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9618" y="3864254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{{s09_text_2}}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73266">
            <a:off x="1131503" y="796523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69"/>
                </a:lnTo>
                <a:lnTo>
                  <a:pt x="0" y="128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62828" y="2893741"/>
            <a:ext cx="5986600" cy="5420270"/>
            <a:chOff x="0" y="0"/>
            <a:chExt cx="812800" cy="735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35909"/>
            </a:xfrm>
            <a:custGeom>
              <a:avLst/>
              <a:gdLst/>
              <a:ahLst/>
              <a:cxnLst/>
              <a:rect r="r" b="b" t="t" l="l"/>
              <a:pathLst>
                <a:path h="7359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35909"/>
                  </a:lnTo>
                  <a:lnTo>
                    <a:pt x="0" y="735909"/>
                  </a:lnTo>
                  <a:close/>
                </a:path>
              </a:pathLst>
            </a:custGeom>
            <a:blipFill>
              <a:blip r:embed="rId5"/>
              <a:stretch>
                <a:fillRect l="-11072" t="0" r="-1107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2662">
            <a:off x="15324902" y="7767362"/>
            <a:ext cx="2177264" cy="1937765"/>
          </a:xfrm>
          <a:custGeom>
            <a:avLst/>
            <a:gdLst/>
            <a:ahLst/>
            <a:cxnLst/>
            <a:rect r="r" b="b" t="t" l="l"/>
            <a:pathLst>
              <a:path h="1937765" w="2177264">
                <a:moveTo>
                  <a:pt x="0" y="0"/>
                </a:moveTo>
                <a:lnTo>
                  <a:pt x="2177264" y="0"/>
                </a:lnTo>
                <a:lnTo>
                  <a:pt x="2177264" y="1937765"/>
                </a:lnTo>
                <a:lnTo>
                  <a:pt x="0" y="193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99983"/>
            <a:ext cx="1617592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{{s10_title}}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2216" y="2941366"/>
            <a:ext cx="7301442" cy="48063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{{s10_text_1}}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917660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9" y="0"/>
                </a:lnTo>
                <a:lnTo>
                  <a:pt x="8655919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7344" y="1568329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{{s11_title}}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4647" y="2730015"/>
            <a:ext cx="3015746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5249" y="2714277"/>
            <a:ext cx="3954015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2983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{{s11_text_1}}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84431" y="2730015"/>
            <a:ext cx="3493713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929" y="7874355"/>
            <a:ext cx="16122656" cy="1977127"/>
            <a:chOff x="0" y="0"/>
            <a:chExt cx="21496874" cy="2636170"/>
          </a:xfrm>
        </p:grpSpPr>
        <p:sp>
          <p:nvSpPr>
            <p:cNvPr name="Freeform 10" id="10"/>
            <p:cNvSpPr/>
            <p:nvPr/>
          </p:nvSpPr>
          <p:spPr>
            <a:xfrm flipH="false" flipV="false" rot="-673266">
              <a:off x="137070" y="458972"/>
              <a:ext cx="3150080" cy="1718226"/>
            </a:xfrm>
            <a:custGeom>
              <a:avLst/>
              <a:gdLst/>
              <a:ahLst/>
              <a:cxnLst/>
              <a:rect r="r" b="b" t="t" l="l"/>
              <a:pathLst>
                <a:path h="1718226" w="3150080">
                  <a:moveTo>
                    <a:pt x="0" y="0"/>
                  </a:moveTo>
                  <a:lnTo>
                    <a:pt x="3150081" y="0"/>
                  </a:lnTo>
                  <a:lnTo>
                    <a:pt x="3150081" y="1718226"/>
                  </a:lnTo>
                  <a:lnTo>
                    <a:pt x="0" y="1718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62662">
              <a:off x="18570550" y="26242"/>
              <a:ext cx="2903019" cy="2583687"/>
            </a:xfrm>
            <a:custGeom>
              <a:avLst/>
              <a:gdLst/>
              <a:ahLst/>
              <a:cxnLst/>
              <a:rect r="r" b="b" t="t" l="l"/>
              <a:pathLst>
                <a:path h="2583687" w="2903019">
                  <a:moveTo>
                    <a:pt x="0" y="0"/>
                  </a:moveTo>
                  <a:lnTo>
                    <a:pt x="2903019" y="0"/>
                  </a:lnTo>
                  <a:lnTo>
                    <a:pt x="2903019" y="2583686"/>
                  </a:lnTo>
                  <a:lnTo>
                    <a:pt x="0" y="2583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18018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{{s11_text_2}}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3052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{{s11_text_3}}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4525" y="1413043"/>
            <a:ext cx="9258950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{{s12_title}}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8375" y="2990072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{{s12_text_1}}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125258" y="7606893"/>
            <a:ext cx="2898732" cy="1581126"/>
          </a:xfrm>
          <a:custGeom>
            <a:avLst/>
            <a:gdLst/>
            <a:ahLst/>
            <a:cxnLst/>
            <a:rect r="r" b="b" t="t" l="l"/>
            <a:pathLst>
              <a:path h="1581126" w="2898732">
                <a:moveTo>
                  <a:pt x="0" y="0"/>
                </a:moveTo>
                <a:lnTo>
                  <a:pt x="2898732" y="0"/>
                </a:lnTo>
                <a:lnTo>
                  <a:pt x="2898732" y="1581126"/>
                </a:lnTo>
                <a:lnTo>
                  <a:pt x="0" y="1581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4695030" y="7362279"/>
            <a:ext cx="2468570" cy="2197027"/>
          </a:xfrm>
          <a:custGeom>
            <a:avLst/>
            <a:gdLst/>
            <a:ahLst/>
            <a:cxnLst/>
            <a:rect r="r" b="b" t="t" l="l"/>
            <a:pathLst>
              <a:path h="2197027" w="2468570">
                <a:moveTo>
                  <a:pt x="0" y="0"/>
                </a:moveTo>
                <a:lnTo>
                  <a:pt x="2468570" y="0"/>
                </a:lnTo>
                <a:lnTo>
                  <a:pt x="2468570" y="2197028"/>
                </a:lnTo>
                <a:lnTo>
                  <a:pt x="0" y="2197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38375" y="5191125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76181" y="1664321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{{s13_title}}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3160" y="3764280"/>
            <a:ext cx="11295898" cy="320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{{s13_text_1}}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021917" y="653004"/>
            <a:ext cx="4022485" cy="2194083"/>
          </a:xfrm>
          <a:custGeom>
            <a:avLst/>
            <a:gdLst/>
            <a:ahLst/>
            <a:cxnLst/>
            <a:rect r="r" b="b" t="t" l="l"/>
            <a:pathLst>
              <a:path h="2194083" w="4022485">
                <a:moveTo>
                  <a:pt x="0" y="0"/>
                </a:moveTo>
                <a:lnTo>
                  <a:pt x="4022485" y="0"/>
                </a:lnTo>
                <a:lnTo>
                  <a:pt x="4022485" y="2194083"/>
                </a:lnTo>
                <a:lnTo>
                  <a:pt x="0" y="219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3305277" y="5968208"/>
            <a:ext cx="3896661" cy="3468028"/>
          </a:xfrm>
          <a:custGeom>
            <a:avLst/>
            <a:gdLst/>
            <a:ahLst/>
            <a:cxnLst/>
            <a:rect r="r" b="b" t="t" l="l"/>
            <a:pathLst>
              <a:path h="3468028" w="3896661">
                <a:moveTo>
                  <a:pt x="0" y="0"/>
                </a:moveTo>
                <a:lnTo>
                  <a:pt x="3896661" y="0"/>
                </a:lnTo>
                <a:lnTo>
                  <a:pt x="3896661" y="3468028"/>
                </a:lnTo>
                <a:lnTo>
                  <a:pt x="0" y="3468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08649" y="3364230"/>
            <a:ext cx="11270702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{{s14_text_1}}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673266">
            <a:off x="543141" y="975800"/>
            <a:ext cx="3601642" cy="1964532"/>
          </a:xfrm>
          <a:custGeom>
            <a:avLst/>
            <a:gdLst/>
            <a:ahLst/>
            <a:cxnLst/>
            <a:rect r="r" b="b" t="t" l="l"/>
            <a:pathLst>
              <a:path h="1964532" w="3601642">
                <a:moveTo>
                  <a:pt x="0" y="0"/>
                </a:moveTo>
                <a:lnTo>
                  <a:pt x="3601641" y="0"/>
                </a:lnTo>
                <a:lnTo>
                  <a:pt x="3601641" y="1964532"/>
                </a:lnTo>
                <a:lnTo>
                  <a:pt x="0" y="1964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2662">
            <a:off x="14048385" y="6998354"/>
            <a:ext cx="3092996" cy="2752766"/>
          </a:xfrm>
          <a:custGeom>
            <a:avLst/>
            <a:gdLst/>
            <a:ahLst/>
            <a:cxnLst/>
            <a:rect r="r" b="b" t="t" l="l"/>
            <a:pathLst>
              <a:path h="2752766" w="3092996">
                <a:moveTo>
                  <a:pt x="0" y="0"/>
                </a:moveTo>
                <a:lnTo>
                  <a:pt x="3092995" y="0"/>
                </a:lnTo>
                <a:lnTo>
                  <a:pt x="3092995" y="2752766"/>
                </a:lnTo>
                <a:lnTo>
                  <a:pt x="0" y="27527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6181" y="1261888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{{s14_title}}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3980">
            <a:off x="1087156" y="797762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70"/>
                </a:lnTo>
                <a:lnTo>
                  <a:pt x="0" y="128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7363" y="1507778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{{s15_title}}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2662">
            <a:off x="14859372" y="7291924"/>
            <a:ext cx="2353697" cy="2094791"/>
          </a:xfrm>
          <a:custGeom>
            <a:avLst/>
            <a:gdLst/>
            <a:ahLst/>
            <a:cxnLst/>
            <a:rect r="r" b="b" t="t" l="l"/>
            <a:pathLst>
              <a:path h="2094791" w="2353697">
                <a:moveTo>
                  <a:pt x="0" y="0"/>
                </a:moveTo>
                <a:lnTo>
                  <a:pt x="2353697" y="0"/>
                </a:lnTo>
                <a:lnTo>
                  <a:pt x="2353697" y="2094790"/>
                </a:lnTo>
                <a:lnTo>
                  <a:pt x="0" y="2094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0960" y="2732049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5116" y="2539391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3774" y="3664483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{{s15_text_1}}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9618" y="3864254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917660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9" y="0"/>
                </a:lnTo>
                <a:lnTo>
                  <a:pt x="8655919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7344" y="1568329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{{s16_title}}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4647" y="2730015"/>
            <a:ext cx="3015746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5249" y="2714277"/>
            <a:ext cx="3954015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2983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{{s16_text_1}}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84431" y="2730015"/>
            <a:ext cx="3493713" cy="6711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b="true" sz="3999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929" y="7874355"/>
            <a:ext cx="16122656" cy="1977127"/>
            <a:chOff x="0" y="0"/>
            <a:chExt cx="21496874" cy="2636170"/>
          </a:xfrm>
        </p:grpSpPr>
        <p:sp>
          <p:nvSpPr>
            <p:cNvPr name="Freeform 10" id="10"/>
            <p:cNvSpPr/>
            <p:nvPr/>
          </p:nvSpPr>
          <p:spPr>
            <a:xfrm flipH="false" flipV="false" rot="-673266">
              <a:off x="137070" y="458972"/>
              <a:ext cx="3150080" cy="1718226"/>
            </a:xfrm>
            <a:custGeom>
              <a:avLst/>
              <a:gdLst/>
              <a:ahLst/>
              <a:cxnLst/>
              <a:rect r="r" b="b" t="t" l="l"/>
              <a:pathLst>
                <a:path h="1718226" w="3150080">
                  <a:moveTo>
                    <a:pt x="0" y="0"/>
                  </a:moveTo>
                  <a:lnTo>
                    <a:pt x="3150081" y="0"/>
                  </a:lnTo>
                  <a:lnTo>
                    <a:pt x="3150081" y="1718226"/>
                  </a:lnTo>
                  <a:lnTo>
                    <a:pt x="0" y="1718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62662">
              <a:off x="18570550" y="26242"/>
              <a:ext cx="2903019" cy="2583687"/>
            </a:xfrm>
            <a:custGeom>
              <a:avLst/>
              <a:gdLst/>
              <a:ahLst/>
              <a:cxnLst/>
              <a:rect r="r" b="b" t="t" l="l"/>
              <a:pathLst>
                <a:path h="2583687" w="2903019">
                  <a:moveTo>
                    <a:pt x="0" y="0"/>
                  </a:moveTo>
                  <a:lnTo>
                    <a:pt x="2903019" y="0"/>
                  </a:lnTo>
                  <a:lnTo>
                    <a:pt x="2903019" y="2583686"/>
                  </a:lnTo>
                  <a:lnTo>
                    <a:pt x="0" y="2583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18018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{{s16_text_2}}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3052" y="3452147"/>
            <a:ext cx="4438937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{{s16_text_3}}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3980">
            <a:off x="1087156" y="797762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70"/>
                </a:lnTo>
                <a:lnTo>
                  <a:pt x="0" y="128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2662">
            <a:off x="14757184" y="7239873"/>
            <a:ext cx="2482190" cy="2209149"/>
          </a:xfrm>
          <a:custGeom>
            <a:avLst/>
            <a:gdLst/>
            <a:ahLst/>
            <a:cxnLst/>
            <a:rect r="r" b="b" t="t" l="l"/>
            <a:pathLst>
              <a:path h="2209149" w="2482190">
                <a:moveTo>
                  <a:pt x="0" y="0"/>
                </a:moveTo>
                <a:lnTo>
                  <a:pt x="2482189" y="0"/>
                </a:lnTo>
                <a:lnTo>
                  <a:pt x="2482189" y="2209149"/>
                </a:lnTo>
                <a:lnTo>
                  <a:pt x="0" y="2209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76181" y="1419274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{{s17_title}}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8436" y="3104170"/>
            <a:ext cx="7400095" cy="4406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{{s17_text_1}}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01917" y="3116580"/>
            <a:ext cx="5296362" cy="4053840"/>
            <a:chOff x="0" y="0"/>
            <a:chExt cx="506508" cy="387682"/>
          </a:xfrm>
        </p:grpSpPr>
        <p:sp>
          <p:nvSpPr>
            <p:cNvPr name="{{image_2}}" id="9" descr="{{image_2}}"/>
            <p:cNvSpPr/>
            <p:nvPr/>
          </p:nvSpPr>
          <p:spPr>
            <a:xfrm flipH="false" flipV="false" rot="0">
              <a:off x="0" y="0"/>
              <a:ext cx="506508" cy="387682"/>
            </a:xfrm>
            <a:custGeom>
              <a:avLst/>
              <a:gdLst/>
              <a:ahLst/>
              <a:cxnLst/>
              <a:rect r="r" b="b" t="t" l="l"/>
              <a:pathLst>
                <a:path h="387682" w="506508">
                  <a:moveTo>
                    <a:pt x="33620" y="0"/>
                  </a:moveTo>
                  <a:lnTo>
                    <a:pt x="472888" y="0"/>
                  </a:lnTo>
                  <a:cubicBezTo>
                    <a:pt x="481805" y="0"/>
                    <a:pt x="490356" y="3542"/>
                    <a:pt x="496661" y="9847"/>
                  </a:cubicBezTo>
                  <a:cubicBezTo>
                    <a:pt x="502966" y="16152"/>
                    <a:pt x="506508" y="24703"/>
                    <a:pt x="506508" y="33620"/>
                  </a:cubicBezTo>
                  <a:lnTo>
                    <a:pt x="506508" y="354062"/>
                  </a:lnTo>
                  <a:cubicBezTo>
                    <a:pt x="506508" y="372630"/>
                    <a:pt x="491456" y="387682"/>
                    <a:pt x="472888" y="387682"/>
                  </a:cubicBezTo>
                  <a:lnTo>
                    <a:pt x="33620" y="387682"/>
                  </a:lnTo>
                  <a:cubicBezTo>
                    <a:pt x="24703" y="387682"/>
                    <a:pt x="16152" y="384140"/>
                    <a:pt x="9847" y="377835"/>
                  </a:cubicBezTo>
                  <a:cubicBezTo>
                    <a:pt x="3542" y="371530"/>
                    <a:pt x="0" y="362978"/>
                    <a:pt x="0" y="354062"/>
                  </a:cubicBezTo>
                  <a:lnTo>
                    <a:pt x="0" y="33620"/>
                  </a:lnTo>
                  <a:cubicBezTo>
                    <a:pt x="0" y="24703"/>
                    <a:pt x="3542" y="16152"/>
                    <a:pt x="9847" y="9847"/>
                  </a:cubicBezTo>
                  <a:cubicBezTo>
                    <a:pt x="16152" y="3542"/>
                    <a:pt x="24703" y="0"/>
                    <a:pt x="33620" y="0"/>
                  </a:cubicBezTo>
                  <a:close/>
                </a:path>
              </a:pathLst>
            </a:custGeom>
            <a:blipFill>
              <a:blip r:embed="rId6"/>
              <a:stretch>
                <a:fillRect l="-1026" t="0" r="-1026" b="0"/>
              </a:stretch>
            </a:blipFill>
            <a:ln w="38100" cap="rnd">
              <a:solidFill>
                <a:srgbClr val="DCD1BC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3980">
            <a:off x="1087156" y="7977626"/>
            <a:ext cx="2362560" cy="1288669"/>
          </a:xfrm>
          <a:custGeom>
            <a:avLst/>
            <a:gdLst/>
            <a:ahLst/>
            <a:cxnLst/>
            <a:rect r="r" b="b" t="t" l="l"/>
            <a:pathLst>
              <a:path h="1288669" w="2362560">
                <a:moveTo>
                  <a:pt x="0" y="0"/>
                </a:moveTo>
                <a:lnTo>
                  <a:pt x="2362560" y="0"/>
                </a:lnTo>
                <a:lnTo>
                  <a:pt x="2362560" y="1288670"/>
                </a:lnTo>
                <a:lnTo>
                  <a:pt x="0" y="128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7363" y="1507778"/>
            <a:ext cx="6135639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{{s18_title}}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2662">
            <a:off x="14859372" y="7291924"/>
            <a:ext cx="2353697" cy="2094791"/>
          </a:xfrm>
          <a:custGeom>
            <a:avLst/>
            <a:gdLst/>
            <a:ahLst/>
            <a:cxnLst/>
            <a:rect r="r" b="b" t="t" l="l"/>
            <a:pathLst>
              <a:path h="2094791" w="2353697">
                <a:moveTo>
                  <a:pt x="0" y="0"/>
                </a:moveTo>
                <a:lnTo>
                  <a:pt x="2353697" y="0"/>
                </a:lnTo>
                <a:lnTo>
                  <a:pt x="2353697" y="2094790"/>
                </a:lnTo>
                <a:lnTo>
                  <a:pt x="0" y="2094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0960" y="2732049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5116" y="2539391"/>
            <a:ext cx="3672881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3774" y="3664483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{{s18_text_1}}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9618" y="3864254"/>
            <a:ext cx="6875564" cy="3606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871" r="0" b="-299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816041" y="-2944464"/>
            <a:ext cx="8655919" cy="16175929"/>
          </a:xfrm>
          <a:custGeom>
            <a:avLst/>
            <a:gdLst/>
            <a:ahLst/>
            <a:cxnLst/>
            <a:rect r="r" b="b" t="t" l="l"/>
            <a:pathLst>
              <a:path h="16175929" w="8655919">
                <a:moveTo>
                  <a:pt x="0" y="0"/>
                </a:moveTo>
                <a:lnTo>
                  <a:pt x="8655918" y="0"/>
                </a:lnTo>
                <a:lnTo>
                  <a:pt x="8655918" y="16175928"/>
                </a:lnTo>
                <a:lnTo>
                  <a:pt x="0" y="1617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6" t="0" r="-249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4525" y="1413043"/>
            <a:ext cx="9258950" cy="8848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18"/>
              </a:lnSpc>
              <a:spcBef>
                <a:spcPct val="0"/>
              </a:spcBef>
            </a:pPr>
            <a:r>
              <a:rPr lang="en-US" b="true" sz="5300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{{adabiyotlar}}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8375" y="2990072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28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>{{adabiyotlar_ro_yxati}}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73266">
            <a:off x="1125258" y="7606893"/>
            <a:ext cx="2898732" cy="1581126"/>
          </a:xfrm>
          <a:custGeom>
            <a:avLst/>
            <a:gdLst/>
            <a:ahLst/>
            <a:cxnLst/>
            <a:rect r="r" b="b" t="t" l="l"/>
            <a:pathLst>
              <a:path h="1581126" w="2898732">
                <a:moveTo>
                  <a:pt x="0" y="0"/>
                </a:moveTo>
                <a:lnTo>
                  <a:pt x="2898732" y="0"/>
                </a:lnTo>
                <a:lnTo>
                  <a:pt x="2898732" y="1581126"/>
                </a:lnTo>
                <a:lnTo>
                  <a:pt x="0" y="1581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2662">
            <a:off x="14695030" y="7362279"/>
            <a:ext cx="2468570" cy="2197027"/>
          </a:xfrm>
          <a:custGeom>
            <a:avLst/>
            <a:gdLst/>
            <a:ahLst/>
            <a:cxnLst/>
            <a:rect r="r" b="b" t="t" l="l"/>
            <a:pathLst>
              <a:path h="2197027" w="2468570">
                <a:moveTo>
                  <a:pt x="0" y="0"/>
                </a:moveTo>
                <a:lnTo>
                  <a:pt x="2468570" y="0"/>
                </a:lnTo>
                <a:lnTo>
                  <a:pt x="2468570" y="2197028"/>
                </a:lnTo>
                <a:lnTo>
                  <a:pt x="0" y="2197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38375" y="5191125"/>
            <a:ext cx="13357976" cy="16059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90603"/>
                </a:solidFill>
                <a:latin typeface="Arial Unicode"/>
                <a:ea typeface="Arial Unicode"/>
                <a:cs typeface="Arial Unicode"/>
                <a:sym typeface="Arial Unicode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888" r="0" b="-2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18604">
            <a:off x="4188185" y="-2443123"/>
            <a:ext cx="10220321" cy="15173245"/>
          </a:xfrm>
          <a:custGeom>
            <a:avLst/>
            <a:gdLst/>
            <a:ahLst/>
            <a:cxnLst/>
            <a:rect r="r" b="b" t="t" l="l"/>
            <a:pathLst>
              <a:path h="15173245" w="10220321">
                <a:moveTo>
                  <a:pt x="0" y="0"/>
                </a:moveTo>
                <a:lnTo>
                  <a:pt x="10220321" y="0"/>
                </a:lnTo>
                <a:lnTo>
                  <a:pt x="10220321" y="15173246"/>
                </a:lnTo>
                <a:lnTo>
                  <a:pt x="0" y="15173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932238" y="-1224323"/>
            <a:ext cx="6814986" cy="12735647"/>
          </a:xfrm>
          <a:custGeom>
            <a:avLst/>
            <a:gdLst/>
            <a:ahLst/>
            <a:cxnLst/>
            <a:rect r="r" b="b" t="t" l="l"/>
            <a:pathLst>
              <a:path h="12735647" w="6814986">
                <a:moveTo>
                  <a:pt x="0" y="0"/>
                </a:moveTo>
                <a:lnTo>
                  <a:pt x="6814986" y="0"/>
                </a:lnTo>
                <a:lnTo>
                  <a:pt x="6814986" y="12735646"/>
                </a:lnTo>
                <a:lnTo>
                  <a:pt x="0" y="12735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36" t="0" r="-2495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2662">
            <a:off x="12486323" y="5186301"/>
            <a:ext cx="4734966" cy="4214120"/>
          </a:xfrm>
          <a:custGeom>
            <a:avLst/>
            <a:gdLst/>
            <a:ahLst/>
            <a:cxnLst/>
            <a:rect r="r" b="b" t="t" l="l"/>
            <a:pathLst>
              <a:path h="4214120" w="4734966">
                <a:moveTo>
                  <a:pt x="0" y="0"/>
                </a:moveTo>
                <a:lnTo>
                  <a:pt x="4734966" y="0"/>
                </a:lnTo>
                <a:lnTo>
                  <a:pt x="4734966" y="4214120"/>
                </a:lnTo>
                <a:lnTo>
                  <a:pt x="0" y="4214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1128">
            <a:off x="2019408" y="1151187"/>
            <a:ext cx="2818638" cy="4114800"/>
          </a:xfrm>
          <a:custGeom>
            <a:avLst/>
            <a:gdLst/>
            <a:ahLst/>
            <a:cxnLst/>
            <a:rect r="r" b="b" t="t" l="l"/>
            <a:pathLst>
              <a:path h="4114800" w="2818638">
                <a:moveTo>
                  <a:pt x="0" y="0"/>
                </a:moveTo>
                <a:lnTo>
                  <a:pt x="2818638" y="0"/>
                </a:lnTo>
                <a:lnTo>
                  <a:pt x="2818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17290" y="2905665"/>
            <a:ext cx="8562111" cy="42565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5019"/>
              </a:lnSpc>
            </a:pPr>
            <a:r>
              <a:rPr lang="en-US" sz="10000" b="true">
                <a:solidFill>
                  <a:srgbClr val="090603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{{yakun}}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4842415">
            <a:off x="-311566" y="3924980"/>
            <a:ext cx="5632984" cy="8630767"/>
          </a:xfrm>
          <a:custGeom>
            <a:avLst/>
            <a:gdLst/>
            <a:ahLst/>
            <a:cxnLst/>
            <a:rect r="r" b="b" t="t" l="l"/>
            <a:pathLst>
              <a:path h="8630767" w="5632984">
                <a:moveTo>
                  <a:pt x="0" y="0"/>
                </a:moveTo>
                <a:lnTo>
                  <a:pt x="5632984" y="0"/>
                </a:lnTo>
                <a:lnTo>
                  <a:pt x="5632984" y="8630767"/>
                </a:lnTo>
                <a:lnTo>
                  <a:pt x="0" y="863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778491">
            <a:off x="12539119" y="-2445481"/>
            <a:ext cx="5632984" cy="8630767"/>
          </a:xfrm>
          <a:custGeom>
            <a:avLst/>
            <a:gdLst/>
            <a:ahLst/>
            <a:cxnLst/>
            <a:rect r="r" b="b" t="t" l="l"/>
            <a:pathLst>
              <a:path h="8630767" w="5632984">
                <a:moveTo>
                  <a:pt x="0" y="0"/>
                </a:moveTo>
                <a:lnTo>
                  <a:pt x="5632983" y="0"/>
                </a:lnTo>
                <a:lnTo>
                  <a:pt x="5632983" y="8630767"/>
                </a:lnTo>
                <a:lnTo>
                  <a:pt x="0" y="863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DAHXZHWomag</dc:identifier>
  <dcterms:modified xsi:type="dcterms:W3CDTF">2011-08-01T06:04:30Z</dcterms:modified>
  <cp:revision>1</cp:revision>
  <dc:title>Beige Brown Vintage Exploration Geography Group Project Presentation</dc:title>
</cp:coreProperties>
</file>