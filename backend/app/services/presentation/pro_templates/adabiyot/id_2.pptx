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9" r:id="rId15"/>
    <p:sldId id="270" r:id="rId16"/>
    <p:sldId id="272" r:id="rId17"/>
    <p:sldId id="273" r:id="rId18"/>
    <p:sldId id="274" r:id="rId19"/>
    <p:sldId id="275" r:id="rId20"/>
    <p:sldId id="268" r:id="rId21"/>
  </p:sldIdLst>
  <p:sldSz cx="18288000" cy="10287000"/>
  <p:notesSz cx="6858000" cy="9144000"/>
  <p:embeddedFontLst>
    <p:embeddedFont>
      <p:font typeface="ADLaM Display" panose="02010000000000000000" pitchFamily="2" charset="0"/>
      <p:regular r:id="rId23"/>
    </p:embeddedFont>
    <p:embeddedFont>
      <p:font typeface="Bookman Old Style" panose="02050604050505020204" pitchFamily="18" charset="0"/>
      <p:regular r:id="rId24"/>
      <p:bold r:id="rId25"/>
      <p:italic r:id="rId26"/>
      <p:boldItalic r:id="rId27"/>
    </p:embeddedFont>
    <p:embeddedFont>
      <p:font typeface="Mongolian Baiti" panose="03000500000000000000" pitchFamily="66" charset="0"/>
      <p:regular r:id="rId28"/>
    </p:embeddedFont>
    <p:embeddedFont>
      <p:font typeface="Pirata One" panose="020B0604020202020204" charset="0"/>
      <p:regular r:id="rId29"/>
    </p:embeddedFont>
    <p:embeddedFont>
      <p:font typeface="Vesper Libre" panose="020B0604020202020204" charset="0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19BD42-9717-448F-877F-F4CB554E308B}">
  <a:tblStyle styleId="{A019BD42-9717-448F-877F-F4CB554E30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20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985" t="-46621" b="-127381"/>
            </a:stretch>
          </a:blipFill>
          <a:ln>
            <a:noFill/>
          </a:ln>
        </p:spPr>
      </p:sp>
      <p:sp>
        <p:nvSpPr>
          <p:cNvPr id="85" name="ASOSIY_RASM"/>
          <p:cNvSpPr/>
          <p:nvPr/>
        </p:nvSpPr>
        <p:spPr>
          <a:xfrm>
            <a:off x="-442751" y="202745"/>
            <a:ext cx="10494478" cy="10093780"/>
          </a:xfrm>
          <a:custGeom>
            <a:avLst/>
            <a:gdLst/>
            <a:ahLst/>
            <a:cxnLst/>
            <a:rect l="l" t="t" r="r" b="b"/>
            <a:pathLst>
              <a:path w="10494478" h="10093780" extrusionOk="0">
                <a:moveTo>
                  <a:pt x="0" y="0"/>
                </a:moveTo>
                <a:lnTo>
                  <a:pt x="10494478" y="0"/>
                </a:lnTo>
                <a:lnTo>
                  <a:pt x="10494478" y="10093780"/>
                </a:lnTo>
                <a:lnTo>
                  <a:pt x="0" y="10093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6" name="Google Shape;86;p13"/>
          <p:cNvGrpSpPr/>
          <p:nvPr/>
        </p:nvGrpSpPr>
        <p:grpSpPr>
          <a:xfrm rot="-3205726">
            <a:off x="5246936" y="3005908"/>
            <a:ext cx="16006212" cy="3700559"/>
            <a:chOff x="0" y="-38100"/>
            <a:chExt cx="4215628" cy="974633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4215628" cy="936533"/>
            </a:xfrm>
            <a:custGeom>
              <a:avLst/>
              <a:gdLst/>
              <a:ahLst/>
              <a:cxnLst/>
              <a:rect l="l" t="t" r="r" b="b"/>
              <a:pathLst>
                <a:path w="4215628" h="936533" extrusionOk="0">
                  <a:moveTo>
                    <a:pt x="0" y="0"/>
                  </a:moveTo>
                  <a:lnTo>
                    <a:pt x="4215628" y="0"/>
                  </a:lnTo>
                  <a:lnTo>
                    <a:pt x="4215628" y="936533"/>
                  </a:lnTo>
                  <a:lnTo>
                    <a:pt x="0" y="936533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8" name="Google Shape;88;p13"/>
            <p:cNvSpPr txBox="1"/>
            <p:nvPr/>
          </p:nvSpPr>
          <p:spPr>
            <a:xfrm>
              <a:off x="0" y="-38100"/>
              <a:ext cx="4215628" cy="974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 rot="-3205769">
            <a:off x="6314210" y="4660938"/>
            <a:ext cx="12252527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4400" dirty="0">
                <a:latin typeface="Pirata One"/>
                <a:sym typeface="Pirata One"/>
              </a:rPr>
              <a:t>{{topic}}</a:t>
            </a:r>
            <a:endParaRPr sz="300" dirty="0"/>
          </a:p>
        </p:txBody>
      </p:sp>
      <p:sp>
        <p:nvSpPr>
          <p:cNvPr id="90" name="Google Shape;90;p13"/>
          <p:cNvSpPr txBox="1"/>
          <p:nvPr/>
        </p:nvSpPr>
        <p:spPr>
          <a:xfrm rot="-3205726">
            <a:off x="10147959" y="5676533"/>
            <a:ext cx="720693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4000" b="1" dirty="0">
                <a:latin typeface="Vesper Libre"/>
                <a:cs typeface="Vesper Libre"/>
                <a:sym typeface="Vesper Libre"/>
              </a:rPr>
              <a:t>{{ism_sharif}}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96" name="Google Shape;96;p14"/>
          <p:cNvSpPr/>
          <p:nvPr/>
        </p:nvSpPr>
        <p:spPr>
          <a:xfrm flipH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4"/>
          <p:cNvSpPr/>
          <p:nvPr/>
        </p:nvSpPr>
        <p:spPr>
          <a:xfrm rot="10800000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14"/>
          <p:cNvSpPr/>
          <p:nvPr/>
        </p:nvSpPr>
        <p:spPr>
          <a:xfrm rot="10800000" flipH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4"/>
          <p:cNvSpPr txBox="1"/>
          <p:nvPr/>
        </p:nvSpPr>
        <p:spPr>
          <a:xfrm>
            <a:off x="6319838" y="344120"/>
            <a:ext cx="5648325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15000" dirty="0">
                <a:latin typeface="Pirata One"/>
                <a:sym typeface="Pirata One"/>
              </a:rPr>
              <a:t>{{reja}}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2658059" y="3832740"/>
            <a:ext cx="10743616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800" b="1" dirty="0">
                <a:latin typeface="Vesper Libre"/>
                <a:cs typeface="Vesper Libre"/>
                <a:sym typeface="Vesper Libre"/>
              </a:rPr>
              <a:t>{{reja_1}}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1749689" y="3833966"/>
            <a:ext cx="670309" cy="64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Vesper Libre"/>
                <a:ea typeface="Vesper Libre"/>
                <a:cs typeface="Vesper Libre"/>
                <a:sym typeface="Vesper Libre"/>
              </a:rPr>
              <a:t>01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749689" y="5018013"/>
            <a:ext cx="670309" cy="64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Vesper Libre"/>
                <a:ea typeface="Vesper Libre"/>
                <a:cs typeface="Vesper Libre"/>
                <a:sym typeface="Vesper Libre"/>
              </a:rPr>
              <a:t>02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749689" y="6199068"/>
            <a:ext cx="670309" cy="64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Vesper Libre"/>
                <a:ea typeface="Vesper Libre"/>
                <a:cs typeface="Vesper Libre"/>
                <a:sym typeface="Vesper Libre"/>
              </a:rPr>
              <a:t>03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749689" y="7381349"/>
            <a:ext cx="670309" cy="64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00000"/>
                </a:solidFill>
                <a:latin typeface="Vesper Libre"/>
                <a:ea typeface="Vesper Libre"/>
                <a:cs typeface="Vesper Libre"/>
                <a:sym typeface="Vesper Libre"/>
              </a:rPr>
              <a:t>04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851964" y="8295952"/>
            <a:ext cx="670309" cy="64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000000"/>
                </a:solidFill>
                <a:latin typeface="Vesper Libre"/>
                <a:ea typeface="Vesper Libre"/>
                <a:cs typeface="Vesper Libre"/>
                <a:sym typeface="Vesper Libre"/>
              </a:rPr>
              <a:t>05</a:t>
            </a:r>
            <a:endParaRPr dirty="0"/>
          </a:p>
        </p:txBody>
      </p:sp>
      <p:sp>
        <p:nvSpPr>
          <p:cNvPr id="2" name="Google Shape;101;p14">
            <a:extLst>
              <a:ext uri="{FF2B5EF4-FFF2-40B4-BE49-F238E27FC236}">
                <a16:creationId xmlns:a16="http://schemas.microsoft.com/office/drawing/2014/main" id="{B19B9209-8236-D4F2-AB9C-234ADA5BEC34}"/>
              </a:ext>
            </a:extLst>
          </p:cNvPr>
          <p:cNvSpPr txBox="1"/>
          <p:nvPr/>
        </p:nvSpPr>
        <p:spPr>
          <a:xfrm>
            <a:off x="2716372" y="5085340"/>
            <a:ext cx="11456827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800" b="1" dirty="0">
                <a:latin typeface="Vesper Libre"/>
                <a:cs typeface="Vesper Libre"/>
                <a:sym typeface="Vesper Libre"/>
              </a:rPr>
              <a:t>{{reja_1}}</a:t>
            </a:r>
            <a:endParaRPr dirty="0"/>
          </a:p>
        </p:txBody>
      </p:sp>
      <p:sp>
        <p:nvSpPr>
          <p:cNvPr id="3" name="Google Shape;101;p14">
            <a:extLst>
              <a:ext uri="{FF2B5EF4-FFF2-40B4-BE49-F238E27FC236}">
                <a16:creationId xmlns:a16="http://schemas.microsoft.com/office/drawing/2014/main" id="{420924B1-610A-D56F-4634-E648C768F045}"/>
              </a:ext>
            </a:extLst>
          </p:cNvPr>
          <p:cNvSpPr txBox="1"/>
          <p:nvPr/>
        </p:nvSpPr>
        <p:spPr>
          <a:xfrm>
            <a:off x="2824747" y="6197842"/>
            <a:ext cx="10576928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800" b="1" dirty="0">
                <a:latin typeface="Vesper Libre"/>
                <a:cs typeface="Vesper Libre"/>
                <a:sym typeface="Vesper Libre"/>
              </a:rPr>
              <a:t>{{reja_1}}</a:t>
            </a:r>
            <a:endParaRPr dirty="0"/>
          </a:p>
        </p:txBody>
      </p:sp>
      <p:sp>
        <p:nvSpPr>
          <p:cNvPr id="4" name="Google Shape;101;p14">
            <a:extLst>
              <a:ext uri="{FF2B5EF4-FFF2-40B4-BE49-F238E27FC236}">
                <a16:creationId xmlns:a16="http://schemas.microsoft.com/office/drawing/2014/main" id="{037A4450-6182-E6A9-E1A2-0CB381DB7BA4}"/>
              </a:ext>
            </a:extLst>
          </p:cNvPr>
          <p:cNvSpPr txBox="1"/>
          <p:nvPr/>
        </p:nvSpPr>
        <p:spPr>
          <a:xfrm>
            <a:off x="2824746" y="7410914"/>
            <a:ext cx="8433803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800" b="1" dirty="0">
                <a:latin typeface="Vesper Libre"/>
                <a:cs typeface="Vesper Libre"/>
                <a:sym typeface="Vesper Libre"/>
              </a:rPr>
              <a:t>{{reja_1}}</a:t>
            </a:r>
            <a:endParaRPr dirty="0"/>
          </a:p>
        </p:txBody>
      </p:sp>
      <p:sp>
        <p:nvSpPr>
          <p:cNvPr id="5" name="Google Shape;101;p14">
            <a:extLst>
              <a:ext uri="{FF2B5EF4-FFF2-40B4-BE49-F238E27FC236}">
                <a16:creationId xmlns:a16="http://schemas.microsoft.com/office/drawing/2014/main" id="{9F60FA7C-84F1-7ABF-8A1E-66472897D379}"/>
              </a:ext>
            </a:extLst>
          </p:cNvPr>
          <p:cNvSpPr txBox="1"/>
          <p:nvPr/>
        </p:nvSpPr>
        <p:spPr>
          <a:xfrm>
            <a:off x="2824747" y="8328015"/>
            <a:ext cx="9143416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800" b="1" dirty="0">
                <a:latin typeface="Vesper Libre"/>
                <a:cs typeface="Vesper Libre"/>
                <a:sym typeface="Vesper Libre"/>
              </a:rPr>
              <a:t>{{reja_1}}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52251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pSp>
        <p:nvGrpSpPr>
          <p:cNvPr id="122" name="Google Shape;122;p15"/>
          <p:cNvGrpSpPr/>
          <p:nvPr/>
        </p:nvGrpSpPr>
        <p:grpSpPr>
          <a:xfrm>
            <a:off x="-750941" y="486544"/>
            <a:ext cx="19789882" cy="2466010"/>
            <a:chOff x="0" y="-38100"/>
            <a:chExt cx="5212150" cy="649484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5212150" cy="611384"/>
            </a:xfrm>
            <a:custGeom>
              <a:avLst/>
              <a:gdLst/>
              <a:ahLst/>
              <a:cxnLst/>
              <a:rect l="l" t="t" r="r" b="b"/>
              <a:pathLst>
                <a:path w="5212150" h="611384" extrusionOk="0">
                  <a:moveTo>
                    <a:pt x="0" y="0"/>
                  </a:moveTo>
                  <a:lnTo>
                    <a:pt x="5212150" y="0"/>
                  </a:lnTo>
                  <a:lnTo>
                    <a:pt x="5212150" y="611384"/>
                  </a:lnTo>
                  <a:lnTo>
                    <a:pt x="0" y="611384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-38100"/>
              <a:ext cx="5212150" cy="649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5"/>
          <p:cNvSpPr txBox="1"/>
          <p:nvPr/>
        </p:nvSpPr>
        <p:spPr>
          <a:xfrm>
            <a:off x="2290576" y="3382561"/>
            <a:ext cx="15808738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800" dirty="0">
                <a:latin typeface="Vesper Libre"/>
                <a:cs typeface="Vesper Libre"/>
                <a:sym typeface="Vesper Libre"/>
              </a:rPr>
              <a:t>{{kirish_matni}}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5260532" y="1314450"/>
            <a:ext cx="11998768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999" dirty="0">
                <a:latin typeface="Pirata One"/>
                <a:sym typeface="Pirata One"/>
              </a:rPr>
              <a:t>{{kirish}}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pSp>
        <p:nvGrpSpPr>
          <p:cNvPr id="133" name="Google Shape;133;p16"/>
          <p:cNvGrpSpPr/>
          <p:nvPr/>
        </p:nvGrpSpPr>
        <p:grpSpPr>
          <a:xfrm>
            <a:off x="-750941" y="486544"/>
            <a:ext cx="19789882" cy="2466010"/>
            <a:chOff x="0" y="-38100"/>
            <a:chExt cx="5212150" cy="649484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5212150" cy="611384"/>
            </a:xfrm>
            <a:custGeom>
              <a:avLst/>
              <a:gdLst/>
              <a:ahLst/>
              <a:cxnLst/>
              <a:rect l="l" t="t" r="r" b="b"/>
              <a:pathLst>
                <a:path w="5212150" h="611384" extrusionOk="0">
                  <a:moveTo>
                    <a:pt x="0" y="0"/>
                  </a:moveTo>
                  <a:lnTo>
                    <a:pt x="5212150" y="0"/>
                  </a:lnTo>
                  <a:lnTo>
                    <a:pt x="5212150" y="611384"/>
                  </a:lnTo>
                  <a:lnTo>
                    <a:pt x="0" y="611384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5" name="Google Shape;135;p16"/>
            <p:cNvSpPr txBox="1"/>
            <p:nvPr/>
          </p:nvSpPr>
          <p:spPr>
            <a:xfrm>
              <a:off x="0" y="-38100"/>
              <a:ext cx="5212150" cy="649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1028700" y="2952554"/>
            <a:ext cx="16230600" cy="6553837"/>
            <a:chOff x="0" y="-38100"/>
            <a:chExt cx="4274726" cy="377599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4274726" cy="339499"/>
            </a:xfrm>
            <a:custGeom>
              <a:avLst/>
              <a:gdLst/>
              <a:ahLst/>
              <a:cxnLst/>
              <a:rect l="l" t="t" r="r" b="b"/>
              <a:pathLst>
                <a:path w="4274726" h="33949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339499"/>
                  </a:lnTo>
                  <a:lnTo>
                    <a:pt x="0" y="339499"/>
                  </a:lnTo>
                  <a:close/>
                </a:path>
              </a:pathLst>
            </a:custGeom>
            <a:solidFill>
              <a:srgbClr val="D9C09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8" name="Google Shape;138;p16"/>
            <p:cNvSpPr txBox="1"/>
            <p:nvPr/>
          </p:nvSpPr>
          <p:spPr>
            <a:xfrm>
              <a:off x="0" y="-38100"/>
              <a:ext cx="4274726" cy="377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6"/>
          <p:cNvSpPr txBox="1"/>
          <p:nvPr/>
        </p:nvSpPr>
        <p:spPr>
          <a:xfrm>
            <a:off x="2266433" y="3845625"/>
            <a:ext cx="12313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800" dirty="0">
                <a:latin typeface="Vesper Libre"/>
                <a:cs typeface="Vesper Libre"/>
                <a:sym typeface="Vesper Libre"/>
              </a:rPr>
              <a:t>{{reja_1_matni}}</a:t>
            </a:r>
            <a:endParaRPr lang="en-US"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1028700" y="1314450"/>
            <a:ext cx="16230600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999" dirty="0">
                <a:latin typeface="Pirata One"/>
                <a:sym typeface="Pirata One"/>
              </a:rPr>
              <a:t>{{reja_1}}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158" name="Google Shape;158;p17"/>
          <p:cNvSpPr/>
          <p:nvPr/>
        </p:nvSpPr>
        <p:spPr>
          <a:xfrm>
            <a:off x="10112" y="-36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6430938" h="3617402" extrusionOk="0">
                <a:moveTo>
                  <a:pt x="0" y="0"/>
                </a:moveTo>
                <a:lnTo>
                  <a:pt x="0" y="3617402"/>
                </a:lnTo>
                <a:lnTo>
                  <a:pt x="6430938" y="3617402"/>
                </a:lnTo>
                <a:lnTo>
                  <a:pt x="6430938" y="0"/>
                </a:lnTo>
                <a:lnTo>
                  <a:pt x="0" y="0"/>
                </a:lnTo>
                <a:close/>
                <a:moveTo>
                  <a:pt x="6367438" y="3553902"/>
                </a:moveTo>
                <a:lnTo>
                  <a:pt x="63500" y="3553902"/>
                </a:lnTo>
                <a:lnTo>
                  <a:pt x="63500" y="63500"/>
                </a:lnTo>
                <a:lnTo>
                  <a:pt x="6367438" y="63500"/>
                </a:lnTo>
                <a:lnTo>
                  <a:pt x="6367438" y="3553902"/>
                </a:lnTo>
                <a:close/>
                <a:moveTo>
                  <a:pt x="367919" y="3275646"/>
                </a:moveTo>
                <a:cubicBezTo>
                  <a:pt x="403606" y="3278694"/>
                  <a:pt x="500888" y="3295966"/>
                  <a:pt x="500888" y="3395152"/>
                </a:cubicBezTo>
                <a:lnTo>
                  <a:pt x="500888" y="3407852"/>
                </a:lnTo>
                <a:lnTo>
                  <a:pt x="5930177" y="3407852"/>
                </a:lnTo>
                <a:lnTo>
                  <a:pt x="5930177" y="3395152"/>
                </a:lnTo>
                <a:cubicBezTo>
                  <a:pt x="5930177" y="3296220"/>
                  <a:pt x="6027586" y="3278694"/>
                  <a:pt x="6063146" y="3275646"/>
                </a:cubicBezTo>
                <a:lnTo>
                  <a:pt x="6063146" y="3407852"/>
                </a:lnTo>
                <a:lnTo>
                  <a:pt x="6221388" y="3407852"/>
                </a:lnTo>
                <a:lnTo>
                  <a:pt x="6221388" y="3249610"/>
                </a:lnTo>
                <a:lnTo>
                  <a:pt x="6089308" y="3249610"/>
                </a:lnTo>
                <a:cubicBezTo>
                  <a:pt x="6097309" y="3140263"/>
                  <a:pt x="6206275" y="3117277"/>
                  <a:pt x="6211101" y="3116388"/>
                </a:cubicBezTo>
                <a:lnTo>
                  <a:pt x="6221388" y="3114356"/>
                </a:lnTo>
                <a:lnTo>
                  <a:pt x="6221388" y="513588"/>
                </a:lnTo>
                <a:lnTo>
                  <a:pt x="6221388" y="503174"/>
                </a:lnTo>
                <a:lnTo>
                  <a:pt x="6211101" y="501142"/>
                </a:lnTo>
                <a:cubicBezTo>
                  <a:pt x="6206275" y="500253"/>
                  <a:pt x="6097309" y="477139"/>
                  <a:pt x="6089308" y="367919"/>
                </a:cubicBezTo>
                <a:lnTo>
                  <a:pt x="6221388" y="367919"/>
                </a:lnTo>
                <a:lnTo>
                  <a:pt x="6221388" y="209550"/>
                </a:lnTo>
                <a:lnTo>
                  <a:pt x="6063146" y="209550"/>
                </a:lnTo>
                <a:lnTo>
                  <a:pt x="6063146" y="341757"/>
                </a:lnTo>
                <a:cubicBezTo>
                  <a:pt x="6027459" y="338709"/>
                  <a:pt x="5930177" y="321437"/>
                  <a:pt x="5930177" y="222250"/>
                </a:cubicBezTo>
                <a:lnTo>
                  <a:pt x="5930177" y="209550"/>
                </a:lnTo>
                <a:lnTo>
                  <a:pt x="500888" y="209550"/>
                </a:lnTo>
                <a:lnTo>
                  <a:pt x="500888" y="222250"/>
                </a:lnTo>
                <a:cubicBezTo>
                  <a:pt x="500888" y="321183"/>
                  <a:pt x="403479" y="338709"/>
                  <a:pt x="367919" y="341757"/>
                </a:cubicBezTo>
                <a:lnTo>
                  <a:pt x="367919" y="209550"/>
                </a:lnTo>
                <a:lnTo>
                  <a:pt x="209550" y="209550"/>
                </a:lnTo>
                <a:lnTo>
                  <a:pt x="209550" y="367792"/>
                </a:lnTo>
                <a:lnTo>
                  <a:pt x="341630" y="367792"/>
                </a:lnTo>
                <a:cubicBezTo>
                  <a:pt x="333629" y="477139"/>
                  <a:pt x="224663" y="500126"/>
                  <a:pt x="219837" y="501015"/>
                </a:cubicBezTo>
                <a:lnTo>
                  <a:pt x="209550" y="503047"/>
                </a:lnTo>
                <a:lnTo>
                  <a:pt x="209550" y="3103814"/>
                </a:lnTo>
                <a:lnTo>
                  <a:pt x="209550" y="3114228"/>
                </a:lnTo>
                <a:lnTo>
                  <a:pt x="219837" y="3116260"/>
                </a:lnTo>
                <a:cubicBezTo>
                  <a:pt x="224663" y="3117149"/>
                  <a:pt x="333629" y="3140136"/>
                  <a:pt x="341630" y="3249483"/>
                </a:cubicBezTo>
                <a:lnTo>
                  <a:pt x="209550" y="3249483"/>
                </a:lnTo>
                <a:lnTo>
                  <a:pt x="209550" y="3407725"/>
                </a:lnTo>
                <a:lnTo>
                  <a:pt x="367792" y="3407725"/>
                </a:lnTo>
                <a:lnTo>
                  <a:pt x="367792" y="3275646"/>
                </a:lnTo>
                <a:close/>
                <a:moveTo>
                  <a:pt x="6195988" y="3275010"/>
                </a:moveTo>
                <a:lnTo>
                  <a:pt x="6195988" y="3382452"/>
                </a:lnTo>
                <a:lnTo>
                  <a:pt x="6088546" y="3382452"/>
                </a:lnTo>
                <a:lnTo>
                  <a:pt x="6088546" y="3275010"/>
                </a:lnTo>
                <a:lnTo>
                  <a:pt x="6195988" y="3275010"/>
                </a:lnTo>
                <a:close/>
                <a:moveTo>
                  <a:pt x="6088546" y="234950"/>
                </a:moveTo>
                <a:lnTo>
                  <a:pt x="6195988" y="234950"/>
                </a:lnTo>
                <a:lnTo>
                  <a:pt x="6195988" y="342392"/>
                </a:lnTo>
                <a:lnTo>
                  <a:pt x="6088546" y="342392"/>
                </a:lnTo>
                <a:lnTo>
                  <a:pt x="6088546" y="234950"/>
                </a:lnTo>
                <a:close/>
                <a:moveTo>
                  <a:pt x="234950" y="342392"/>
                </a:moveTo>
                <a:lnTo>
                  <a:pt x="234950" y="234950"/>
                </a:lnTo>
                <a:lnTo>
                  <a:pt x="342392" y="234950"/>
                </a:lnTo>
                <a:lnTo>
                  <a:pt x="342392" y="342392"/>
                </a:lnTo>
                <a:lnTo>
                  <a:pt x="234950" y="342392"/>
                </a:lnTo>
                <a:close/>
                <a:moveTo>
                  <a:pt x="342519" y="3382452"/>
                </a:moveTo>
                <a:lnTo>
                  <a:pt x="235077" y="3382452"/>
                </a:lnTo>
                <a:lnTo>
                  <a:pt x="235077" y="3275010"/>
                </a:lnTo>
                <a:lnTo>
                  <a:pt x="342519" y="3275010"/>
                </a:lnTo>
                <a:lnTo>
                  <a:pt x="342519" y="3382452"/>
                </a:lnTo>
                <a:close/>
                <a:moveTo>
                  <a:pt x="234950" y="3094035"/>
                </a:moveTo>
                <a:lnTo>
                  <a:pt x="234950" y="523367"/>
                </a:lnTo>
                <a:cubicBezTo>
                  <a:pt x="266573" y="513969"/>
                  <a:pt x="360553" y="477012"/>
                  <a:pt x="367411" y="367792"/>
                </a:cubicBezTo>
                <a:lnTo>
                  <a:pt x="367792" y="367792"/>
                </a:lnTo>
                <a:lnTo>
                  <a:pt x="367792" y="367411"/>
                </a:lnTo>
                <a:cubicBezTo>
                  <a:pt x="426466" y="363474"/>
                  <a:pt x="518414" y="332359"/>
                  <a:pt x="525780" y="234950"/>
                </a:cubicBezTo>
                <a:lnTo>
                  <a:pt x="5905158" y="234950"/>
                </a:lnTo>
                <a:cubicBezTo>
                  <a:pt x="5912524" y="332232"/>
                  <a:pt x="6004472" y="363474"/>
                  <a:pt x="6063146" y="367411"/>
                </a:cubicBezTo>
                <a:lnTo>
                  <a:pt x="6063146" y="367792"/>
                </a:lnTo>
                <a:lnTo>
                  <a:pt x="6063527" y="367792"/>
                </a:lnTo>
                <a:cubicBezTo>
                  <a:pt x="6070385" y="477012"/>
                  <a:pt x="6164365" y="513969"/>
                  <a:pt x="6195988" y="523367"/>
                </a:cubicBezTo>
                <a:lnTo>
                  <a:pt x="6195988" y="3094035"/>
                </a:lnTo>
                <a:cubicBezTo>
                  <a:pt x="6164365" y="3103434"/>
                  <a:pt x="6070385" y="3140390"/>
                  <a:pt x="6063527" y="3249610"/>
                </a:cubicBezTo>
                <a:lnTo>
                  <a:pt x="6063146" y="3249610"/>
                </a:lnTo>
                <a:lnTo>
                  <a:pt x="6063146" y="3249991"/>
                </a:lnTo>
                <a:cubicBezTo>
                  <a:pt x="6004472" y="3253928"/>
                  <a:pt x="5912524" y="3285044"/>
                  <a:pt x="5905158" y="3382452"/>
                </a:cubicBezTo>
                <a:lnTo>
                  <a:pt x="525780" y="3382452"/>
                </a:lnTo>
                <a:cubicBezTo>
                  <a:pt x="518414" y="3285044"/>
                  <a:pt x="426466" y="3253928"/>
                  <a:pt x="367792" y="3249991"/>
                </a:cubicBezTo>
                <a:lnTo>
                  <a:pt x="367792" y="3249610"/>
                </a:lnTo>
                <a:lnTo>
                  <a:pt x="367411" y="3249610"/>
                </a:lnTo>
                <a:cubicBezTo>
                  <a:pt x="360680" y="3140390"/>
                  <a:pt x="266700" y="3103433"/>
                  <a:pt x="234950" y="309403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" name="Google Shape;159;p17"/>
          <p:cNvGrpSpPr/>
          <p:nvPr/>
        </p:nvGrpSpPr>
        <p:grpSpPr>
          <a:xfrm>
            <a:off x="636740" y="1299376"/>
            <a:ext cx="17091613" cy="2466010"/>
            <a:chOff x="0" y="-38100"/>
            <a:chExt cx="4501495" cy="649484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4501495" cy="611384"/>
            </a:xfrm>
            <a:custGeom>
              <a:avLst/>
              <a:gdLst/>
              <a:ahLst/>
              <a:cxnLst/>
              <a:rect l="l" t="t" r="r" b="b"/>
              <a:pathLst>
                <a:path w="4501495" h="611384" extrusionOk="0">
                  <a:moveTo>
                    <a:pt x="0" y="0"/>
                  </a:moveTo>
                  <a:lnTo>
                    <a:pt x="4501495" y="0"/>
                  </a:lnTo>
                  <a:lnTo>
                    <a:pt x="4501495" y="611384"/>
                  </a:lnTo>
                  <a:lnTo>
                    <a:pt x="0" y="611384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1" name="Google Shape;161;p17"/>
            <p:cNvSpPr txBox="1"/>
            <p:nvPr/>
          </p:nvSpPr>
          <p:spPr>
            <a:xfrm>
              <a:off x="0" y="-38100"/>
              <a:ext cx="4501495" cy="649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3249950" y="4549286"/>
            <a:ext cx="1372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uz-Latn-UZ" sz="2400" dirty="0">
                <a:latin typeface="Vesper Libre"/>
                <a:cs typeface="Vesper Libre"/>
                <a:sym typeface="Vesper Libre"/>
              </a:rPr>
              <a:t>{{reja_1_matni}}</a:t>
            </a:r>
            <a:endParaRPr lang="en-US" sz="240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1028700" y="2127282"/>
            <a:ext cx="16230600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9999"/>
              </a:lnSpc>
            </a:pPr>
            <a:r>
              <a:rPr lang="uz-Latn-UZ" sz="9999" dirty="0">
                <a:latin typeface="Pirata One"/>
                <a:sym typeface="Pirata One"/>
              </a:rPr>
              <a:t>{{reja_1}}</a:t>
            </a:r>
            <a:endParaRPr lang="uz-Latn-UZ" sz="9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169" name="Google Shape;169;p18"/>
          <p:cNvSpPr/>
          <p:nvPr/>
        </p:nvSpPr>
        <p:spPr>
          <a:xfrm>
            <a:off x="196786" y="312226"/>
            <a:ext cx="17893606" cy="9662547"/>
          </a:xfrm>
          <a:custGeom>
            <a:avLst/>
            <a:gdLst/>
            <a:ahLst/>
            <a:cxnLst/>
            <a:rect l="l" t="t" r="r" b="b"/>
            <a:pathLst>
              <a:path w="17893606" h="9662547" extrusionOk="0">
                <a:moveTo>
                  <a:pt x="0" y="0"/>
                </a:moveTo>
                <a:lnTo>
                  <a:pt x="17893606" y="0"/>
                </a:lnTo>
                <a:lnTo>
                  <a:pt x="17893606" y="9662548"/>
                </a:lnTo>
                <a:lnTo>
                  <a:pt x="0" y="966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172" name="Google Shape;172;p18"/>
          <p:cNvSpPr/>
          <p:nvPr/>
        </p:nvSpPr>
        <p:spPr>
          <a:xfrm>
            <a:off x="12059150" y="3369943"/>
            <a:ext cx="3770285" cy="4495124"/>
          </a:xfrm>
          <a:custGeom>
            <a:avLst/>
            <a:gdLst/>
            <a:ahLst/>
            <a:cxnLst/>
            <a:rect l="l" t="t" r="r" b="b"/>
            <a:pathLst>
              <a:path w="3770285" h="4495124" extrusionOk="0">
                <a:moveTo>
                  <a:pt x="0" y="0"/>
                </a:moveTo>
                <a:lnTo>
                  <a:pt x="3770286" y="0"/>
                </a:lnTo>
                <a:lnTo>
                  <a:pt x="3770286" y="4495124"/>
                </a:lnTo>
                <a:lnTo>
                  <a:pt x="0" y="4495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8"/>
          <p:cNvSpPr txBox="1"/>
          <p:nvPr/>
        </p:nvSpPr>
        <p:spPr>
          <a:xfrm>
            <a:off x="3859871" y="1138348"/>
            <a:ext cx="10084422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9999"/>
              </a:lnSpc>
            </a:pPr>
            <a:r>
              <a:rPr lang="uz-Latn-UZ" sz="9999" dirty="0">
                <a:latin typeface="Pirata One"/>
                <a:sym typeface="Pirata One"/>
              </a:rPr>
              <a:t>{{reja_1}}</a:t>
            </a:r>
            <a:endParaRPr lang="uz-Latn-UZ" sz="9600" dirty="0"/>
          </a:p>
        </p:txBody>
      </p:sp>
      <p:sp>
        <p:nvSpPr>
          <p:cNvPr id="176" name="PHOTO_2"/>
          <p:cNvSpPr/>
          <p:nvPr/>
        </p:nvSpPr>
        <p:spPr>
          <a:xfrm>
            <a:off x="12491057" y="3828691"/>
            <a:ext cx="2906471" cy="3577627"/>
          </a:xfrm>
          <a:custGeom>
            <a:avLst/>
            <a:gdLst/>
            <a:ahLst/>
            <a:cxnLst/>
            <a:rect l="l" t="t" r="r" b="b"/>
            <a:pathLst>
              <a:path w="812800" h="1000490" extrusionOk="0">
                <a:moveTo>
                  <a:pt x="0" y="0"/>
                </a:moveTo>
                <a:lnTo>
                  <a:pt x="812800" y="0"/>
                </a:lnTo>
                <a:lnTo>
                  <a:pt x="812800" y="1000490"/>
                </a:lnTo>
                <a:lnTo>
                  <a:pt x="0" y="100049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3793" t="-22535" r="-7363" b="-13006"/>
            </a:stretch>
          </a:blip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B41A4-469E-0ACD-6B66-CD2F16713601}"/>
              </a:ext>
            </a:extLst>
          </p:cNvPr>
          <p:cNvSpPr txBox="1"/>
          <p:nvPr/>
        </p:nvSpPr>
        <p:spPr>
          <a:xfrm>
            <a:off x="1657350" y="3369943"/>
            <a:ext cx="9072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Vesper Libre"/>
              </a:rPr>
              <a:t>{{reja_1_matni}}</a:t>
            </a:r>
            <a:endParaRPr lang="en-US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ru-RU" sz="2000" dirty="0"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185" name="Google Shape;185;p19"/>
          <p:cNvSpPr txBox="1"/>
          <p:nvPr/>
        </p:nvSpPr>
        <p:spPr>
          <a:xfrm>
            <a:off x="1028700" y="4636632"/>
            <a:ext cx="8681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800" dirty="0">
                <a:latin typeface="Vesper Libre"/>
                <a:cs typeface="Vesper Libre"/>
                <a:sym typeface="Vesper Libre"/>
              </a:rPr>
              <a:t>{{reja_2_matni}}</a:t>
            </a:r>
            <a:endParaRPr dirty="0"/>
          </a:p>
        </p:txBody>
      </p:sp>
      <p:grpSp>
        <p:nvGrpSpPr>
          <p:cNvPr id="186" name="Google Shape;186;p19"/>
          <p:cNvGrpSpPr/>
          <p:nvPr/>
        </p:nvGrpSpPr>
        <p:grpSpPr>
          <a:xfrm>
            <a:off x="-750941" y="486544"/>
            <a:ext cx="19789882" cy="3674625"/>
            <a:chOff x="0" y="-38100"/>
            <a:chExt cx="5212150" cy="967803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5212150" cy="929703"/>
            </a:xfrm>
            <a:custGeom>
              <a:avLst/>
              <a:gdLst/>
              <a:ahLst/>
              <a:cxnLst/>
              <a:rect l="l" t="t" r="r" b="b"/>
              <a:pathLst>
                <a:path w="5212150" h="929703" extrusionOk="0">
                  <a:moveTo>
                    <a:pt x="0" y="0"/>
                  </a:moveTo>
                  <a:lnTo>
                    <a:pt x="5212150" y="0"/>
                  </a:lnTo>
                  <a:lnTo>
                    <a:pt x="5212150" y="929703"/>
                  </a:lnTo>
                  <a:lnTo>
                    <a:pt x="0" y="929703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8" name="Google Shape;188;p19"/>
            <p:cNvSpPr txBox="1"/>
            <p:nvPr/>
          </p:nvSpPr>
          <p:spPr>
            <a:xfrm>
              <a:off x="0" y="-38100"/>
              <a:ext cx="5212150" cy="9678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9"/>
          <p:cNvSpPr txBox="1"/>
          <p:nvPr/>
        </p:nvSpPr>
        <p:spPr>
          <a:xfrm>
            <a:off x="1028700" y="1142775"/>
            <a:ext cx="10705200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999" dirty="0">
                <a:latin typeface="Pirata One"/>
                <a:sym typeface="Pirata One"/>
              </a:rPr>
              <a:t>{{reja_2}}</a:t>
            </a:r>
            <a:endParaRPr dirty="0"/>
          </a:p>
        </p:txBody>
      </p:sp>
      <p:sp>
        <p:nvSpPr>
          <p:cNvPr id="190" name="Google Shape;190;p19"/>
          <p:cNvSpPr/>
          <p:nvPr/>
        </p:nvSpPr>
        <p:spPr>
          <a:xfrm>
            <a:off x="10201521" y="1161022"/>
            <a:ext cx="7057779" cy="8414639"/>
          </a:xfrm>
          <a:custGeom>
            <a:avLst/>
            <a:gdLst/>
            <a:ahLst/>
            <a:cxnLst/>
            <a:rect l="l" t="t" r="r" b="b"/>
            <a:pathLst>
              <a:path w="7057779" h="8414639" extrusionOk="0">
                <a:moveTo>
                  <a:pt x="0" y="0"/>
                </a:moveTo>
                <a:lnTo>
                  <a:pt x="7057779" y="0"/>
                </a:lnTo>
                <a:lnTo>
                  <a:pt x="7057779" y="8414639"/>
                </a:lnTo>
                <a:lnTo>
                  <a:pt x="0" y="8414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1" name="PHOTO_3"/>
          <p:cNvSpPr/>
          <p:nvPr/>
        </p:nvSpPr>
        <p:spPr>
          <a:xfrm>
            <a:off x="11010029" y="2019775"/>
            <a:ext cx="5440763" cy="6697132"/>
          </a:xfrm>
          <a:custGeom>
            <a:avLst/>
            <a:gdLst/>
            <a:ahLst/>
            <a:cxnLst/>
            <a:rect l="l" t="t" r="r" b="b"/>
            <a:pathLst>
              <a:path w="812800" h="1000490" extrusionOk="0">
                <a:moveTo>
                  <a:pt x="0" y="0"/>
                </a:moveTo>
                <a:lnTo>
                  <a:pt x="812800" y="0"/>
                </a:lnTo>
                <a:lnTo>
                  <a:pt x="812800" y="1000490"/>
                </a:lnTo>
                <a:lnTo>
                  <a:pt x="0" y="100049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953" b="-11901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pSp>
        <p:nvGrpSpPr>
          <p:cNvPr id="198" name="Google Shape;198;p20"/>
          <p:cNvGrpSpPr/>
          <p:nvPr/>
        </p:nvGrpSpPr>
        <p:grpSpPr>
          <a:xfrm>
            <a:off x="-750941" y="486544"/>
            <a:ext cx="19789882" cy="2466010"/>
            <a:chOff x="0" y="-38100"/>
            <a:chExt cx="5212150" cy="649484"/>
          </a:xfrm>
        </p:grpSpPr>
        <p:sp>
          <p:nvSpPr>
            <p:cNvPr id="199" name="Google Shape;199;p20"/>
            <p:cNvSpPr/>
            <p:nvPr/>
          </p:nvSpPr>
          <p:spPr>
            <a:xfrm>
              <a:off x="0" y="0"/>
              <a:ext cx="5212150" cy="611384"/>
            </a:xfrm>
            <a:custGeom>
              <a:avLst/>
              <a:gdLst/>
              <a:ahLst/>
              <a:cxnLst/>
              <a:rect l="l" t="t" r="r" b="b"/>
              <a:pathLst>
                <a:path w="5212150" h="611384" extrusionOk="0">
                  <a:moveTo>
                    <a:pt x="0" y="0"/>
                  </a:moveTo>
                  <a:lnTo>
                    <a:pt x="5212150" y="0"/>
                  </a:lnTo>
                  <a:lnTo>
                    <a:pt x="5212150" y="611384"/>
                  </a:lnTo>
                  <a:lnTo>
                    <a:pt x="0" y="611384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00" name="Google Shape;200;p20"/>
            <p:cNvSpPr txBox="1"/>
            <p:nvPr/>
          </p:nvSpPr>
          <p:spPr>
            <a:xfrm>
              <a:off x="0" y="-38100"/>
              <a:ext cx="5212150" cy="649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20"/>
          <p:cNvSpPr txBox="1"/>
          <p:nvPr/>
        </p:nvSpPr>
        <p:spPr>
          <a:xfrm>
            <a:off x="1028700" y="1314450"/>
            <a:ext cx="16230600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9999"/>
              </a:lnSpc>
            </a:pPr>
            <a:r>
              <a:rPr lang="uz-Latn-UZ" sz="9999" dirty="0">
                <a:latin typeface="Pirata One"/>
                <a:sym typeface="Pirata One"/>
              </a:rPr>
              <a:t>{{reja_2}}</a:t>
            </a:r>
            <a:endParaRPr lang="uz-Latn-UZ" sz="9600" dirty="0"/>
          </a:p>
        </p:txBody>
      </p:sp>
      <p:sp>
        <p:nvSpPr>
          <p:cNvPr id="202" name="Google Shape;202;p20"/>
          <p:cNvSpPr/>
          <p:nvPr/>
        </p:nvSpPr>
        <p:spPr>
          <a:xfrm>
            <a:off x="11374564" y="0"/>
            <a:ext cx="7196607" cy="11607430"/>
          </a:xfrm>
          <a:custGeom>
            <a:avLst/>
            <a:gdLst/>
            <a:ahLst/>
            <a:cxnLst/>
            <a:rect l="l" t="t" r="r" b="b"/>
            <a:pathLst>
              <a:path w="7196607" h="11607430" extrusionOk="0">
                <a:moveTo>
                  <a:pt x="0" y="0"/>
                </a:moveTo>
                <a:lnTo>
                  <a:pt x="7196606" y="0"/>
                </a:lnTo>
                <a:lnTo>
                  <a:pt x="7196606" y="11607430"/>
                </a:lnTo>
                <a:lnTo>
                  <a:pt x="0" y="11607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Google Shape;185;p19">
            <a:extLst>
              <a:ext uri="{FF2B5EF4-FFF2-40B4-BE49-F238E27FC236}">
                <a16:creationId xmlns:a16="http://schemas.microsoft.com/office/drawing/2014/main" id="{657B2CF0-E727-94A7-7DC2-870F4138DCBB}"/>
              </a:ext>
            </a:extLst>
          </p:cNvPr>
          <p:cNvSpPr txBox="1"/>
          <p:nvPr/>
        </p:nvSpPr>
        <p:spPr>
          <a:xfrm>
            <a:off x="246743" y="3846287"/>
            <a:ext cx="11277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800" dirty="0">
                <a:latin typeface="Vesper Libre"/>
                <a:cs typeface="Vesper Libre"/>
                <a:sym typeface="Vesper Libre"/>
              </a:rPr>
              <a:t>{{reja_2_matni}}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985" t="-46621" b="-127381"/>
            </a:stretch>
          </a:blipFill>
          <a:ln>
            <a:noFill/>
          </a:ln>
        </p:spPr>
      </p:sp>
      <p:sp>
        <p:nvSpPr>
          <p:cNvPr id="208" name="Google Shape;208;p21"/>
          <p:cNvSpPr/>
          <p:nvPr/>
        </p:nvSpPr>
        <p:spPr>
          <a:xfrm>
            <a:off x="407152" y="1496289"/>
            <a:ext cx="17473696" cy="7292303"/>
          </a:xfrm>
          <a:custGeom>
            <a:avLst/>
            <a:gdLst/>
            <a:ahLst/>
            <a:cxnLst/>
            <a:rect l="l" t="t" r="r" b="b"/>
            <a:pathLst>
              <a:path w="17473696" h="7292303" extrusionOk="0">
                <a:moveTo>
                  <a:pt x="0" y="0"/>
                </a:moveTo>
                <a:lnTo>
                  <a:pt x="17473696" y="0"/>
                </a:lnTo>
                <a:lnTo>
                  <a:pt x="17473696" y="7292303"/>
                </a:lnTo>
                <a:lnTo>
                  <a:pt x="0" y="7292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126"/>
            </a:stretch>
          </a:blipFill>
          <a:ln>
            <a:noFill/>
          </a:ln>
        </p:spPr>
      </p:sp>
      <p:sp>
        <p:nvSpPr>
          <p:cNvPr id="209" name="Google Shape;209;p21"/>
          <p:cNvSpPr/>
          <p:nvPr/>
        </p:nvSpPr>
        <p:spPr>
          <a:xfrm>
            <a:off x="4858037" y="-896058"/>
            <a:ext cx="8571926" cy="4784693"/>
          </a:xfrm>
          <a:custGeom>
            <a:avLst/>
            <a:gdLst/>
            <a:ahLst/>
            <a:cxnLst/>
            <a:rect l="l" t="t" r="r" b="b"/>
            <a:pathLst>
              <a:path w="8571926" h="4784693" extrusionOk="0">
                <a:moveTo>
                  <a:pt x="0" y="0"/>
                </a:moveTo>
                <a:lnTo>
                  <a:pt x="8571926" y="0"/>
                </a:lnTo>
                <a:lnTo>
                  <a:pt x="8571926" y="4784694"/>
                </a:lnTo>
                <a:lnTo>
                  <a:pt x="0" y="4784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0" name="Google Shape;210;p21"/>
          <p:cNvSpPr/>
          <p:nvPr/>
        </p:nvSpPr>
        <p:spPr>
          <a:xfrm>
            <a:off x="6537099" y="7578754"/>
            <a:ext cx="5213803" cy="2215866"/>
          </a:xfrm>
          <a:custGeom>
            <a:avLst/>
            <a:gdLst/>
            <a:ahLst/>
            <a:cxnLst/>
            <a:rect l="l" t="t" r="r" b="b"/>
            <a:pathLst>
              <a:path w="5213803" h="2215866" extrusionOk="0">
                <a:moveTo>
                  <a:pt x="0" y="0"/>
                </a:moveTo>
                <a:lnTo>
                  <a:pt x="5213802" y="0"/>
                </a:lnTo>
                <a:lnTo>
                  <a:pt x="5213802" y="2215866"/>
                </a:lnTo>
                <a:lnTo>
                  <a:pt x="0" y="22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1" name="Google Shape;211;p21"/>
          <p:cNvSpPr txBox="1"/>
          <p:nvPr/>
        </p:nvSpPr>
        <p:spPr>
          <a:xfrm>
            <a:off x="2713224" y="4228076"/>
            <a:ext cx="12861600" cy="167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10899" dirty="0">
                <a:latin typeface="Pirata One"/>
                <a:sym typeface="Pirata One"/>
              </a:rPr>
              <a:t>{{fraza}}</a:t>
            </a:r>
            <a:endParaRPr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6366950" y="8173838"/>
            <a:ext cx="55539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4000" b="1" dirty="0">
                <a:latin typeface="Vesper Libre"/>
                <a:cs typeface="Vesper Libre"/>
                <a:sym typeface="Vesper Libre"/>
              </a:rPr>
              <a:t>{{muallif}}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pSp>
        <p:nvGrpSpPr>
          <p:cNvPr id="218" name="Google Shape;218;p22"/>
          <p:cNvGrpSpPr/>
          <p:nvPr/>
        </p:nvGrpSpPr>
        <p:grpSpPr>
          <a:xfrm>
            <a:off x="3451691" y="1385846"/>
            <a:ext cx="11384617" cy="2466010"/>
            <a:chOff x="0" y="-38100"/>
            <a:chExt cx="2998418" cy="649484"/>
          </a:xfrm>
        </p:grpSpPr>
        <p:sp>
          <p:nvSpPr>
            <p:cNvPr id="219" name="Google Shape;219;p22"/>
            <p:cNvSpPr/>
            <p:nvPr/>
          </p:nvSpPr>
          <p:spPr>
            <a:xfrm>
              <a:off x="0" y="0"/>
              <a:ext cx="2998418" cy="611384"/>
            </a:xfrm>
            <a:custGeom>
              <a:avLst/>
              <a:gdLst/>
              <a:ahLst/>
              <a:cxnLst/>
              <a:rect l="l" t="t" r="r" b="b"/>
              <a:pathLst>
                <a:path w="2998418" h="611384" extrusionOk="0">
                  <a:moveTo>
                    <a:pt x="0" y="0"/>
                  </a:moveTo>
                  <a:lnTo>
                    <a:pt x="2998418" y="0"/>
                  </a:lnTo>
                  <a:lnTo>
                    <a:pt x="2998418" y="611384"/>
                  </a:lnTo>
                  <a:lnTo>
                    <a:pt x="0" y="611384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0" name="Google Shape;220;p22"/>
            <p:cNvSpPr txBox="1"/>
            <p:nvPr/>
          </p:nvSpPr>
          <p:spPr>
            <a:xfrm>
              <a:off x="0" y="-38100"/>
              <a:ext cx="2998418" cy="649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22"/>
          <p:cNvSpPr txBox="1"/>
          <p:nvPr/>
        </p:nvSpPr>
        <p:spPr>
          <a:xfrm>
            <a:off x="3451691" y="2219694"/>
            <a:ext cx="11384617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999" dirty="0">
                <a:latin typeface="Pirata One"/>
                <a:sym typeface="Pirata One"/>
              </a:rPr>
              <a:t>{{reja_3}}</a:t>
            </a:r>
            <a:endParaRPr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3451608" y="4541043"/>
            <a:ext cx="11384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800" dirty="0">
                <a:latin typeface="Vesper Libre"/>
                <a:cs typeface="Vesper Libre"/>
                <a:sym typeface="Vesper Libre"/>
              </a:rPr>
              <a:t>{{reja_3_matni}}</a:t>
            </a:r>
            <a:endParaRPr dirty="0"/>
          </a:p>
        </p:txBody>
      </p:sp>
      <p:grpSp>
        <p:nvGrpSpPr>
          <p:cNvPr id="223" name="Google Shape;223;p22"/>
          <p:cNvGrpSpPr/>
          <p:nvPr/>
        </p:nvGrpSpPr>
        <p:grpSpPr>
          <a:xfrm>
            <a:off x="0" y="0"/>
            <a:ext cx="2624744" cy="10287000"/>
            <a:chOff x="0" y="0"/>
            <a:chExt cx="3499658" cy="13716000"/>
          </a:xfrm>
        </p:grpSpPr>
        <p:sp>
          <p:nvSpPr>
            <p:cNvPr id="224" name="Google Shape;224;p22"/>
            <p:cNvSpPr/>
            <p:nvPr/>
          </p:nvSpPr>
          <p:spPr>
            <a:xfrm>
              <a:off x="0" y="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5" name="Google Shape;225;p22"/>
            <p:cNvSpPr/>
            <p:nvPr/>
          </p:nvSpPr>
          <p:spPr>
            <a:xfrm>
              <a:off x="0" y="4572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6" name="Google Shape;226;p22"/>
            <p:cNvSpPr/>
            <p:nvPr/>
          </p:nvSpPr>
          <p:spPr>
            <a:xfrm>
              <a:off x="0" y="9144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27" name="Google Shape;227;p22"/>
          <p:cNvGrpSpPr/>
          <p:nvPr/>
        </p:nvGrpSpPr>
        <p:grpSpPr>
          <a:xfrm>
            <a:off x="15663256" y="0"/>
            <a:ext cx="2624744" cy="10287000"/>
            <a:chOff x="0" y="0"/>
            <a:chExt cx="3499658" cy="13716000"/>
          </a:xfrm>
        </p:grpSpPr>
        <p:sp>
          <p:nvSpPr>
            <p:cNvPr id="228" name="Google Shape;228;p22"/>
            <p:cNvSpPr/>
            <p:nvPr/>
          </p:nvSpPr>
          <p:spPr>
            <a:xfrm>
              <a:off x="0" y="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9" name="Google Shape;229;p22"/>
            <p:cNvSpPr/>
            <p:nvPr/>
          </p:nvSpPr>
          <p:spPr>
            <a:xfrm>
              <a:off x="0" y="4572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0" name="Google Shape;230;p22"/>
            <p:cNvSpPr/>
            <p:nvPr/>
          </p:nvSpPr>
          <p:spPr>
            <a:xfrm>
              <a:off x="0" y="9144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aphicFrame>
        <p:nvGraphicFramePr>
          <p:cNvPr id="236" name="Google Shape;236;p23"/>
          <p:cNvGraphicFramePr/>
          <p:nvPr>
            <p:extLst>
              <p:ext uri="{D42A27DB-BD31-4B8C-83A1-F6EECF244321}">
                <p14:modId xmlns:p14="http://schemas.microsoft.com/office/powerpoint/2010/main" val="833100017"/>
              </p:ext>
            </p:extLst>
          </p:nvPr>
        </p:nvGraphicFramePr>
        <p:xfrm>
          <a:off x="1028700" y="2271423"/>
          <a:ext cx="16230600" cy="7429525"/>
        </p:xfrm>
        <a:graphic>
          <a:graphicData uri="http://schemas.openxmlformats.org/drawingml/2006/table">
            <a:tbl>
              <a:tblPr>
                <a:noFill/>
                <a:tableStyleId>{A019BD42-9717-448F-877F-F4CB554E308B}</a:tableStyleId>
              </a:tblPr>
              <a:tblGrid>
                <a:gridCol w="328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8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799" b="1" u="none" strike="noStrike" cap="none" dirty="0">
                          <a:solidFill>
                            <a:srgbClr val="FFFFFF"/>
                          </a:solidFill>
                          <a:latin typeface="Vesper Libre"/>
                          <a:cs typeface="Vesper Libre"/>
                          <a:sym typeface="Vesper Libre"/>
                        </a:rPr>
                        <a:t>{{qator_1}}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799" b="1" u="none" strike="noStrike" cap="none" dirty="0">
                          <a:solidFill>
                            <a:srgbClr val="FFFFFF"/>
                          </a:solidFill>
                          <a:latin typeface="Vesper Libre"/>
                          <a:cs typeface="Vesper Libre"/>
                          <a:sym typeface="Vesper Libre"/>
                        </a:rPr>
                        <a:t>{{qator_2}}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{{ustun_1}}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{{ustun_1_matni}}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{{ustun_1_matni}}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{{ustun2}}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{{ustun_2_matni}}</a:t>
                      </a:r>
                      <a:endParaRPr lang="uz-Latn-UZ" sz="1100" u="none" strike="noStrike" cap="none" dirty="0"/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{{ustun_2_matni}}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{{ustun_3}}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{{ustun_2_matni}}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{{ustun_5_matni}}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{{ustun_4}}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{{ustun_4_matni}}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{{ustun_4_matni}}</a:t>
                      </a:r>
                      <a:endParaRPr lang="uz-Latn-UZ" sz="1100" u="none" strike="noStrike" cap="none" dirty="0"/>
                    </a:p>
                    <a:p>
                      <a:pPr marL="0" marR="0" lvl="0" indent="0" algn="ctr" rtl="0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{{ustun_5}}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{{ustun_5_matni}}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{{ustun_5_matni}}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7" name="Google Shape;237;p23"/>
          <p:cNvSpPr txBox="1"/>
          <p:nvPr/>
        </p:nvSpPr>
        <p:spPr>
          <a:xfrm>
            <a:off x="1028700" y="766602"/>
            <a:ext cx="1623060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9999"/>
              </a:lnSpc>
            </a:pPr>
            <a:r>
              <a:rPr lang="uz-Latn-UZ" sz="6600" dirty="0">
                <a:latin typeface="Pirata One"/>
                <a:sym typeface="Pirata One"/>
              </a:rPr>
              <a:t>{{reja_3}}</a:t>
            </a:r>
            <a:endParaRPr lang="uz-Latn-UZ" sz="6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E6E056-065B-BF7C-0B7F-E49374639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80C286-8615-6958-896A-9C86DE9D3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Google Shape;338;p27">
            <a:extLst>
              <a:ext uri="{FF2B5EF4-FFF2-40B4-BE49-F238E27FC236}">
                <a16:creationId xmlns:a16="http://schemas.microsoft.com/office/drawing/2014/main" id="{EEC11F72-83EF-C492-339B-BF47D4957E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6ECC5-AD7C-D486-A0AD-A89BB19E0794}"/>
              </a:ext>
            </a:extLst>
          </p:cNvPr>
          <p:cNvSpPr txBox="1"/>
          <p:nvPr/>
        </p:nvSpPr>
        <p:spPr>
          <a:xfrm>
            <a:off x="1371600" y="1371600"/>
            <a:ext cx="15430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3200" dirty="0">
                <a:latin typeface="Mongolian Baiti" panose="03000500000000000000" pitchFamily="66" charset="0"/>
                <a:cs typeface="Mongolian Baiti" panose="03000500000000000000" pitchFamily="66" charset="0"/>
                <a:sym typeface="Vesper Libre"/>
              </a:rPr>
              <a:t>{{reja_3_matni}}</a:t>
            </a:r>
            <a:endParaRPr lang="uz-Latn-UZ" sz="3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ru-RU" sz="3200" dirty="0"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59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243" name="Google Shape;243;p24"/>
          <p:cNvSpPr/>
          <p:nvPr/>
        </p:nvSpPr>
        <p:spPr>
          <a:xfrm>
            <a:off x="0" y="0"/>
            <a:ext cx="18288000" cy="4543799"/>
          </a:xfrm>
          <a:custGeom>
            <a:avLst/>
            <a:gdLst/>
            <a:ahLst/>
            <a:cxnLst/>
            <a:rect l="l" t="t" r="r" b="b"/>
            <a:pathLst>
              <a:path w="18288000" h="4543799" extrusionOk="0">
                <a:moveTo>
                  <a:pt x="0" y="0"/>
                </a:moveTo>
                <a:lnTo>
                  <a:pt x="18288000" y="0"/>
                </a:lnTo>
                <a:lnTo>
                  <a:pt x="18288000" y="4543799"/>
                </a:lnTo>
                <a:lnTo>
                  <a:pt x="0" y="454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4" name="Google Shape;244;p24"/>
          <p:cNvSpPr/>
          <p:nvPr/>
        </p:nvSpPr>
        <p:spPr>
          <a:xfrm rot="10800000" flipH="1">
            <a:off x="0" y="5743201"/>
            <a:ext cx="18288000" cy="4543799"/>
          </a:xfrm>
          <a:custGeom>
            <a:avLst/>
            <a:gdLst/>
            <a:ahLst/>
            <a:cxnLst/>
            <a:rect l="l" t="t" r="r" b="b"/>
            <a:pathLst>
              <a:path w="18288000" h="4543799" extrusionOk="0">
                <a:moveTo>
                  <a:pt x="0" y="4543799"/>
                </a:moveTo>
                <a:lnTo>
                  <a:pt x="18288000" y="4543799"/>
                </a:lnTo>
                <a:lnTo>
                  <a:pt x="18288000" y="0"/>
                </a:lnTo>
                <a:lnTo>
                  <a:pt x="0" y="0"/>
                </a:lnTo>
                <a:lnTo>
                  <a:pt x="0" y="454379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5" name="Google Shape;245;p24"/>
          <p:cNvSpPr txBox="1"/>
          <p:nvPr/>
        </p:nvSpPr>
        <p:spPr>
          <a:xfrm>
            <a:off x="1200150" y="4100513"/>
            <a:ext cx="1515903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89999"/>
              </a:lnSpc>
            </a:pPr>
            <a:r>
              <a:rPr lang="uz-Latn-UZ" sz="2800" dirty="0">
                <a:latin typeface="Pirata One"/>
                <a:sym typeface="Pirata One"/>
              </a:rPr>
              <a:t>{{reja_4_matni}}</a:t>
            </a:r>
            <a:endParaRPr lang="uz-Latn-UZ" sz="2800" dirty="0"/>
          </a:p>
        </p:txBody>
      </p:sp>
      <p:sp>
        <p:nvSpPr>
          <p:cNvPr id="246" name="Google Shape;246;p24"/>
          <p:cNvSpPr txBox="1"/>
          <p:nvPr/>
        </p:nvSpPr>
        <p:spPr>
          <a:xfrm>
            <a:off x="3087359" y="1385459"/>
            <a:ext cx="1254316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9999"/>
              </a:lnSpc>
            </a:pPr>
            <a:r>
              <a:rPr lang="uz-Latn-UZ" sz="7200" dirty="0">
                <a:latin typeface="Pirata One"/>
                <a:sym typeface="Pirata One"/>
              </a:rPr>
              <a:t>{{reja_4}}</a:t>
            </a:r>
            <a:endParaRPr lang="uz-Latn-UZ" sz="7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/>
        </p:nvSpPr>
        <p:spPr>
          <a:xfrm>
            <a:off x="11706206" y="9915836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FORGET TO DELETE THIS PAGE BEFORE PRESENTING. </a:t>
            </a:r>
            <a:endParaRPr/>
          </a:p>
        </p:txBody>
      </p:sp>
      <p:sp>
        <p:nvSpPr>
          <p:cNvPr id="2" name="Google Shape;244;p24">
            <a:extLst>
              <a:ext uri="{FF2B5EF4-FFF2-40B4-BE49-F238E27FC236}">
                <a16:creationId xmlns:a16="http://schemas.microsoft.com/office/drawing/2014/main" id="{4523CE86-7D57-069F-D5B7-8761B402F95A}"/>
              </a:ext>
            </a:extLst>
          </p:cNvPr>
          <p:cNvSpPr/>
          <p:nvPr/>
        </p:nvSpPr>
        <p:spPr>
          <a:xfrm rot="10800000" flipH="1">
            <a:off x="0" y="5743201"/>
            <a:ext cx="18288000" cy="4543799"/>
          </a:xfrm>
          <a:custGeom>
            <a:avLst/>
            <a:gdLst/>
            <a:ahLst/>
            <a:cxnLst/>
            <a:rect l="l" t="t" r="r" b="b"/>
            <a:pathLst>
              <a:path w="18288000" h="4543799" extrusionOk="0">
                <a:moveTo>
                  <a:pt x="0" y="4543799"/>
                </a:moveTo>
                <a:lnTo>
                  <a:pt x="18288000" y="4543799"/>
                </a:lnTo>
                <a:lnTo>
                  <a:pt x="18288000" y="0"/>
                </a:lnTo>
                <a:lnTo>
                  <a:pt x="0" y="0"/>
                </a:lnTo>
                <a:lnTo>
                  <a:pt x="0" y="45437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" name="Google Shape;243;p24">
            <a:extLst>
              <a:ext uri="{FF2B5EF4-FFF2-40B4-BE49-F238E27FC236}">
                <a16:creationId xmlns:a16="http://schemas.microsoft.com/office/drawing/2014/main" id="{1F491AF0-8E4A-D566-1ACA-4173B47E423B}"/>
              </a:ext>
            </a:extLst>
          </p:cNvPr>
          <p:cNvSpPr/>
          <p:nvPr/>
        </p:nvSpPr>
        <p:spPr>
          <a:xfrm>
            <a:off x="0" y="0"/>
            <a:ext cx="18288000" cy="4543799"/>
          </a:xfrm>
          <a:custGeom>
            <a:avLst/>
            <a:gdLst/>
            <a:ahLst/>
            <a:cxnLst/>
            <a:rect l="l" t="t" r="r" b="b"/>
            <a:pathLst>
              <a:path w="18288000" h="4543799" extrusionOk="0">
                <a:moveTo>
                  <a:pt x="0" y="0"/>
                </a:moveTo>
                <a:lnTo>
                  <a:pt x="18288000" y="0"/>
                </a:lnTo>
                <a:lnTo>
                  <a:pt x="18288000" y="4543799"/>
                </a:lnTo>
                <a:lnTo>
                  <a:pt x="0" y="454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79316-5768-21FE-AAB6-1B1F64BD3D6B}"/>
              </a:ext>
            </a:extLst>
          </p:cNvPr>
          <p:cNvSpPr txBox="1"/>
          <p:nvPr/>
        </p:nvSpPr>
        <p:spPr>
          <a:xfrm>
            <a:off x="1771650" y="1265470"/>
            <a:ext cx="12615863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89999"/>
              </a:lnSpc>
            </a:pPr>
            <a:r>
              <a:rPr lang="uz-Latn-UZ" sz="6600" dirty="0">
                <a:latin typeface="MS Gothic" panose="020B0609070205080204" pitchFamily="49" charset="-128"/>
                <a:ea typeface="MS Gothic" panose="020B0609070205080204" pitchFamily="49" charset="-128"/>
                <a:sym typeface="Pirata One"/>
              </a:rPr>
              <a:t>{{reja_4}}</a:t>
            </a:r>
            <a:endParaRPr lang="uz-Latn-UZ" sz="6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FF31F-9009-5825-AE1C-3AB3FB0A9D49}"/>
              </a:ext>
            </a:extLst>
          </p:cNvPr>
          <p:cNvSpPr txBox="1"/>
          <p:nvPr/>
        </p:nvSpPr>
        <p:spPr>
          <a:xfrm>
            <a:off x="1028700" y="2770750"/>
            <a:ext cx="89154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89999"/>
              </a:lnSpc>
            </a:pPr>
            <a:r>
              <a:rPr lang="uz-Latn-UZ" sz="2400" dirty="0">
                <a:latin typeface="Mongolian Baiti" panose="03000500000000000000" pitchFamily="66" charset="0"/>
                <a:cs typeface="Mongolian Baiti" panose="03000500000000000000" pitchFamily="66" charset="0"/>
                <a:sym typeface="Pirata One"/>
              </a:rPr>
              <a:t>{{reja_4_matni}}</a:t>
            </a:r>
            <a:endParaRPr lang="uz-Latn-UZ" sz="24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9" name="Google Shape;190;p19">
            <a:extLst>
              <a:ext uri="{FF2B5EF4-FFF2-40B4-BE49-F238E27FC236}">
                <a16:creationId xmlns:a16="http://schemas.microsoft.com/office/drawing/2014/main" id="{551507F3-DAA9-1316-EBCA-08CA1AE4E69A}"/>
              </a:ext>
            </a:extLst>
          </p:cNvPr>
          <p:cNvSpPr/>
          <p:nvPr/>
        </p:nvSpPr>
        <p:spPr>
          <a:xfrm>
            <a:off x="10201521" y="1161022"/>
            <a:ext cx="7057779" cy="8414639"/>
          </a:xfrm>
          <a:custGeom>
            <a:avLst/>
            <a:gdLst/>
            <a:ahLst/>
            <a:cxnLst/>
            <a:rect l="l" t="t" r="r" b="b"/>
            <a:pathLst>
              <a:path w="7057779" h="8414639" extrusionOk="0">
                <a:moveTo>
                  <a:pt x="0" y="0"/>
                </a:moveTo>
                <a:lnTo>
                  <a:pt x="7057779" y="0"/>
                </a:lnTo>
                <a:lnTo>
                  <a:pt x="7057779" y="8414639"/>
                </a:lnTo>
                <a:lnTo>
                  <a:pt x="0" y="8414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" name="PHOTO_4">
            <a:extLst>
              <a:ext uri="{FF2B5EF4-FFF2-40B4-BE49-F238E27FC236}">
                <a16:creationId xmlns:a16="http://schemas.microsoft.com/office/drawing/2014/main" id="{055103D1-FF3F-9A79-09D4-48B865907C7C}"/>
              </a:ext>
            </a:extLst>
          </p:cNvPr>
          <p:cNvSpPr/>
          <p:nvPr/>
        </p:nvSpPr>
        <p:spPr>
          <a:xfrm>
            <a:off x="11010029" y="2019775"/>
            <a:ext cx="5440763" cy="6697132"/>
          </a:xfrm>
          <a:custGeom>
            <a:avLst/>
            <a:gdLst/>
            <a:ahLst/>
            <a:cxnLst/>
            <a:rect l="l" t="t" r="r" b="b"/>
            <a:pathLst>
              <a:path w="812800" h="1000490" extrusionOk="0">
                <a:moveTo>
                  <a:pt x="0" y="0"/>
                </a:moveTo>
                <a:lnTo>
                  <a:pt x="812800" y="0"/>
                </a:lnTo>
                <a:lnTo>
                  <a:pt x="812800" y="1000490"/>
                </a:lnTo>
                <a:lnTo>
                  <a:pt x="0" y="100049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953" b="-11901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0" y="1360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299EE-C199-738E-9A05-AE08EF930E43}"/>
              </a:ext>
            </a:extLst>
          </p:cNvPr>
          <p:cNvSpPr txBox="1"/>
          <p:nvPr/>
        </p:nvSpPr>
        <p:spPr>
          <a:xfrm>
            <a:off x="1785938" y="842721"/>
            <a:ext cx="15530511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89999"/>
              </a:lnSpc>
            </a:pPr>
            <a:r>
              <a:rPr lang="uz-Latn-UZ" sz="5400" dirty="0">
                <a:latin typeface="Pirata One"/>
                <a:sym typeface="Pirata One"/>
              </a:rPr>
              <a:t>{{reja_5}}</a:t>
            </a:r>
            <a:endParaRPr lang="uz-Latn-UZ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95A6B-4C3E-A12D-551C-EBB28E18CFBF}"/>
              </a:ext>
            </a:extLst>
          </p:cNvPr>
          <p:cNvSpPr txBox="1"/>
          <p:nvPr/>
        </p:nvSpPr>
        <p:spPr>
          <a:xfrm>
            <a:off x="1000125" y="3000375"/>
            <a:ext cx="16473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3200" dirty="0">
                <a:latin typeface="Bookman Old Style" panose="02050604050505020204" pitchFamily="18" charset="0"/>
                <a:sym typeface="Pirata One"/>
              </a:rPr>
              <a:t>{{reja_5}}</a:t>
            </a:r>
            <a:endParaRPr lang="uz-Latn-UZ" sz="3200" dirty="0">
              <a:latin typeface="Bookman Old Style" panose="02050604050505020204" pitchFamily="18" charset="0"/>
            </a:endParaRPr>
          </a:p>
          <a:p>
            <a:endParaRPr lang="ru-RU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E0132-01A4-08F8-0B3C-6FF2C26C9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613A94-E277-DF42-8D21-84DBD3C24B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Google Shape;338;p27">
            <a:extLst>
              <a:ext uri="{FF2B5EF4-FFF2-40B4-BE49-F238E27FC236}">
                <a16:creationId xmlns:a16="http://schemas.microsoft.com/office/drawing/2014/main" id="{2881A59A-F692-7268-7920-C6D58859093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67DD2-50B7-1980-AB25-156B086AA664}"/>
              </a:ext>
            </a:extLst>
          </p:cNvPr>
          <p:cNvSpPr txBox="1"/>
          <p:nvPr/>
        </p:nvSpPr>
        <p:spPr>
          <a:xfrm>
            <a:off x="8686800" y="46863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B613D-4AF3-C1C8-E0D7-F0907F11C906}"/>
              </a:ext>
            </a:extLst>
          </p:cNvPr>
          <p:cNvSpPr txBox="1"/>
          <p:nvPr/>
        </p:nvSpPr>
        <p:spPr>
          <a:xfrm>
            <a:off x="1157288" y="1257300"/>
            <a:ext cx="16444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3600" dirty="0">
                <a:latin typeface="Bookman Old Style" panose="02050604050505020204" pitchFamily="18" charset="0"/>
                <a:sym typeface="Pirata One"/>
              </a:rPr>
              <a:t>{{reja_5}}</a:t>
            </a:r>
            <a:endParaRPr lang="uz-Latn-UZ" sz="3600" dirty="0">
              <a:latin typeface="Bookman Old Style" panose="02050604050505020204" pitchFamily="18" charset="0"/>
            </a:endParaRP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853549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18EAA-EEB2-35FD-92BA-3582C4801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B4D992-78C0-8AD9-0C33-8A842D22AD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PHOTO_5">
            <a:extLst>
              <a:ext uri="{FF2B5EF4-FFF2-40B4-BE49-F238E27FC236}">
                <a16:creationId xmlns:a16="http://schemas.microsoft.com/office/drawing/2014/main" id="{C37958B9-4E93-0ABB-DE39-10399279612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6" name="Google Shape;99;p14">
            <a:extLst>
              <a:ext uri="{FF2B5EF4-FFF2-40B4-BE49-F238E27FC236}">
                <a16:creationId xmlns:a16="http://schemas.microsoft.com/office/drawing/2014/main" id="{507354EF-84A1-D1E1-0605-0315C2ED93EF}"/>
              </a:ext>
            </a:extLst>
          </p:cNvPr>
          <p:cNvSpPr/>
          <p:nvPr/>
        </p:nvSpPr>
        <p:spPr>
          <a:xfrm rot="10800000" flipH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99;p14">
            <a:extLst>
              <a:ext uri="{FF2B5EF4-FFF2-40B4-BE49-F238E27FC236}">
                <a16:creationId xmlns:a16="http://schemas.microsoft.com/office/drawing/2014/main" id="{95A36A34-035B-7CF8-48B9-3610406A58B9}"/>
              </a:ext>
            </a:extLst>
          </p:cNvPr>
          <p:cNvSpPr/>
          <p:nvPr/>
        </p:nvSpPr>
        <p:spPr>
          <a:xfrm rot="5400000" flipH="1">
            <a:off x="-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" name="Google Shape;99;p14">
            <a:extLst>
              <a:ext uri="{FF2B5EF4-FFF2-40B4-BE49-F238E27FC236}">
                <a16:creationId xmlns:a16="http://schemas.microsoft.com/office/drawing/2014/main" id="{D98F2E23-0BEE-142A-6F0C-9D8655CDCDD2}"/>
              </a:ext>
            </a:extLst>
          </p:cNvPr>
          <p:cNvSpPr/>
          <p:nvPr/>
        </p:nvSpPr>
        <p:spPr>
          <a:xfrm rot="16200000" flipH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982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4842C-FA8E-44A4-317B-BA56BA18B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8CB0CA-400C-B8BF-6701-2BF13D85C5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Google Shape;338;p27">
            <a:extLst>
              <a:ext uri="{FF2B5EF4-FFF2-40B4-BE49-F238E27FC236}">
                <a16:creationId xmlns:a16="http://schemas.microsoft.com/office/drawing/2014/main" id="{E249D5A9-A220-1B6F-0846-CE36D0C87F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pSp>
        <p:nvGrpSpPr>
          <p:cNvPr id="5" name="Google Shape;223;p22">
            <a:extLst>
              <a:ext uri="{FF2B5EF4-FFF2-40B4-BE49-F238E27FC236}">
                <a16:creationId xmlns:a16="http://schemas.microsoft.com/office/drawing/2014/main" id="{A8796BAD-01BC-2651-6A57-98ED85E563AE}"/>
              </a:ext>
            </a:extLst>
          </p:cNvPr>
          <p:cNvGrpSpPr/>
          <p:nvPr/>
        </p:nvGrpSpPr>
        <p:grpSpPr>
          <a:xfrm>
            <a:off x="0" y="0"/>
            <a:ext cx="2624744" cy="10287000"/>
            <a:chOff x="0" y="0"/>
            <a:chExt cx="3499658" cy="13716000"/>
          </a:xfrm>
        </p:grpSpPr>
        <p:sp>
          <p:nvSpPr>
            <p:cNvPr id="6" name="Google Shape;224;p22">
              <a:extLst>
                <a:ext uri="{FF2B5EF4-FFF2-40B4-BE49-F238E27FC236}">
                  <a16:creationId xmlns:a16="http://schemas.microsoft.com/office/drawing/2014/main" id="{C6B36F69-52C0-FFEB-0292-829BB291A148}"/>
                </a:ext>
              </a:extLst>
            </p:cNvPr>
            <p:cNvSpPr/>
            <p:nvPr/>
          </p:nvSpPr>
          <p:spPr>
            <a:xfrm>
              <a:off x="0" y="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7" name="Google Shape;225;p22">
              <a:extLst>
                <a:ext uri="{FF2B5EF4-FFF2-40B4-BE49-F238E27FC236}">
                  <a16:creationId xmlns:a16="http://schemas.microsoft.com/office/drawing/2014/main" id="{C1E20A76-2518-76DA-C0B3-D2A316E5A86D}"/>
                </a:ext>
              </a:extLst>
            </p:cNvPr>
            <p:cNvSpPr/>
            <p:nvPr/>
          </p:nvSpPr>
          <p:spPr>
            <a:xfrm>
              <a:off x="0" y="4572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" name="Google Shape;226;p22">
              <a:extLst>
                <a:ext uri="{FF2B5EF4-FFF2-40B4-BE49-F238E27FC236}">
                  <a16:creationId xmlns:a16="http://schemas.microsoft.com/office/drawing/2014/main" id="{FDF3D297-53E0-12C1-23CE-9EA29206494D}"/>
                </a:ext>
              </a:extLst>
            </p:cNvPr>
            <p:cNvSpPr/>
            <p:nvPr/>
          </p:nvSpPr>
          <p:spPr>
            <a:xfrm>
              <a:off x="0" y="9144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9" name="Google Shape;223;p22">
            <a:extLst>
              <a:ext uri="{FF2B5EF4-FFF2-40B4-BE49-F238E27FC236}">
                <a16:creationId xmlns:a16="http://schemas.microsoft.com/office/drawing/2014/main" id="{66A8E9DE-A08F-4A34-0A19-2C7B5EE4018A}"/>
              </a:ext>
            </a:extLst>
          </p:cNvPr>
          <p:cNvGrpSpPr/>
          <p:nvPr/>
        </p:nvGrpSpPr>
        <p:grpSpPr>
          <a:xfrm>
            <a:off x="15604028" y="136012"/>
            <a:ext cx="2624744" cy="10287000"/>
            <a:chOff x="0" y="0"/>
            <a:chExt cx="3499658" cy="13716000"/>
          </a:xfrm>
        </p:grpSpPr>
        <p:sp>
          <p:nvSpPr>
            <p:cNvPr id="10" name="Google Shape;224;p22">
              <a:extLst>
                <a:ext uri="{FF2B5EF4-FFF2-40B4-BE49-F238E27FC236}">
                  <a16:creationId xmlns:a16="http://schemas.microsoft.com/office/drawing/2014/main" id="{6094B9C6-AF47-5113-8946-D20397D92183}"/>
                </a:ext>
              </a:extLst>
            </p:cNvPr>
            <p:cNvSpPr/>
            <p:nvPr/>
          </p:nvSpPr>
          <p:spPr>
            <a:xfrm>
              <a:off x="0" y="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" name="Google Shape;225;p22">
              <a:extLst>
                <a:ext uri="{FF2B5EF4-FFF2-40B4-BE49-F238E27FC236}">
                  <a16:creationId xmlns:a16="http://schemas.microsoft.com/office/drawing/2014/main" id="{262124DD-B1DA-EAB5-3053-38D6737CD3DE}"/>
                </a:ext>
              </a:extLst>
            </p:cNvPr>
            <p:cNvSpPr/>
            <p:nvPr/>
          </p:nvSpPr>
          <p:spPr>
            <a:xfrm>
              <a:off x="0" y="4572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" name="Google Shape;226;p22">
              <a:extLst>
                <a:ext uri="{FF2B5EF4-FFF2-40B4-BE49-F238E27FC236}">
                  <a16:creationId xmlns:a16="http://schemas.microsoft.com/office/drawing/2014/main" id="{3E217C66-07B6-736F-0CBF-87A411B4CC06}"/>
                </a:ext>
              </a:extLst>
            </p:cNvPr>
            <p:cNvSpPr/>
            <p:nvPr/>
          </p:nvSpPr>
          <p:spPr>
            <a:xfrm>
              <a:off x="0" y="9144000"/>
              <a:ext cx="3499658" cy="4572000"/>
            </a:xfrm>
            <a:custGeom>
              <a:avLst/>
              <a:gdLst/>
              <a:ahLst/>
              <a:cxnLst/>
              <a:rect l="l" t="t" r="r" b="b"/>
              <a:pathLst>
                <a:path w="3499658" h="4572000" extrusionOk="0">
                  <a:moveTo>
                    <a:pt x="0" y="0"/>
                  </a:moveTo>
                  <a:lnTo>
                    <a:pt x="3499658" y="0"/>
                  </a:lnTo>
                  <a:lnTo>
                    <a:pt x="3499658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518F4B6-B14C-8891-927D-ED74E2599C90}"/>
              </a:ext>
            </a:extLst>
          </p:cNvPr>
          <p:cNvSpPr txBox="1"/>
          <p:nvPr/>
        </p:nvSpPr>
        <p:spPr>
          <a:xfrm>
            <a:off x="5972176" y="542926"/>
            <a:ext cx="8115300" cy="1846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9600" dirty="0">
                <a:latin typeface="Pirata One"/>
                <a:sym typeface="Pirata One"/>
              </a:rPr>
              <a:t>{{xulosa}}</a:t>
            </a:r>
            <a:endParaRPr lang="uz-Latn-UZ" dirty="0"/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20A1C-AB1E-B6DA-7044-E86D263A6FCB}"/>
              </a:ext>
            </a:extLst>
          </p:cNvPr>
          <p:cNvSpPr txBox="1"/>
          <p:nvPr/>
        </p:nvSpPr>
        <p:spPr>
          <a:xfrm>
            <a:off x="3228975" y="2671763"/>
            <a:ext cx="11530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4000" dirty="0">
                <a:latin typeface="Bookman Old Style" panose="02050604050505020204" pitchFamily="18" charset="0"/>
                <a:sym typeface="Pirata One"/>
              </a:rPr>
              <a:t>{{xulosa_matni}}</a:t>
            </a:r>
            <a:endParaRPr lang="uz-Latn-UZ" sz="4000" dirty="0">
              <a:latin typeface="Bookman Old Style" panose="02050604050505020204" pitchFamily="18" charset="0"/>
            </a:endParaRPr>
          </a:p>
          <a:p>
            <a:endParaRPr lang="ru-RU" sz="4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848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70C7E-F619-333A-08BF-3F0437D19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C103C3-0600-A1EC-26E8-0F450FF2A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Google Shape;338;p27">
            <a:extLst>
              <a:ext uri="{FF2B5EF4-FFF2-40B4-BE49-F238E27FC236}">
                <a16:creationId xmlns:a16="http://schemas.microsoft.com/office/drawing/2014/main" id="{ED42B357-438A-FB9E-1148-BFC3651A087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13110" b="-13110"/>
            </a:stretch>
          </a:blipFill>
          <a:ln>
            <a:noFill/>
          </a:ln>
        </p:spPr>
      </p:sp>
      <p:sp>
        <p:nvSpPr>
          <p:cNvPr id="5" name="Google Shape;243;p24">
            <a:extLst>
              <a:ext uri="{FF2B5EF4-FFF2-40B4-BE49-F238E27FC236}">
                <a16:creationId xmlns:a16="http://schemas.microsoft.com/office/drawing/2014/main" id="{42547831-B302-687B-F1A7-7D176FD235B6}"/>
              </a:ext>
            </a:extLst>
          </p:cNvPr>
          <p:cNvSpPr/>
          <p:nvPr/>
        </p:nvSpPr>
        <p:spPr>
          <a:xfrm>
            <a:off x="0" y="0"/>
            <a:ext cx="18288000" cy="4543799"/>
          </a:xfrm>
          <a:custGeom>
            <a:avLst/>
            <a:gdLst/>
            <a:ahLst/>
            <a:cxnLst/>
            <a:rect l="l" t="t" r="r" b="b"/>
            <a:pathLst>
              <a:path w="18288000" h="4543799" extrusionOk="0">
                <a:moveTo>
                  <a:pt x="0" y="0"/>
                </a:moveTo>
                <a:lnTo>
                  <a:pt x="18288000" y="0"/>
                </a:lnTo>
                <a:lnTo>
                  <a:pt x="18288000" y="4543799"/>
                </a:lnTo>
                <a:lnTo>
                  <a:pt x="0" y="454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" name="Google Shape;243;p24">
            <a:extLst>
              <a:ext uri="{FF2B5EF4-FFF2-40B4-BE49-F238E27FC236}">
                <a16:creationId xmlns:a16="http://schemas.microsoft.com/office/drawing/2014/main" id="{71F44163-1500-C29C-4FAE-06EF003E27BA}"/>
              </a:ext>
            </a:extLst>
          </p:cNvPr>
          <p:cNvSpPr/>
          <p:nvPr/>
        </p:nvSpPr>
        <p:spPr>
          <a:xfrm rot="10800000">
            <a:off x="0" y="5743202"/>
            <a:ext cx="18288000" cy="4543799"/>
          </a:xfrm>
          <a:custGeom>
            <a:avLst/>
            <a:gdLst/>
            <a:ahLst/>
            <a:cxnLst/>
            <a:rect l="l" t="t" r="r" b="b"/>
            <a:pathLst>
              <a:path w="18288000" h="4543799" extrusionOk="0">
                <a:moveTo>
                  <a:pt x="0" y="0"/>
                </a:moveTo>
                <a:lnTo>
                  <a:pt x="18288000" y="0"/>
                </a:lnTo>
                <a:lnTo>
                  <a:pt x="18288000" y="4543799"/>
                </a:lnTo>
                <a:lnTo>
                  <a:pt x="0" y="454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3D6B9-0B60-DEE4-EF78-8DE80C3429C1}"/>
              </a:ext>
            </a:extLst>
          </p:cNvPr>
          <p:cNvSpPr txBox="1"/>
          <p:nvPr/>
        </p:nvSpPr>
        <p:spPr>
          <a:xfrm>
            <a:off x="4171951" y="1548624"/>
            <a:ext cx="12001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4400" dirty="0">
                <a:latin typeface="Pirata One"/>
                <a:sym typeface="Pirata One"/>
              </a:rPr>
              <a:t>{{adabiyotlar}}</a:t>
            </a:r>
            <a:endParaRPr lang="uz-Latn-UZ" sz="4400" dirty="0"/>
          </a:p>
          <a:p>
            <a:endParaRPr lang="ru-RU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408E4-3BD5-CD29-801A-0503E4CE91C7}"/>
              </a:ext>
            </a:extLst>
          </p:cNvPr>
          <p:cNvSpPr txBox="1"/>
          <p:nvPr/>
        </p:nvSpPr>
        <p:spPr>
          <a:xfrm>
            <a:off x="1885950" y="2995174"/>
            <a:ext cx="142875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Latn-UZ" sz="3200" dirty="0">
                <a:latin typeface="MS Gothic" panose="020B0609070205080204" pitchFamily="49" charset="-128"/>
                <a:ea typeface="MS Gothic" panose="020B0609070205080204" pitchFamily="49" charset="-128"/>
                <a:sym typeface="Pirata One"/>
              </a:rPr>
              <a:t>{{adabiyotlar_ro’yxati}}</a:t>
            </a:r>
            <a:endParaRPr lang="uz-Latn-UZ" sz="3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ru-RU" sz="3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8248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57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3110" b="-13110"/>
            </a:stretch>
          </a:blipFill>
          <a:ln>
            <a:noFill/>
          </a:ln>
        </p:spPr>
      </p:sp>
      <p:grpSp>
        <p:nvGrpSpPr>
          <p:cNvPr id="252" name="Google Shape;252;p25"/>
          <p:cNvGrpSpPr/>
          <p:nvPr/>
        </p:nvGrpSpPr>
        <p:grpSpPr>
          <a:xfrm>
            <a:off x="-750941" y="3322439"/>
            <a:ext cx="19789882" cy="3858560"/>
            <a:chOff x="0" y="-38100"/>
            <a:chExt cx="5212150" cy="1016246"/>
          </a:xfrm>
        </p:grpSpPr>
        <p:sp>
          <p:nvSpPr>
            <p:cNvPr id="253" name="Google Shape;253;p25"/>
            <p:cNvSpPr/>
            <p:nvPr/>
          </p:nvSpPr>
          <p:spPr>
            <a:xfrm>
              <a:off x="0" y="0"/>
              <a:ext cx="5212150" cy="978146"/>
            </a:xfrm>
            <a:custGeom>
              <a:avLst/>
              <a:gdLst/>
              <a:ahLst/>
              <a:cxnLst/>
              <a:rect l="l" t="t" r="r" b="b"/>
              <a:pathLst>
                <a:path w="5212150" h="978146" extrusionOk="0">
                  <a:moveTo>
                    <a:pt x="0" y="0"/>
                  </a:moveTo>
                  <a:lnTo>
                    <a:pt x="5212150" y="0"/>
                  </a:lnTo>
                  <a:lnTo>
                    <a:pt x="5212150" y="978146"/>
                  </a:lnTo>
                  <a:lnTo>
                    <a:pt x="0" y="978146"/>
                  </a:lnTo>
                  <a:close/>
                </a:path>
              </a:pathLst>
            </a:custGeom>
            <a:solidFill>
              <a:srgbClr val="D9C09D"/>
            </a:solidFill>
            <a:ln w="666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4" name="Google Shape;254;p25"/>
            <p:cNvSpPr txBox="1"/>
            <p:nvPr/>
          </p:nvSpPr>
          <p:spPr>
            <a:xfrm>
              <a:off x="0" y="-38100"/>
              <a:ext cx="5212150" cy="10162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25"/>
          <p:cNvSpPr/>
          <p:nvPr/>
        </p:nvSpPr>
        <p:spPr>
          <a:xfrm>
            <a:off x="2255529" y="593560"/>
            <a:ext cx="13776942" cy="9099880"/>
          </a:xfrm>
          <a:custGeom>
            <a:avLst/>
            <a:gdLst/>
            <a:ahLst/>
            <a:cxnLst/>
            <a:rect l="l" t="t" r="r" b="b"/>
            <a:pathLst>
              <a:path w="13776942" h="9099880" extrusionOk="0">
                <a:moveTo>
                  <a:pt x="0" y="0"/>
                </a:moveTo>
                <a:lnTo>
                  <a:pt x="13776942" y="0"/>
                </a:lnTo>
                <a:lnTo>
                  <a:pt x="13776942" y="9099880"/>
                </a:lnTo>
                <a:lnTo>
                  <a:pt x="0" y="909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6" name="Google Shape;256;p25"/>
          <p:cNvSpPr txBox="1"/>
          <p:nvPr/>
        </p:nvSpPr>
        <p:spPr>
          <a:xfrm>
            <a:off x="1028700" y="4066748"/>
            <a:ext cx="162306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600" dirty="0">
                <a:latin typeface="Pirata One"/>
                <a:sym typeface="Pirata One"/>
              </a:rPr>
              <a:t>{{yakun}}</a:t>
            </a:r>
            <a:endParaRPr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Произвольный</PresentationFormat>
  <Paragraphs>61</Paragraphs>
  <Slides>20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Pirata One</vt:lpstr>
      <vt:lpstr>MS Gothic</vt:lpstr>
      <vt:lpstr>Arial</vt:lpstr>
      <vt:lpstr>Vesper Libre</vt:lpstr>
      <vt:lpstr>Mongolian Baiti</vt:lpstr>
      <vt:lpstr>ADLaM Display</vt:lpstr>
      <vt:lpstr>Bookman Old Style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sardororolov2233@gmail.com</cp:lastModifiedBy>
  <cp:revision>1</cp:revision>
  <dcterms:modified xsi:type="dcterms:W3CDTF">2026-04-20T18:59:45Z</dcterms:modified>
</cp:coreProperties>
</file>