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6"/>
  </p:notesMasterIdLst>
  <p:handoutMasterIdLst>
    <p:handoutMasterId r:id="rId7"/>
  </p:handoutMasterIdLst>
  <p:sldIdLst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49D57-4FBB-457C-8522-9D26683921C9}" v="4" dt="2026-03-12T06:45:18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0" autoAdjust="0"/>
    <p:restoredTop sz="94628"/>
  </p:normalViewPr>
  <p:slideViewPr>
    <p:cSldViewPr snapToGrid="0">
      <p:cViewPr>
        <p:scale>
          <a:sx n="100" d="100"/>
          <a:sy n="100" d="100"/>
        </p:scale>
        <p:origin x="-1512" y="-8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Salom, bugun biz AI haqida gaplashamiz.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asosiy yo'nalishlari haqida.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Ta'lim sohasida AI qo'llanilishi.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ta'limdagi afzalliklari.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Yakuniy xulosalar.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5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5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5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/>
          </a:bodyPr>
          <a:lstStyle/>
          <a:p>
            <a:r>
              <a:t>Sun'iy Intellekt va Ta'lim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pPr/>
            <a:r>
              <a:t>Kelajak texnologiyalari haqida taqdimot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/>
          </a:bodyPr>
          <a:lstStyle/>
          <a:p>
            <a:r>
              <a:t>AI nima?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pPr/>
            <a:r>
              <a:t>Mashina o'rganishi (Machine Learning)</a:t>
            </a:r>
            <a:endParaRPr lang="en-US" dirty="0"/>
          </a:p>
          <a:p>
            <a:pPr/>
            <a:r>
              <a:t>Chuqur o'rganish (Deep Learning)</a:t>
            </a:r>
          </a:p>
          <a:p>
            <a:pPr/>
            <a:r>
              <a:t>Tabiiy tilni qayta ishlash (NLP)</a:t>
            </a:r>
          </a:p>
          <a:p>
            <a:pPr/>
            <a:r>
              <a:t>Kompyuter ko'rishi (Computer Vision)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/>
          </a:bodyPr>
          <a:lstStyle/>
          <a:p>
            <a:r>
              <a:t>Ta'limda AI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pPr/>
            <a:r>
              <a:t>Shaxsiylashtirilgan ta'lim dasturlari</a:t>
            </a:r>
            <a:endParaRPr lang="en-US" dirty="0"/>
          </a:p>
          <a:p>
            <a:pPr/>
            <a:r>
              <a:t>Avtomatik baholash tizimlari</a:t>
            </a:r>
          </a:p>
          <a:p>
            <a:pPr/>
            <a:r>
              <a:t>Virtual assistentlar va chatbotlar</a:t>
            </a:r>
          </a:p>
          <a:p>
            <a:pPr/>
            <a:r>
              <a:t>Adaptiv o'quv platformalari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/>
          </a:bodyPr>
          <a:lstStyle/>
          <a:p>
            <a:r>
              <a:t>Afzalliklari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pPr/>
            <a:r>
              <a:t>Vaqtni tejash va samaradorlik</a:t>
            </a:r>
            <a:endParaRPr lang="en-US" dirty="0"/>
          </a:p>
          <a:p>
            <a:pPr/>
            <a:r>
              <a:t>Individual yondashuv har bir talabaga</a:t>
            </a:r>
          </a:p>
          <a:p>
            <a:pPr/>
            <a:r>
              <a:t>24/7 qo'llab-quvvatlash imkoniyati</a:t>
            </a:r>
          </a:p>
          <a:p>
            <a:pPr/>
            <a:r>
              <a:t>Katta hajmdagi ma'lumotlarni tahlil qilish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/>
          </a:bodyPr>
          <a:lstStyle/>
          <a:p>
            <a:r>
              <a:t>Xulosa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pPr/>
            <a:r>
              <a:t>AI ta'lim sohasini tubdan o'zgartirmoqda</a:t>
            </a:r>
            <a:endParaRPr lang="en-US" dirty="0"/>
          </a:p>
          <a:p>
            <a:pPr/>
            <a:r>
              <a:t>Kelajakda yanada ko'proq innovatsiyalar kutilmoqda</a:t>
            </a:r>
          </a:p>
          <a:p>
            <a:pPr/>
            <a:r>
              <a:t>Har bir o'qituvchi AI vositalarini o'rganishi lozim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win32_LW_v8" id="{3A4E34A6-668B-44CB-918B-D16B4D66424F}" vid="{9B1B68C5-1665-4FCB-8595-B203B3662C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99ED26-B189-4BA1-99D0-1112D8C2F106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230e9df3-be65-4c73-a93b-d1236ebd677e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3766CE19-BB35-48A2-AFDA-766E8333003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Keng ekranli</PresentationFormat>
  <Paragraphs>3</Paragraphs>
  <Slides>1</Slides>
  <Notes>1</Notes>
  <HiddenSlides>0</HiddenSlides>
  <MMClips>0</MMClips>
  <ScaleCrop>false</ScaleCrop>
  <HeadingPairs>
    <vt:vector size="4" baseType="variant">
      <vt:variant>
        <vt:lpstr>Mavzu</vt:lpstr>
      </vt:variant>
      <vt:variant>
        <vt:i4>1</vt:i4>
      </vt:variant>
      <vt:variant>
        <vt:lpstr>Slayd sarlavhalari</vt:lpstr>
      </vt:variant>
      <vt:variant>
        <vt:i4>1</vt:i4>
      </vt:variant>
    </vt:vector>
  </HeadingPairs>
  <TitlesOfParts>
    <vt:vector size="2" baseType="lpstr">
      <vt:lpstr>Northern lights</vt:lpstr>
      <vt:lpstr>PowerPoint taqdimoti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2026-03-12T06:43:47Z</dcterms:created>
  <dcterms:modified xsi:type="dcterms:W3CDTF">2026-03-12T06:46:09Z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