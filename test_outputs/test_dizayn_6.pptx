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23" r:id="rId14"/>
    <p:sldId id="324" r:id="rId15"/>
    <p:sldId id="325" r:id="rId16"/>
    <p:sldId id="326" r:id="rId17"/>
    <p:sldId id="32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66938A-9E7F-4B3C-9C83-B5FC0791E03E}" v="15" dt="2026-03-12T06:47:31.970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5388" autoAdjust="0"/>
  </p:normalViewPr>
  <p:slideViewPr>
    <p:cSldViewPr snapToGrid="0">
      <p:cViewPr>
        <p:scale>
          <a:sx n="100" d="100"/>
          <a:sy n="100" d="100"/>
        </p:scale>
        <p:origin x="-610" y="-533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Salom, bugun biz AI haqida gaplashamiz.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ning asosiy yo'nalishlari haqida.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Ta'lim sohasida AI qo'llanilishi.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ning ta'limdagi afzalliklari.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Yakuniy xulosalar.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t>Sun'iy Intellekt va Ta'lim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t>AI nima?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t>Ta'limda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t>Afzalliklari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t>Xulosa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DD27D0-5B6E-4A0E-95B2-BB37F9D8861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98CD342-50C4-441F-B4A3-7D5ADB0571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AE0208-DBD5-43E1-AC6B-D2AD9623F0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419</Words>
  <Application>Microsoft Office PowerPoint</Application>
  <PresentationFormat>Keng ekranli</PresentationFormat>
  <Paragraphs>118</Paragraphs>
  <Slides>1</Slides>
  <Notes>0</Notes>
  <HiddenSlides>0</HiddenSlides>
  <MMClips>0</MMClips>
  <ScaleCrop>false</ScaleCrop>
  <HeadingPairs>
    <vt:vector size="4" baseType="variant">
      <vt:variant>
        <vt:lpstr>Mavzu</vt:lpstr>
      </vt:variant>
      <vt:variant>
        <vt:i4>1</vt:i4>
      </vt:variant>
      <vt:variant>
        <vt:lpstr>Slayd sarlavhalari</vt:lpstr>
      </vt:variant>
      <vt:variant>
        <vt:i4>1</vt:i4>
      </vt:variant>
    </vt:vector>
  </HeadingPairs>
  <TitlesOfParts>
    <vt:vector size="2" baseType="lpstr">
      <vt:lpstr>Custom</vt:lpstr>
      <vt:lpstr>PowerPoint taqdimoti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2026-03-12T06:46:45Z</dcterms:created>
  <dcterms:modified xsi:type="dcterms:W3CDTF">2026-03-12T06:47:38Z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