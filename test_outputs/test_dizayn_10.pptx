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E3801-576F-4D44-AB7C-EFCE601994B2}" v="3" dt="2026-03-12T06:53:42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1" autoAdjust="0"/>
    <p:restoredTop sz="94660"/>
  </p:normalViewPr>
  <p:slideViewPr>
    <p:cSldViewPr snapToGrid="0">
      <p:cViewPr>
        <p:scale>
          <a:sx n="100" d="100"/>
          <a:sy n="100" d="100"/>
        </p:scale>
        <p:origin x="-811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D92D-4C58-458C-927A-F0BEA383878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B1E9-4097-46EC-A95C-50DA1D05B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t>Sun'iy Intellekt va Ta'lim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pPr/>
            <a:r>
              <a:t>Kelajak texnologiyalari haqida taqdimot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t>AI nima?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pPr/>
            <a:r>
              <a:t>Mashina o'rganishi (Machine Learning)</a:t>
            </a:r>
            <a:endParaRPr lang="en-US" dirty="0"/>
          </a:p>
          <a:p>
            <a:pPr/>
            <a:r>
              <a:t>Chuqur o'rganish (Deep Learning)</a:t>
            </a:r>
          </a:p>
          <a:p>
            <a:pPr/>
            <a:r>
              <a:t>Tabiiy tilni qayta ishlash (NLP)</a:t>
            </a:r>
          </a:p>
          <a:p>
            <a:pPr/>
            <a:r>
              <a:t>Kompyuter ko'rishi (Computer Vision)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t>Ta'limda AI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pPr/>
            <a:r>
              <a:t>Shaxsiylashtirilgan ta'lim dasturlari</a:t>
            </a:r>
            <a:endParaRPr lang="en-US" dirty="0"/>
          </a:p>
          <a:p>
            <a:pPr/>
            <a:r>
              <a:t>Avtomatik baholash tizimlari</a:t>
            </a:r>
          </a:p>
          <a:p>
            <a:pPr/>
            <a:r>
              <a:t>Virtual assistentlar va chatbotlar</a:t>
            </a:r>
          </a:p>
          <a:p>
            <a:pPr/>
            <a:r>
              <a:t>Adaptiv o'quv platformalari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t>Afzalliklari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pPr/>
            <a:r>
              <a:t>Vaqtni tejash va samaradorlik</a:t>
            </a:r>
            <a:endParaRPr lang="en-US" dirty="0"/>
          </a:p>
          <a:p>
            <a:pPr/>
            <a:r>
              <a:t>Individual yondashuv har bir talabaga</a:t>
            </a:r>
          </a:p>
          <a:p>
            <a:pPr/>
            <a:r>
              <a:t>24/7 qo'llab-quvvatlash imkoniyati</a:t>
            </a:r>
          </a:p>
          <a:p>
            <a:pPr/>
            <a:r>
              <a:t>Katta hajmdagi ma'lumotlarni tahlil qilish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t>Xulosa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pPr/>
            <a:r>
              <a:t>AI ta'lim sohasini tubdan o'zgartirmoqda</a:t>
            </a:r>
            <a:endParaRPr lang="en-US" dirty="0"/>
          </a:p>
          <a:p>
            <a:pPr/>
            <a:r>
              <a:t>Kelajakda yanada ko'proq innovatsiyalar kutilmoqda</a:t>
            </a:r>
          </a:p>
          <a:p>
            <a:pPr/>
            <a:r>
              <a:t>Har bir o'qituvchi AI vositalarini o'rganishi lozim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Keng ekranli</PresentationFormat>
  <Paragraphs>4</Paragraphs>
  <Slides>1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1</vt:i4>
      </vt:variant>
    </vt:vector>
  </HeadingPairs>
  <TitlesOfParts>
    <vt:vector size="2" baseType="lpstr">
      <vt:lpstr>School days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2026-03-12T06:53:28Z</dcterms:created>
  <dcterms:modified xsi:type="dcterms:W3CDTF">2026-03-12T06:53:48Z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